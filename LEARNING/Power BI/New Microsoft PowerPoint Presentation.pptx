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440840-4555-4974-B93A-CE105F052BB9}" v="13" dt="2026-08-11T07:07:58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h kumar" userId="81af875725a2a030" providerId="LiveId" clId="{ADDC219A-1259-42D0-BAF0-2C1E4857BA88}"/>
    <pc:docChg chg="undo custSel addSld modSld">
      <pc:chgData name="vasanth kumar" userId="81af875725a2a030" providerId="LiveId" clId="{ADDC219A-1259-42D0-BAF0-2C1E4857BA88}" dt="2026-08-08T02:02:42.887" v="389" actId="14100"/>
      <pc:docMkLst>
        <pc:docMk/>
      </pc:docMkLst>
      <pc:sldChg chg="new">
        <pc:chgData name="vasanth kumar" userId="81af875725a2a030" providerId="LiveId" clId="{ADDC219A-1259-42D0-BAF0-2C1E4857BA88}" dt="2026-08-08T01:38:09.820" v="0" actId="680"/>
        <pc:sldMkLst>
          <pc:docMk/>
          <pc:sldMk cId="178994315" sldId="256"/>
        </pc:sldMkLst>
      </pc:sldChg>
      <pc:sldChg chg="addSp delSp modSp new mod">
        <pc:chgData name="vasanth kumar" userId="81af875725a2a030" providerId="LiveId" clId="{ADDC219A-1259-42D0-BAF0-2C1E4857BA88}" dt="2026-08-08T02:02:42.887" v="389" actId="14100"/>
        <pc:sldMkLst>
          <pc:docMk/>
          <pc:sldMk cId="442327232" sldId="257"/>
        </pc:sldMkLst>
        <pc:spChg chg="add mod">
          <ac:chgData name="vasanth kumar" userId="81af875725a2a030" providerId="LiveId" clId="{ADDC219A-1259-42D0-BAF0-2C1E4857BA88}" dt="2026-08-08T01:53:04.533" v="198" actId="1076"/>
          <ac:spMkLst>
            <pc:docMk/>
            <pc:sldMk cId="442327232" sldId="257"/>
            <ac:spMk id="2" creationId="{0325F2A5-39AF-28FE-0AB1-D3C8721C39F8}"/>
          </ac:spMkLst>
        </pc:spChg>
        <pc:spChg chg="add mod">
          <ac:chgData name="vasanth kumar" userId="81af875725a2a030" providerId="LiveId" clId="{ADDC219A-1259-42D0-BAF0-2C1E4857BA88}" dt="2026-08-08T01:53:04.533" v="198" actId="1076"/>
          <ac:spMkLst>
            <pc:docMk/>
            <pc:sldMk cId="442327232" sldId="257"/>
            <ac:spMk id="3" creationId="{79A341BC-91EC-1CEF-53B2-E00A322DB398}"/>
          </ac:spMkLst>
        </pc:spChg>
        <pc:spChg chg="add mod">
          <ac:chgData name="vasanth kumar" userId="81af875725a2a030" providerId="LiveId" clId="{ADDC219A-1259-42D0-BAF0-2C1E4857BA88}" dt="2026-08-08T01:53:34.909" v="202" actId="1076"/>
          <ac:spMkLst>
            <pc:docMk/>
            <pc:sldMk cId="442327232" sldId="257"/>
            <ac:spMk id="4" creationId="{7165D092-F634-2BF7-A37D-AC7F552C5497}"/>
          </ac:spMkLst>
        </pc:spChg>
        <pc:spChg chg="add mod">
          <ac:chgData name="vasanth kumar" userId="81af875725a2a030" providerId="LiveId" clId="{ADDC219A-1259-42D0-BAF0-2C1E4857BA88}" dt="2026-08-08T01:53:46.951" v="203" actId="14100"/>
          <ac:spMkLst>
            <pc:docMk/>
            <pc:sldMk cId="442327232" sldId="257"/>
            <ac:spMk id="5" creationId="{604FFD46-36C0-7F48-24F9-EB051ADA83BE}"/>
          </ac:spMkLst>
        </pc:spChg>
        <pc:spChg chg="add mod">
          <ac:chgData name="vasanth kumar" userId="81af875725a2a030" providerId="LiveId" clId="{ADDC219A-1259-42D0-BAF0-2C1E4857BA88}" dt="2026-08-08T01:53:04.533" v="198" actId="1076"/>
          <ac:spMkLst>
            <pc:docMk/>
            <pc:sldMk cId="442327232" sldId="257"/>
            <ac:spMk id="6" creationId="{1BEB0A9A-114A-ED6D-83E9-0F0DDEB2FD04}"/>
          </ac:spMkLst>
        </pc:spChg>
        <pc:spChg chg="add mod">
          <ac:chgData name="vasanth kumar" userId="81af875725a2a030" providerId="LiveId" clId="{ADDC219A-1259-42D0-BAF0-2C1E4857BA88}" dt="2026-08-08T01:53:04.533" v="198" actId="1076"/>
          <ac:spMkLst>
            <pc:docMk/>
            <pc:sldMk cId="442327232" sldId="257"/>
            <ac:spMk id="7" creationId="{317F96D1-FCFF-71F2-2B79-46B25F8F59E9}"/>
          </ac:spMkLst>
        </pc:spChg>
        <pc:spChg chg="add mod">
          <ac:chgData name="vasanth kumar" userId="81af875725a2a030" providerId="LiveId" clId="{ADDC219A-1259-42D0-BAF0-2C1E4857BA88}" dt="2026-08-08T01:53:04.533" v="198" actId="1076"/>
          <ac:spMkLst>
            <pc:docMk/>
            <pc:sldMk cId="442327232" sldId="257"/>
            <ac:spMk id="34" creationId="{03ABC3D8-4E2D-58AA-92C3-04EDE3D9FD56}"/>
          </ac:spMkLst>
        </pc:spChg>
        <pc:spChg chg="add mod">
          <ac:chgData name="vasanth kumar" userId="81af875725a2a030" providerId="LiveId" clId="{ADDC219A-1259-42D0-BAF0-2C1E4857BA88}" dt="2026-08-08T01:53:04.533" v="198" actId="1076"/>
          <ac:spMkLst>
            <pc:docMk/>
            <pc:sldMk cId="442327232" sldId="257"/>
            <ac:spMk id="35" creationId="{F6180C68-8FF6-6EE1-62B7-9874EA8C80BF}"/>
          </ac:spMkLst>
        </pc:spChg>
        <pc:spChg chg="add mod">
          <ac:chgData name="vasanth kumar" userId="81af875725a2a030" providerId="LiveId" clId="{ADDC219A-1259-42D0-BAF0-2C1E4857BA88}" dt="2026-08-08T01:54:48.278" v="218" actId="20577"/>
          <ac:spMkLst>
            <pc:docMk/>
            <pc:sldMk cId="442327232" sldId="257"/>
            <ac:spMk id="52" creationId="{724DF5A7-A517-D810-E355-BA6CCE01FBFD}"/>
          </ac:spMkLst>
        </pc:spChg>
        <pc:spChg chg="add mod">
          <ac:chgData name="vasanth kumar" userId="81af875725a2a030" providerId="LiveId" clId="{ADDC219A-1259-42D0-BAF0-2C1E4857BA88}" dt="2026-08-08T01:54:54.622" v="224" actId="20577"/>
          <ac:spMkLst>
            <pc:docMk/>
            <pc:sldMk cId="442327232" sldId="257"/>
            <ac:spMk id="53" creationId="{3CF62234-7D1B-13EF-F0F2-637B836DB880}"/>
          </ac:spMkLst>
        </pc:spChg>
        <pc:spChg chg="add mod">
          <ac:chgData name="vasanth kumar" userId="81af875725a2a030" providerId="LiveId" clId="{ADDC219A-1259-42D0-BAF0-2C1E4857BA88}" dt="2026-08-08T01:59:42.157" v="232" actId="1076"/>
          <ac:spMkLst>
            <pc:docMk/>
            <pc:sldMk cId="442327232" sldId="257"/>
            <ac:spMk id="67" creationId="{FC3528C1-41D0-0CA2-08C5-B972A7E44DC6}"/>
          </ac:spMkLst>
        </pc:spChg>
        <pc:spChg chg="add mod">
          <ac:chgData name="vasanth kumar" userId="81af875725a2a030" providerId="LiveId" clId="{ADDC219A-1259-42D0-BAF0-2C1E4857BA88}" dt="2026-08-08T02:00:56.772" v="322" actId="1037"/>
          <ac:spMkLst>
            <pc:docMk/>
            <pc:sldMk cId="442327232" sldId="257"/>
            <ac:spMk id="68" creationId="{B3D69786-C861-E536-7008-E2E572EC952D}"/>
          </ac:spMkLst>
        </pc:spChg>
        <pc:spChg chg="add mod">
          <ac:chgData name="vasanth kumar" userId="81af875725a2a030" providerId="LiveId" clId="{ADDC219A-1259-42D0-BAF0-2C1E4857BA88}" dt="2026-08-08T02:02:42.887" v="389" actId="14100"/>
          <ac:spMkLst>
            <pc:docMk/>
            <pc:sldMk cId="442327232" sldId="257"/>
            <ac:spMk id="69" creationId="{E357C579-13C8-03B8-34C7-78C21B826BAB}"/>
          </ac:spMkLst>
        </pc:spChg>
        <pc:cxnChg chg="add mod">
          <ac:chgData name="vasanth kumar" userId="81af875725a2a030" providerId="LiveId" clId="{ADDC219A-1259-42D0-BAF0-2C1E4857BA88}" dt="2026-08-08T01:53:04.533" v="198" actId="1076"/>
          <ac:cxnSpMkLst>
            <pc:docMk/>
            <pc:sldMk cId="442327232" sldId="257"/>
            <ac:cxnSpMk id="9" creationId="{19C16FB2-79B8-8741-4E5D-573CF5DCCAF2}"/>
          </ac:cxnSpMkLst>
        </pc:cxnChg>
        <pc:cxnChg chg="add mod">
          <ac:chgData name="vasanth kumar" userId="81af875725a2a030" providerId="LiveId" clId="{ADDC219A-1259-42D0-BAF0-2C1E4857BA88}" dt="2026-08-08T01:53:04.533" v="198" actId="1076"/>
          <ac:cxnSpMkLst>
            <pc:docMk/>
            <pc:sldMk cId="442327232" sldId="257"/>
            <ac:cxnSpMk id="11" creationId="{11185048-2C3F-9161-69E2-BE0E000F71F6}"/>
          </ac:cxnSpMkLst>
        </pc:cxnChg>
        <pc:cxnChg chg="add mod">
          <ac:chgData name="vasanth kumar" userId="81af875725a2a030" providerId="LiveId" clId="{ADDC219A-1259-42D0-BAF0-2C1E4857BA88}" dt="2026-08-08T01:53:04.533" v="198" actId="1076"/>
          <ac:cxnSpMkLst>
            <pc:docMk/>
            <pc:sldMk cId="442327232" sldId="257"/>
            <ac:cxnSpMk id="15" creationId="{17C1DE86-396E-1EBB-F647-5551A2F44C5F}"/>
          </ac:cxnSpMkLst>
        </pc:cxnChg>
        <pc:cxnChg chg="add mod">
          <ac:chgData name="vasanth kumar" userId="81af875725a2a030" providerId="LiveId" clId="{ADDC219A-1259-42D0-BAF0-2C1E4857BA88}" dt="2026-08-08T01:53:04.533" v="198" actId="1076"/>
          <ac:cxnSpMkLst>
            <pc:docMk/>
            <pc:sldMk cId="442327232" sldId="257"/>
            <ac:cxnSpMk id="18" creationId="{57A9B247-856A-8535-15D8-9EF49410D03F}"/>
          </ac:cxnSpMkLst>
        </pc:cxnChg>
        <pc:cxnChg chg="add mod">
          <ac:chgData name="vasanth kumar" userId="81af875725a2a030" providerId="LiveId" clId="{ADDC219A-1259-42D0-BAF0-2C1E4857BA88}" dt="2026-08-08T01:53:46.951" v="203" actId="14100"/>
          <ac:cxnSpMkLst>
            <pc:docMk/>
            <pc:sldMk cId="442327232" sldId="257"/>
            <ac:cxnSpMk id="27" creationId="{8922C815-4AD1-FC51-FA0E-5EE6BD9F029A}"/>
          </ac:cxnSpMkLst>
        </pc:cxnChg>
        <pc:cxnChg chg="add mod">
          <ac:chgData name="vasanth kumar" userId="81af875725a2a030" providerId="LiveId" clId="{ADDC219A-1259-42D0-BAF0-2C1E4857BA88}" dt="2026-08-08T01:53:04.533" v="198" actId="1076"/>
          <ac:cxnSpMkLst>
            <pc:docMk/>
            <pc:sldMk cId="442327232" sldId="257"/>
            <ac:cxnSpMk id="36" creationId="{7C4DE3A0-F083-4219-C541-123F57FCBC06}"/>
          </ac:cxnSpMkLst>
        </pc:cxnChg>
        <pc:cxnChg chg="add mod">
          <ac:chgData name="vasanth kumar" userId="81af875725a2a030" providerId="LiveId" clId="{ADDC219A-1259-42D0-BAF0-2C1E4857BA88}" dt="2026-08-08T01:53:04.533" v="198" actId="1076"/>
          <ac:cxnSpMkLst>
            <pc:docMk/>
            <pc:sldMk cId="442327232" sldId="257"/>
            <ac:cxnSpMk id="40" creationId="{920E7645-22C9-459D-FE8D-E15661E66C11}"/>
          </ac:cxnSpMkLst>
        </pc:cxnChg>
        <pc:cxnChg chg="add mod">
          <ac:chgData name="vasanth kumar" userId="81af875725a2a030" providerId="LiveId" clId="{ADDC219A-1259-42D0-BAF0-2C1E4857BA88}" dt="2026-08-08T01:58:33.586" v="228" actId="208"/>
          <ac:cxnSpMkLst>
            <pc:docMk/>
            <pc:sldMk cId="442327232" sldId="257"/>
            <ac:cxnSpMk id="57" creationId="{34814EEE-BE76-C376-C614-8DDC59E4E674}"/>
          </ac:cxnSpMkLst>
        </pc:cxnChg>
        <pc:cxnChg chg="add mod">
          <ac:chgData name="vasanth kumar" userId="81af875725a2a030" providerId="LiveId" clId="{ADDC219A-1259-42D0-BAF0-2C1E4857BA88}" dt="2026-08-08T01:54:11.426" v="209" actId="14100"/>
          <ac:cxnSpMkLst>
            <pc:docMk/>
            <pc:sldMk cId="442327232" sldId="257"/>
            <ac:cxnSpMk id="60" creationId="{7587846F-2770-078E-E4E3-A591F8B0AF56}"/>
          </ac:cxnSpMkLst>
        </pc:cxnChg>
        <pc:cxnChg chg="add mod">
          <ac:chgData name="vasanth kumar" userId="81af875725a2a030" providerId="LiveId" clId="{ADDC219A-1259-42D0-BAF0-2C1E4857BA88}" dt="2026-08-08T01:54:24.381" v="212" actId="14100"/>
          <ac:cxnSpMkLst>
            <pc:docMk/>
            <pc:sldMk cId="442327232" sldId="257"/>
            <ac:cxnSpMk id="63" creationId="{84DA0AD0-A830-79C7-B1DF-C1316D6E24B2}"/>
          </ac:cxnSpMkLst>
        </pc:cxnChg>
      </pc:sldChg>
    </pc:docChg>
  </pc:docChgLst>
  <pc:docChgLst>
    <pc:chgData name="Vasanth Kumar" userId="3489f436-c3e9-41c0-80d7-83a98f4a7d92" providerId="ADAL" clId="{D4440840-4555-4974-B93A-CE105F052BB9}"/>
    <pc:docChg chg="addSld modSld">
      <pc:chgData name="Vasanth Kumar" userId="3489f436-c3e9-41c0-80d7-83a98f4a7d92" providerId="ADAL" clId="{D4440840-4555-4974-B93A-CE105F052BB9}" dt="2026-08-11T07:08:31.800" v="364" actId="1037"/>
      <pc:docMkLst>
        <pc:docMk/>
      </pc:docMkLst>
      <pc:sldChg chg="addSp modSp mod">
        <pc:chgData name="Vasanth Kumar" userId="3489f436-c3e9-41c0-80d7-83a98f4a7d92" providerId="ADAL" clId="{D4440840-4555-4974-B93A-CE105F052BB9}" dt="2026-08-11T06:56:04.747" v="37" actId="14100"/>
        <pc:sldMkLst>
          <pc:docMk/>
          <pc:sldMk cId="442327232" sldId="257"/>
        </pc:sldMkLst>
        <pc:spChg chg="mod">
          <ac:chgData name="Vasanth Kumar" userId="3489f436-c3e9-41c0-80d7-83a98f4a7d92" providerId="ADAL" clId="{D4440840-4555-4974-B93A-CE105F052BB9}" dt="2026-08-11T06:55:48.386" v="33" actId="1076"/>
          <ac:spMkLst>
            <pc:docMk/>
            <pc:sldMk cId="442327232" sldId="257"/>
            <ac:spMk id="7" creationId="{317F96D1-FCFF-71F2-2B79-46B25F8F59E9}"/>
          </ac:spMkLst>
        </pc:spChg>
        <pc:spChg chg="add mod">
          <ac:chgData name="Vasanth Kumar" userId="3489f436-c3e9-41c0-80d7-83a98f4a7d92" providerId="ADAL" clId="{D4440840-4555-4974-B93A-CE105F052BB9}" dt="2026-08-11T06:55:53.706" v="34" actId="1076"/>
          <ac:spMkLst>
            <pc:docMk/>
            <pc:sldMk cId="442327232" sldId="257"/>
            <ac:spMk id="8" creationId="{5C866E3A-AD2F-ABA6-52F1-0C3ABD2D03DB}"/>
          </ac:spMkLst>
        </pc:spChg>
        <pc:cxnChg chg="add mod">
          <ac:chgData name="Vasanth Kumar" userId="3489f436-c3e9-41c0-80d7-83a98f4a7d92" providerId="ADAL" clId="{D4440840-4555-4974-B93A-CE105F052BB9}" dt="2026-08-11T06:55:53.706" v="34" actId="1076"/>
          <ac:cxnSpMkLst>
            <pc:docMk/>
            <pc:sldMk cId="442327232" sldId="257"/>
            <ac:cxnSpMk id="10" creationId="{CE6D113B-E51B-499C-4CF9-3C67F35663D5}"/>
          </ac:cxnSpMkLst>
        </pc:cxnChg>
        <pc:cxnChg chg="mod">
          <ac:chgData name="Vasanth Kumar" userId="3489f436-c3e9-41c0-80d7-83a98f4a7d92" providerId="ADAL" clId="{D4440840-4555-4974-B93A-CE105F052BB9}" dt="2026-08-11T06:55:48.386" v="33" actId="1076"/>
          <ac:cxnSpMkLst>
            <pc:docMk/>
            <pc:sldMk cId="442327232" sldId="257"/>
            <ac:cxnSpMk id="11" creationId="{11185048-2C3F-9161-69E2-BE0E000F71F6}"/>
          </ac:cxnSpMkLst>
        </pc:cxnChg>
        <pc:cxnChg chg="mod">
          <ac:chgData name="Vasanth Kumar" userId="3489f436-c3e9-41c0-80d7-83a98f4a7d92" providerId="ADAL" clId="{D4440840-4555-4974-B93A-CE105F052BB9}" dt="2026-08-11T06:55:48.386" v="33" actId="1076"/>
          <ac:cxnSpMkLst>
            <pc:docMk/>
            <pc:sldMk cId="442327232" sldId="257"/>
            <ac:cxnSpMk id="18" creationId="{57A9B247-856A-8535-15D8-9EF49410D03F}"/>
          </ac:cxnSpMkLst>
        </pc:cxnChg>
        <pc:cxnChg chg="add mod">
          <ac:chgData name="Vasanth Kumar" userId="3489f436-c3e9-41c0-80d7-83a98f4a7d92" providerId="ADAL" clId="{D4440840-4555-4974-B93A-CE105F052BB9}" dt="2026-08-11T06:56:04.747" v="37" actId="14100"/>
          <ac:cxnSpMkLst>
            <pc:docMk/>
            <pc:sldMk cId="442327232" sldId="257"/>
            <ac:cxnSpMk id="25" creationId="{07E62AB7-3895-4B87-9764-3D78B31D6A68}"/>
          </ac:cxnSpMkLst>
        </pc:cxnChg>
      </pc:sldChg>
      <pc:sldChg chg="addSp modSp new mod">
        <pc:chgData name="Vasanth Kumar" userId="3489f436-c3e9-41c0-80d7-83a98f4a7d92" providerId="ADAL" clId="{D4440840-4555-4974-B93A-CE105F052BB9}" dt="2026-08-11T07:08:31.800" v="364" actId="1037"/>
        <pc:sldMkLst>
          <pc:docMk/>
          <pc:sldMk cId="3743157601" sldId="258"/>
        </pc:sldMkLst>
        <pc:spChg chg="add mod">
          <ac:chgData name="Vasanth Kumar" userId="3489f436-c3e9-41c0-80d7-83a98f4a7d92" providerId="ADAL" clId="{D4440840-4555-4974-B93A-CE105F052BB9}" dt="2026-08-11T07:06:02.379" v="111" actId="1076"/>
          <ac:spMkLst>
            <pc:docMk/>
            <pc:sldMk cId="3743157601" sldId="258"/>
            <ac:spMk id="2" creationId="{5D7DDFB6-94A5-CBE2-B1B0-662B5D0EC71F}"/>
          </ac:spMkLst>
        </pc:spChg>
        <pc:spChg chg="add mod">
          <ac:chgData name="Vasanth Kumar" userId="3489f436-c3e9-41c0-80d7-83a98f4a7d92" providerId="ADAL" clId="{D4440840-4555-4974-B93A-CE105F052BB9}" dt="2026-08-11T07:05:59.656" v="110" actId="1076"/>
          <ac:spMkLst>
            <pc:docMk/>
            <pc:sldMk cId="3743157601" sldId="258"/>
            <ac:spMk id="3" creationId="{558C27AA-FAF0-5371-2045-DB204F27DCC6}"/>
          </ac:spMkLst>
        </pc:spChg>
        <pc:spChg chg="add mod">
          <ac:chgData name="Vasanth Kumar" userId="3489f436-c3e9-41c0-80d7-83a98f4a7d92" providerId="ADAL" clId="{D4440840-4555-4974-B93A-CE105F052BB9}" dt="2026-08-11T07:05:00.174" v="101" actId="1076"/>
          <ac:spMkLst>
            <pc:docMk/>
            <pc:sldMk cId="3743157601" sldId="258"/>
            <ac:spMk id="4" creationId="{A794000E-A165-695B-F226-720DC2A652D3}"/>
          </ac:spMkLst>
        </pc:spChg>
        <pc:spChg chg="add mod">
          <ac:chgData name="Vasanth Kumar" userId="3489f436-c3e9-41c0-80d7-83a98f4a7d92" providerId="ADAL" clId="{D4440840-4555-4974-B93A-CE105F052BB9}" dt="2026-08-11T07:05:56.815" v="109" actId="1076"/>
          <ac:spMkLst>
            <pc:docMk/>
            <pc:sldMk cId="3743157601" sldId="258"/>
            <ac:spMk id="5" creationId="{537E69FF-CD58-1BB2-43C9-5BB95AE44689}"/>
          </ac:spMkLst>
        </pc:spChg>
        <pc:spChg chg="add mod">
          <ac:chgData name="Vasanth Kumar" userId="3489f436-c3e9-41c0-80d7-83a98f4a7d92" providerId="ADAL" clId="{D4440840-4555-4974-B93A-CE105F052BB9}" dt="2026-08-11T07:07:10.063" v="221" actId="1036"/>
          <ac:spMkLst>
            <pc:docMk/>
            <pc:sldMk cId="3743157601" sldId="258"/>
            <ac:spMk id="20" creationId="{CD85FA12-36E0-7AD5-4BD4-F51E58FFC6E1}"/>
          </ac:spMkLst>
        </pc:spChg>
        <pc:spChg chg="add mod">
          <ac:chgData name="Vasanth Kumar" userId="3489f436-c3e9-41c0-80d7-83a98f4a7d92" providerId="ADAL" clId="{D4440840-4555-4974-B93A-CE105F052BB9}" dt="2026-08-11T07:08:31.800" v="364" actId="1037"/>
          <ac:spMkLst>
            <pc:docMk/>
            <pc:sldMk cId="3743157601" sldId="258"/>
            <ac:spMk id="21" creationId="{AB807D75-8460-6E53-F0B9-A2159A5843BD}"/>
          </ac:spMkLst>
        </pc:spChg>
        <pc:spChg chg="add mod">
          <ac:chgData name="Vasanth Kumar" userId="3489f436-c3e9-41c0-80d7-83a98f4a7d92" providerId="ADAL" clId="{D4440840-4555-4974-B93A-CE105F052BB9}" dt="2026-08-11T07:08:26.288" v="355" actId="122"/>
          <ac:spMkLst>
            <pc:docMk/>
            <pc:sldMk cId="3743157601" sldId="258"/>
            <ac:spMk id="22" creationId="{DF2D6616-49B3-79AF-9F3E-E41B3F558954}"/>
          </ac:spMkLst>
        </pc:spChg>
        <pc:cxnChg chg="add mod">
          <ac:chgData name="Vasanth Kumar" userId="3489f436-c3e9-41c0-80d7-83a98f4a7d92" providerId="ADAL" clId="{D4440840-4555-4974-B93A-CE105F052BB9}" dt="2026-08-11T07:06:02.379" v="111" actId="1076"/>
          <ac:cxnSpMkLst>
            <pc:docMk/>
            <pc:sldMk cId="3743157601" sldId="258"/>
            <ac:cxnSpMk id="6" creationId="{C1CF8FB9-D54C-5AA8-91EE-43FA4B68C2BE}"/>
          </ac:cxnSpMkLst>
        </pc:cxnChg>
        <pc:cxnChg chg="add mod">
          <ac:chgData name="Vasanth Kumar" userId="3489f436-c3e9-41c0-80d7-83a98f4a7d92" providerId="ADAL" clId="{D4440840-4555-4974-B93A-CE105F052BB9}" dt="2026-08-11T07:05:59.656" v="110" actId="1076"/>
          <ac:cxnSpMkLst>
            <pc:docMk/>
            <pc:sldMk cId="3743157601" sldId="258"/>
            <ac:cxnSpMk id="10" creationId="{790640C6-7B1F-1810-74E5-4733080A778A}"/>
          </ac:cxnSpMkLst>
        </pc:cxnChg>
        <pc:cxnChg chg="add mod">
          <ac:chgData name="Vasanth Kumar" userId="3489f436-c3e9-41c0-80d7-83a98f4a7d92" providerId="ADAL" clId="{D4440840-4555-4974-B93A-CE105F052BB9}" dt="2026-08-11T07:05:56.815" v="109" actId="1076"/>
          <ac:cxnSpMkLst>
            <pc:docMk/>
            <pc:sldMk cId="3743157601" sldId="258"/>
            <ac:cxnSpMk id="13" creationId="{7B3E5C37-0342-82B6-45AA-4F68AC07D85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E948-BDA3-33D2-A4C3-7A6F7CCCA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51DF8-C70D-34D8-7F60-9988B38E3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BEBB-756D-5B9E-20FD-1AE01AE9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4521A-0AA0-2856-512F-103490DC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DAD47-B476-EDB8-7A85-9E2896B8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62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CCC8-CCEF-F874-9C8F-C5E7FF3B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EFBE8-9C1B-DF2B-AFED-2CCED8203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8F5D8-6486-5034-E3AE-77D8E18C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454AE-3FCB-6613-0F02-4CCE575AA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D6359-0140-60C5-0E36-477D8981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154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0D09B-FEDA-6BD3-5305-890D738C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0965F-1A36-EC84-B1A0-012F24417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8B991-C905-CF93-0E25-32276A2C6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FF0EB-D8E9-E176-C67B-C082489AC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C9C1C-1325-A385-EDC2-06AB29BB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00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E885-DABD-89BD-087B-DC98DCEB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52432-7E28-ADA8-A472-09B87D383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D9153-0BE8-C59D-B397-675408F6F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0A7C8-45E3-D88C-77FE-B6EBE54D6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EA751-3B97-94C7-C8DC-55853152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705D8-EF30-5D81-8E22-C83AE18A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512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DECFE-598B-24F5-5ECF-9668F7660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12F09-C91C-5BF2-C55E-B2FD51F24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B3204-23BE-362D-4DA1-5D06ADCB8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B04F3D-0D46-F520-9D06-C4AE78A7A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F21E8-8DBC-CE0A-1FF7-7727C3B1E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C7293-B516-AAB8-709D-1BA4FCE19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5B2405-C2D8-8933-D2CA-FAB57797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66667A-0542-AB0B-3C5C-3895ADF5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32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7119A-88CF-C0D2-D03C-A203265CC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CCDD98-D302-5D22-0223-9A3E259C4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D586E-00C7-7A81-B139-1FACC499E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C0306-50FF-1D7C-0152-254C3691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78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98C3C-F7B5-BCEA-FD00-14966F97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990325-1A79-EBC6-D367-A6B8C8E7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8E799-EC05-0FAF-3588-E600FFE0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17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9BD1-D457-92CA-AC56-17D120C0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E5057-24EE-D4D8-1688-995880EC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95238-8B23-01D3-58FB-8D6B69462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EA50B-DCE6-2806-7F88-031AD786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A7870-985A-26BD-864F-F0C6670BC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F331E-9B3C-C0E5-8D4A-F8DA2C8A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48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B8DB3-03D5-A27B-D2E7-CE54BAD8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3BD3F-E60F-A708-38F4-292DFCF1F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F9E1E-224F-992E-A30F-609B30153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44374-A00B-005B-7B96-9938A21D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2636A-845C-4FE2-B111-617C90B4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48D7E-7842-5F71-B584-15055997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40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A8D2-A498-E3AB-88CE-E6714EAF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C58E9B-2582-54A2-B2F9-454845E9D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34C4A-313F-C6AD-2015-1423A5BB3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049AE-C52F-E956-596F-5E2283AA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AD70E-66A4-23DB-C218-A6080C75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53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B2D43-A439-0FCA-F172-850F290826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FB65B-1643-B566-F522-30B426ECA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36218-CE72-20C0-E6BF-098CA822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D064C-12DF-B63C-992E-D06F29CE3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C155-64CD-C2F4-8F25-1B753E1A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64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CEEED-9A12-B275-6C11-78694A9B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4E67C-CA89-28B2-A640-C95220A85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51A3F-ED4E-2DCD-C160-B6F1EF4D9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2FB37-5E40-40F8-9F29-FDDD84D9B0B9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7E59A-A4D1-2819-9B0D-AFBB124C9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8E5F0-916E-C06E-0505-B909FE3E6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CED85-6277-49F2-81CE-011D7C726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69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0935-C100-59F2-0043-D86341F3C4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5AB69-83CD-8589-C361-6E80885BE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9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7DDFB6-94A5-CBE2-B1B0-662B5D0EC71F}"/>
              </a:ext>
            </a:extLst>
          </p:cNvPr>
          <p:cNvSpPr txBox="1"/>
          <p:nvPr/>
        </p:nvSpPr>
        <p:spPr>
          <a:xfrm>
            <a:off x="650503" y="1137144"/>
            <a:ext cx="138113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 BI Service (Prod Env)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C27AA-FAF0-5371-2045-DB204F27DCC6}"/>
              </a:ext>
            </a:extLst>
          </p:cNvPr>
          <p:cNvSpPr txBox="1"/>
          <p:nvPr/>
        </p:nvSpPr>
        <p:spPr>
          <a:xfrm>
            <a:off x="3945289" y="1138198"/>
            <a:ext cx="138113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Azure DevOps (Prod Env)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4000E-A165-695B-F226-720DC2A652D3}"/>
              </a:ext>
            </a:extLst>
          </p:cNvPr>
          <p:cNvSpPr txBox="1"/>
          <p:nvPr/>
        </p:nvSpPr>
        <p:spPr>
          <a:xfrm>
            <a:off x="6882517" y="1415197"/>
            <a:ext cx="138113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VS Code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E69FF-CD58-1BB2-43C9-5BB95AE44689}"/>
              </a:ext>
            </a:extLst>
          </p:cNvPr>
          <p:cNvSpPr txBox="1"/>
          <p:nvPr/>
        </p:nvSpPr>
        <p:spPr>
          <a:xfrm>
            <a:off x="9469797" y="1138198"/>
            <a:ext cx="138113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Local Repository Folder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CF8FB9-D54C-5AA8-91EE-43FA4B68C2BE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031636" y="1598809"/>
            <a:ext cx="1913653" cy="10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0640C6-7B1F-1810-74E5-4733080A778A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5326422" y="1599863"/>
            <a:ext cx="155609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3E5C37-0342-82B6-45AA-4F68AC07D85E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8263650" y="1599863"/>
            <a:ext cx="120614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D85FA12-36E0-7AD5-4BD4-F51E58FFC6E1}"/>
              </a:ext>
            </a:extLst>
          </p:cNvPr>
          <p:cNvSpPr txBox="1"/>
          <p:nvPr/>
        </p:nvSpPr>
        <p:spPr>
          <a:xfrm>
            <a:off x="2218542" y="1310267"/>
            <a:ext cx="1394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Git Integration</a:t>
            </a:r>
          </a:p>
          <a:p>
            <a:r>
              <a:rPr lang="en-US" sz="1600" dirty="0"/>
              <a:t> in power BI</a:t>
            </a:r>
            <a:endParaRPr lang="en-IN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807D75-8460-6E53-F0B9-A2159A5843BD}"/>
              </a:ext>
            </a:extLst>
          </p:cNvPr>
          <p:cNvSpPr txBox="1"/>
          <p:nvPr/>
        </p:nvSpPr>
        <p:spPr>
          <a:xfrm>
            <a:off x="5593824" y="1267797"/>
            <a:ext cx="1062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First Clone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2D6616-49B3-79AF-9F3E-E41B3F558954}"/>
              </a:ext>
            </a:extLst>
          </p:cNvPr>
          <p:cNvSpPr txBox="1"/>
          <p:nvPr/>
        </p:nvSpPr>
        <p:spPr>
          <a:xfrm>
            <a:off x="5521374" y="1555107"/>
            <a:ext cx="125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Next time </a:t>
            </a:r>
          </a:p>
          <a:p>
            <a:pPr algn="ctr"/>
            <a:r>
              <a:rPr lang="en-US" sz="1600" dirty="0"/>
              <a:t>onwards Pull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4315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25F2A5-39AF-28FE-0AB1-D3C8721C39F8}"/>
              </a:ext>
            </a:extLst>
          </p:cNvPr>
          <p:cNvSpPr txBox="1"/>
          <p:nvPr/>
        </p:nvSpPr>
        <p:spPr>
          <a:xfrm>
            <a:off x="135731" y="3244334"/>
            <a:ext cx="215741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Local Git Golder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341BC-91EC-1CEF-53B2-E00A322DB398}"/>
              </a:ext>
            </a:extLst>
          </p:cNvPr>
          <p:cNvSpPr txBox="1"/>
          <p:nvPr/>
        </p:nvSpPr>
        <p:spPr>
          <a:xfrm>
            <a:off x="5674518" y="3142951"/>
            <a:ext cx="215741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Git/DevOps </a:t>
            </a:r>
          </a:p>
          <a:p>
            <a:pPr algn="ctr"/>
            <a:r>
              <a:rPr lang="en-US" dirty="0" err="1"/>
              <a:t>Branch_Dev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5D092-F634-2BF7-A37D-AC7F552C5497}"/>
              </a:ext>
            </a:extLst>
          </p:cNvPr>
          <p:cNvSpPr txBox="1"/>
          <p:nvPr/>
        </p:nvSpPr>
        <p:spPr>
          <a:xfrm>
            <a:off x="10784680" y="3142951"/>
            <a:ext cx="107870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Main</a:t>
            </a:r>
          </a:p>
          <a:p>
            <a:pPr algn="ctr"/>
            <a:r>
              <a:rPr lang="en-US" dirty="0"/>
              <a:t>Branch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FFD46-36C0-7F48-24F9-EB051ADA83BE}"/>
              </a:ext>
            </a:extLst>
          </p:cNvPr>
          <p:cNvSpPr txBox="1"/>
          <p:nvPr/>
        </p:nvSpPr>
        <p:spPr>
          <a:xfrm>
            <a:off x="10648942" y="4410372"/>
            <a:ext cx="138113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 BI Service (Prod Env)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B0A9A-114A-ED6D-83E9-0F0DDEB2FD04}"/>
              </a:ext>
            </a:extLst>
          </p:cNvPr>
          <p:cNvSpPr txBox="1"/>
          <p:nvPr/>
        </p:nvSpPr>
        <p:spPr>
          <a:xfrm>
            <a:off x="2907504" y="2658249"/>
            <a:ext cx="215741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VS Code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F96D1-FCFF-71F2-2B79-46B25F8F59E9}"/>
              </a:ext>
            </a:extLst>
          </p:cNvPr>
          <p:cNvSpPr txBox="1"/>
          <p:nvPr/>
        </p:nvSpPr>
        <p:spPr>
          <a:xfrm>
            <a:off x="2909885" y="3285498"/>
            <a:ext cx="215741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Github</a:t>
            </a:r>
            <a:r>
              <a:rPr lang="en-US" dirty="0"/>
              <a:t> Desktop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C16FB2-79B8-8741-4E5D-573CF5DCCAF2}"/>
              </a:ext>
            </a:extLst>
          </p:cNvPr>
          <p:cNvCxnSpPr>
            <a:cxnSpLocks/>
          </p:cNvCxnSpPr>
          <p:nvPr/>
        </p:nvCxnSpPr>
        <p:spPr>
          <a:xfrm flipV="1">
            <a:off x="2293144" y="2842915"/>
            <a:ext cx="614360" cy="5860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185048-2C3F-9161-69E2-BE0E000F71F6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2293144" y="3429000"/>
            <a:ext cx="616741" cy="411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C1DE86-396E-1EBB-F647-5551A2F44C5F}"/>
              </a:ext>
            </a:extLst>
          </p:cNvPr>
          <p:cNvCxnSpPr>
            <a:cxnSpLocks/>
          </p:cNvCxnSpPr>
          <p:nvPr/>
        </p:nvCxnSpPr>
        <p:spPr>
          <a:xfrm>
            <a:off x="5064917" y="2842915"/>
            <a:ext cx="609601" cy="623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A9B247-856A-8535-15D8-9EF49410D03F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 flipV="1">
            <a:off x="5067298" y="3466117"/>
            <a:ext cx="607220" cy="40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922C815-4AD1-FC51-FA0E-5EE6BD9F02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1324034" y="3789282"/>
            <a:ext cx="15475" cy="6210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3ABC3D8-4E2D-58AA-92C3-04EDE3D9FD56}"/>
              </a:ext>
            </a:extLst>
          </p:cNvPr>
          <p:cNvSpPr txBox="1"/>
          <p:nvPr/>
        </p:nvSpPr>
        <p:spPr>
          <a:xfrm>
            <a:off x="135730" y="4548872"/>
            <a:ext cx="215741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 BI Desktop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180C68-8FF6-6EE1-62B7-9874EA8C80BF}"/>
              </a:ext>
            </a:extLst>
          </p:cNvPr>
          <p:cNvSpPr txBox="1"/>
          <p:nvPr/>
        </p:nvSpPr>
        <p:spPr>
          <a:xfrm>
            <a:off x="5674516" y="4504164"/>
            <a:ext cx="215741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 BI Service (Dev Env)</a:t>
            </a:r>
            <a:endParaRPr lang="en-IN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C4DE3A0-F083-4219-C541-123F57FCBC06}"/>
              </a:ext>
            </a:extLst>
          </p:cNvPr>
          <p:cNvCxnSpPr>
            <a:cxnSpLocks/>
          </p:cNvCxnSpPr>
          <p:nvPr/>
        </p:nvCxnSpPr>
        <p:spPr>
          <a:xfrm flipV="1">
            <a:off x="1214437" y="3613666"/>
            <a:ext cx="1" cy="9352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20E7645-22C9-459D-FE8D-E15661E66C11}"/>
              </a:ext>
            </a:extLst>
          </p:cNvPr>
          <p:cNvCxnSpPr>
            <a:cxnSpLocks/>
          </p:cNvCxnSpPr>
          <p:nvPr/>
        </p:nvCxnSpPr>
        <p:spPr>
          <a:xfrm flipH="1">
            <a:off x="6753223" y="3789282"/>
            <a:ext cx="2" cy="7148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24DF5A7-A517-D810-E355-BA6CCE01FBFD}"/>
              </a:ext>
            </a:extLst>
          </p:cNvPr>
          <p:cNvSpPr txBox="1"/>
          <p:nvPr/>
        </p:nvSpPr>
        <p:spPr>
          <a:xfrm>
            <a:off x="8161731" y="3142951"/>
            <a:ext cx="215741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Git/DevOps </a:t>
            </a:r>
          </a:p>
          <a:p>
            <a:pPr algn="ctr"/>
            <a:r>
              <a:rPr lang="en-US" dirty="0" err="1"/>
              <a:t>Branch_UAT</a:t>
            </a:r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F62234-7D1B-13EF-F0F2-637B836DB880}"/>
              </a:ext>
            </a:extLst>
          </p:cNvPr>
          <p:cNvSpPr txBox="1"/>
          <p:nvPr/>
        </p:nvSpPr>
        <p:spPr>
          <a:xfrm>
            <a:off x="8161729" y="4504164"/>
            <a:ext cx="215741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 BI Service (UAT Env)</a:t>
            </a:r>
            <a:endParaRPr lang="en-IN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4814EEE-BE76-C376-C614-8DDC59E4E674}"/>
              </a:ext>
            </a:extLst>
          </p:cNvPr>
          <p:cNvCxnSpPr>
            <a:cxnSpLocks/>
            <a:stCxn id="3" idx="3"/>
            <a:endCxn id="52" idx="1"/>
          </p:cNvCxnSpPr>
          <p:nvPr/>
        </p:nvCxnSpPr>
        <p:spPr>
          <a:xfrm>
            <a:off x="7831931" y="3466117"/>
            <a:ext cx="3298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587846F-2770-078E-E4E3-A591F8B0AF56}"/>
              </a:ext>
            </a:extLst>
          </p:cNvPr>
          <p:cNvCxnSpPr>
            <a:cxnSpLocks/>
            <a:stCxn id="52" idx="3"/>
            <a:endCxn id="4" idx="1"/>
          </p:cNvCxnSpPr>
          <p:nvPr/>
        </p:nvCxnSpPr>
        <p:spPr>
          <a:xfrm>
            <a:off x="10319144" y="3466117"/>
            <a:ext cx="4655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4DA0AD0-A830-79C7-B1DF-C1316D6E24B2}"/>
              </a:ext>
            </a:extLst>
          </p:cNvPr>
          <p:cNvCxnSpPr>
            <a:cxnSpLocks/>
            <a:stCxn id="52" idx="2"/>
            <a:endCxn id="53" idx="0"/>
          </p:cNvCxnSpPr>
          <p:nvPr/>
        </p:nvCxnSpPr>
        <p:spPr>
          <a:xfrm flipH="1">
            <a:off x="9240436" y="3789282"/>
            <a:ext cx="2" cy="7148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rc 66">
            <a:extLst>
              <a:ext uri="{FF2B5EF4-FFF2-40B4-BE49-F238E27FC236}">
                <a16:creationId xmlns:a16="http://schemas.microsoft.com/office/drawing/2014/main" id="{FC3528C1-41D0-0CA2-08C5-B972A7E44DC6}"/>
              </a:ext>
            </a:extLst>
          </p:cNvPr>
          <p:cNvSpPr/>
          <p:nvPr/>
        </p:nvSpPr>
        <p:spPr>
          <a:xfrm rot="15965150">
            <a:off x="8354437" y="2065756"/>
            <a:ext cx="1500187" cy="224848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D69786-C861-E536-7008-E2E572EC952D}"/>
              </a:ext>
            </a:extLst>
          </p:cNvPr>
          <p:cNvSpPr txBox="1"/>
          <p:nvPr/>
        </p:nvSpPr>
        <p:spPr>
          <a:xfrm>
            <a:off x="8818770" y="1836256"/>
            <a:ext cx="13178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DevOps </a:t>
            </a:r>
          </a:p>
          <a:p>
            <a:pPr algn="ctr"/>
            <a:r>
              <a:rPr lang="en-US" dirty="0"/>
              <a:t>deployment</a:t>
            </a:r>
          </a:p>
          <a:p>
            <a:pPr algn="ctr"/>
            <a:r>
              <a:rPr lang="en-US" dirty="0"/>
              <a:t>pipeline</a:t>
            </a:r>
            <a:endParaRPr lang="en-IN" dirty="0"/>
          </a:p>
        </p:txBody>
      </p:sp>
      <p:sp>
        <p:nvSpPr>
          <p:cNvPr id="69" name="Arc 68">
            <a:extLst>
              <a:ext uri="{FF2B5EF4-FFF2-40B4-BE49-F238E27FC236}">
                <a16:creationId xmlns:a16="http://schemas.microsoft.com/office/drawing/2014/main" id="{E357C579-13C8-03B8-34C7-78C21B826BAB}"/>
              </a:ext>
            </a:extLst>
          </p:cNvPr>
          <p:cNvSpPr/>
          <p:nvPr/>
        </p:nvSpPr>
        <p:spPr>
          <a:xfrm rot="15965150" flipV="1">
            <a:off x="9154152" y="2732304"/>
            <a:ext cx="1726344" cy="1260187"/>
          </a:xfrm>
          <a:prstGeom prst="arc">
            <a:avLst>
              <a:gd name="adj1" fmla="val 16200000"/>
              <a:gd name="adj2" fmla="val 215983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66E3A-AD2F-ABA6-52F1-0C3ABD2D03DB}"/>
              </a:ext>
            </a:extLst>
          </p:cNvPr>
          <p:cNvSpPr txBox="1"/>
          <p:nvPr/>
        </p:nvSpPr>
        <p:spPr>
          <a:xfrm>
            <a:off x="2901774" y="3962057"/>
            <a:ext cx="215741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Command prompt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6D113B-E51B-499C-4CF9-3C67F35663D5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2293144" y="3429000"/>
            <a:ext cx="608630" cy="7177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7E62AB7-3895-4B87-9764-3D78B31D6A68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 flipV="1">
            <a:off x="5059187" y="3466117"/>
            <a:ext cx="615331" cy="6806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327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b5d643d-5daa-4182-b4ec-05c4e602cf56}" enabled="1" method="Privileged" siteId="{50f40674-931c-4d09-ae8a-bb8fde36b91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80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vasanth kumar</dc:creator>
  <cp:lastModifiedBy>Vasanth Kumar</cp:lastModifiedBy>
  <cp:revision>1</cp:revision>
  <dcterms:created xsi:type="dcterms:W3CDTF">2026-08-08T01:38:02Z</dcterms:created>
  <dcterms:modified xsi:type="dcterms:W3CDTF">2026-08-11T07:08:41Z</dcterms:modified>
</cp:coreProperties>
</file>