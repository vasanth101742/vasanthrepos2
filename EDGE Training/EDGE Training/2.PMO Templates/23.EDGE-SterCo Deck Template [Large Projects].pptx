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  <p:sldMasterId id="2147483686" r:id="rId5"/>
    <p:sldMasterId id="2147483691" r:id="rId6"/>
    <p:sldMasterId id="2147483696" r:id="rId7"/>
    <p:sldMasterId id="2147483717" r:id="rId8"/>
    <p:sldMasterId id="2147483719" r:id="rId9"/>
    <p:sldMasterId id="2147483725" r:id="rId10"/>
  </p:sldMasterIdLst>
  <p:notesMasterIdLst>
    <p:notesMasterId r:id="rId32"/>
  </p:notesMasterIdLst>
  <p:sldIdLst>
    <p:sldId id="266" r:id="rId11"/>
    <p:sldId id="258" r:id="rId12"/>
    <p:sldId id="265" r:id="rId13"/>
    <p:sldId id="278" r:id="rId14"/>
    <p:sldId id="279" r:id="rId15"/>
    <p:sldId id="280" r:id="rId16"/>
    <p:sldId id="271" r:id="rId17"/>
    <p:sldId id="262" r:id="rId18"/>
    <p:sldId id="272" r:id="rId19"/>
    <p:sldId id="261" r:id="rId20"/>
    <p:sldId id="263" r:id="rId21"/>
    <p:sldId id="274" r:id="rId22"/>
    <p:sldId id="270" r:id="rId23"/>
    <p:sldId id="269" r:id="rId24"/>
    <p:sldId id="256" r:id="rId25"/>
    <p:sldId id="276" r:id="rId26"/>
    <p:sldId id="275" r:id="rId27"/>
    <p:sldId id="264" r:id="rId28"/>
    <p:sldId id="257" r:id="rId29"/>
    <p:sldId id="267" r:id="rId30"/>
    <p:sldId id="27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280AA3-8255-4CA2-8CC8-8CC2A5107B94}">
          <p14:sldIdLst>
            <p14:sldId id="266"/>
            <p14:sldId id="258"/>
            <p14:sldId id="265"/>
            <p14:sldId id="278"/>
            <p14:sldId id="279"/>
            <p14:sldId id="280"/>
            <p14:sldId id="271"/>
            <p14:sldId id="262"/>
            <p14:sldId id="272"/>
            <p14:sldId id="261"/>
            <p14:sldId id="263"/>
          </p14:sldIdLst>
        </p14:section>
        <p14:section name="Annexure Templates" id="{9D721306-E916-4BBC-A733-69F75D48516F}">
          <p14:sldIdLst>
            <p14:sldId id="274"/>
            <p14:sldId id="270"/>
            <p14:sldId id="269"/>
            <p14:sldId id="256"/>
            <p14:sldId id="276"/>
            <p14:sldId id="275"/>
            <p14:sldId id="264"/>
            <p14:sldId id="257"/>
            <p14:sldId id="267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79598A-BF91-29CA-94A5-253600D800BA}" name="Kushwah, Vishal" initials="VK" userId="S::vikushwah@deloitte.com::cbea38c9-54f1-4eb3-a9ca-03316413c38c" providerId="AD"/>
  <p188:author id="{55CC77C2-D289-FD46-790A-BD18C9FFBBFC}" name="Khanna, Rohit" initials="RK" userId="S::rohitkhanna@deloitte.com::a153ac75-6a41-4cb2-b28f-239dfb0bc9df" providerId="AD"/>
  <p188:author id="{750D36EE-C2C6-2435-8D41-10FB64FC6F24}" name="Rita Mitakanti" initials="RM" userId="S::rita.mitakanti@elgi.com::b6255a52-b442-452b-b2d9-b0094620a7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3326"/>
    <a:srgbClr val="D9D9D9"/>
    <a:srgbClr val="FFD1D1"/>
    <a:srgbClr val="F9F9F9"/>
    <a:srgbClr val="F7F7F7"/>
    <a:srgbClr val="FFF3F3"/>
    <a:srgbClr val="FFF0F0"/>
    <a:srgbClr val="FFCBBD"/>
    <a:srgbClr val="FF0000"/>
    <a:srgbClr val="E84C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F4878-E121-49F1-80BB-8442092C5F6A}" v="4" dt="2025-12-17T09:46:15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97" autoAdjust="0"/>
    <p:restoredTop sz="94118" autoAdjust="0"/>
  </p:normalViewPr>
  <p:slideViewPr>
    <p:cSldViewPr snapToGrid="0">
      <p:cViewPr varScale="1">
        <p:scale>
          <a:sx n="74" d="100"/>
          <a:sy n="74" d="100"/>
        </p:scale>
        <p:origin x="55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microsoft.com/office/2018/10/relationships/authors" Target="authors.xml"/><Relationship Id="rId21" Type="http://schemas.openxmlformats.org/officeDocument/2006/relationships/slide" Target="slides/slide11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loitte 9 (Rohit Khanna)" userId="94a6e4f1-7116-41cf-8f37-722f06fc487f" providerId="ADAL" clId="{CAF8F7DD-54BB-4943-A9BD-2A58B8AC876D}"/>
    <pc:docChg chg="undo redo custSel addSld delSld modSld sldOrd">
      <pc:chgData name="Deloitte 9 (Rohit Khanna)" userId="94a6e4f1-7116-41cf-8f37-722f06fc487f" providerId="ADAL" clId="{CAF8F7DD-54BB-4943-A9BD-2A58B8AC876D}" dt="2025-09-26T06:50:53.475" v="18596" actId="20577"/>
      <pc:docMkLst>
        <pc:docMk/>
      </pc:docMkLst>
      <pc:sldChg chg="addSp delSp modSp mod">
        <pc:chgData name="Deloitte 9 (Rohit Khanna)" userId="94a6e4f1-7116-41cf-8f37-722f06fc487f" providerId="ADAL" clId="{CAF8F7DD-54BB-4943-A9BD-2A58B8AC876D}" dt="2025-09-26T06:47:19.525" v="18434" actId="20577"/>
        <pc:sldMkLst>
          <pc:docMk/>
          <pc:sldMk cId="423632654" sldId="256"/>
        </pc:sldMkLst>
      </pc:sldChg>
      <pc:sldChg chg="addSp delSp modSp mod ord">
        <pc:chgData name="Deloitte 9 (Rohit Khanna)" userId="94a6e4f1-7116-41cf-8f37-722f06fc487f" providerId="ADAL" clId="{CAF8F7DD-54BB-4943-A9BD-2A58B8AC876D}" dt="2025-09-26T06:50:25.557" v="18571" actId="3064"/>
        <pc:sldMkLst>
          <pc:docMk/>
          <pc:sldMk cId="2503615534" sldId="257"/>
        </pc:sldMkLst>
      </pc:sldChg>
      <pc:sldChg chg="modSp add mod">
        <pc:chgData name="Deloitte 9 (Rohit Khanna)" userId="94a6e4f1-7116-41cf-8f37-722f06fc487f" providerId="ADAL" clId="{CAF8F7DD-54BB-4943-A9BD-2A58B8AC876D}" dt="2025-08-27T10:34:45.220" v="13972" actId="207"/>
        <pc:sldMkLst>
          <pc:docMk/>
          <pc:sldMk cId="1027726352" sldId="258"/>
        </pc:sldMkLst>
      </pc:sldChg>
      <pc:sldChg chg="delSp modSp add mod modNotesTx">
        <pc:chgData name="Deloitte 9 (Rohit Khanna)" userId="94a6e4f1-7116-41cf-8f37-722f06fc487f" providerId="ADAL" clId="{CAF8F7DD-54BB-4943-A9BD-2A58B8AC876D}" dt="2025-09-22T17:14:57.123" v="17940"/>
        <pc:sldMkLst>
          <pc:docMk/>
          <pc:sldMk cId="519225826" sldId="260"/>
        </pc:sldMkLst>
      </pc:sldChg>
      <pc:sldChg chg="addSp delSp modSp add mod modNotesTx">
        <pc:chgData name="Deloitte 9 (Rohit Khanna)" userId="94a6e4f1-7116-41cf-8f37-722f06fc487f" providerId="ADAL" clId="{CAF8F7DD-54BB-4943-A9BD-2A58B8AC876D}" dt="2025-09-26T06:49:44.363" v="18551" actId="20577"/>
        <pc:sldMkLst>
          <pc:docMk/>
          <pc:sldMk cId="4166994085" sldId="261"/>
        </pc:sldMkLst>
      </pc:sldChg>
      <pc:sldChg chg="addSp delSp modSp add mod ord modNotesTx">
        <pc:chgData name="Deloitte 9 (Rohit Khanna)" userId="94a6e4f1-7116-41cf-8f37-722f06fc487f" providerId="ADAL" clId="{CAF8F7DD-54BB-4943-A9BD-2A58B8AC876D}" dt="2025-09-26T06:48:41.213" v="18497" actId="20577"/>
        <pc:sldMkLst>
          <pc:docMk/>
          <pc:sldMk cId="1366630073" sldId="262"/>
        </pc:sldMkLst>
      </pc:sldChg>
      <pc:sldChg chg="addSp delSp modSp add mod ord modNotesTx">
        <pc:chgData name="Deloitte 9 (Rohit Khanna)" userId="94a6e4f1-7116-41cf-8f37-722f06fc487f" providerId="ADAL" clId="{CAF8F7DD-54BB-4943-A9BD-2A58B8AC876D}" dt="2025-09-26T06:48:18.211" v="18477" actId="20577"/>
        <pc:sldMkLst>
          <pc:docMk/>
          <pc:sldMk cId="572067969" sldId="263"/>
        </pc:sldMkLst>
      </pc:sldChg>
      <pc:sldChg chg="addSp delSp modSp add mod ord modShow modNotesTx">
        <pc:chgData name="Deloitte 9 (Rohit Khanna)" userId="94a6e4f1-7116-41cf-8f37-722f06fc487f" providerId="ADAL" clId="{CAF8F7DD-54BB-4943-A9BD-2A58B8AC876D}" dt="2025-09-26T06:49:14.208" v="18525" actId="20577"/>
        <pc:sldMkLst>
          <pc:docMk/>
          <pc:sldMk cId="2887098533" sldId="264"/>
        </pc:sldMkLst>
      </pc:sldChg>
      <pc:sldChg chg="addSp delSp modSp add mod ord">
        <pc:chgData name="Deloitte 9 (Rohit Khanna)" userId="94a6e4f1-7116-41cf-8f37-722f06fc487f" providerId="ADAL" clId="{CAF8F7DD-54BB-4943-A9BD-2A58B8AC876D}" dt="2025-09-26T06:30:41.758" v="18393" actId="20577"/>
        <pc:sldMkLst>
          <pc:docMk/>
          <pc:sldMk cId="2499037926" sldId="265"/>
        </pc:sldMkLst>
      </pc:sldChg>
      <pc:sldChg chg="addSp delSp modSp mod">
        <pc:chgData name="Deloitte 9 (Rohit Khanna)" userId="94a6e4f1-7116-41cf-8f37-722f06fc487f" providerId="ADAL" clId="{CAF8F7DD-54BB-4943-A9BD-2A58B8AC876D}" dt="2025-08-24T19:15:22.586" v="11771" actId="20577"/>
        <pc:sldMkLst>
          <pc:docMk/>
          <pc:sldMk cId="2067126015" sldId="266"/>
        </pc:sldMkLst>
      </pc:sldChg>
      <pc:sldChg chg="addSp delSp modSp add mod modNotesTx">
        <pc:chgData name="Deloitte 9 (Rohit Khanna)" userId="94a6e4f1-7116-41cf-8f37-722f06fc487f" providerId="ADAL" clId="{CAF8F7DD-54BB-4943-A9BD-2A58B8AC876D}" dt="2025-09-26T06:50:40.426" v="18585" actId="20577"/>
        <pc:sldMkLst>
          <pc:docMk/>
          <pc:sldMk cId="2391921872" sldId="267"/>
        </pc:sldMkLst>
      </pc:sldChg>
      <pc:sldChg chg="addSp delSp modSp add mod ord modShow modNotesTx">
        <pc:chgData name="Deloitte 9 (Rohit Khanna)" userId="94a6e4f1-7116-41cf-8f37-722f06fc487f" providerId="ADAL" clId="{CAF8F7DD-54BB-4943-A9BD-2A58B8AC876D}" dt="2025-09-26T06:45:29.852" v="18409" actId="20577"/>
        <pc:sldMkLst>
          <pc:docMk/>
          <pc:sldMk cId="628376810" sldId="269"/>
        </pc:sldMkLst>
      </pc:sldChg>
      <pc:sldChg chg="addSp delSp modSp add mod modNotesTx">
        <pc:chgData name="Deloitte 9 (Rohit Khanna)" userId="94a6e4f1-7116-41cf-8f37-722f06fc487f" providerId="ADAL" clId="{CAF8F7DD-54BB-4943-A9BD-2A58B8AC876D}" dt="2025-09-26T05:19:39.765" v="18354"/>
        <pc:sldMkLst>
          <pc:docMk/>
          <pc:sldMk cId="3942235768" sldId="270"/>
        </pc:sldMkLst>
      </pc:sldChg>
      <pc:sldChg chg="addSp delSp modSp add mod modNotesTx">
        <pc:chgData name="Deloitte 9 (Rohit Khanna)" userId="94a6e4f1-7116-41cf-8f37-722f06fc487f" providerId="ADAL" clId="{CAF8F7DD-54BB-4943-A9BD-2A58B8AC876D}" dt="2025-09-26T06:46:37.937" v="18413" actId="20577"/>
        <pc:sldMkLst>
          <pc:docMk/>
          <pc:sldMk cId="59302245" sldId="271"/>
        </pc:sldMkLst>
      </pc:sldChg>
      <pc:sldChg chg="addSp delSp modSp add mod modNotesTx">
        <pc:chgData name="Deloitte 9 (Rohit Khanna)" userId="94a6e4f1-7116-41cf-8f37-722f06fc487f" providerId="ADAL" clId="{CAF8F7DD-54BB-4943-A9BD-2A58B8AC876D}" dt="2025-09-26T06:49:28.277" v="18537" actId="20577"/>
        <pc:sldMkLst>
          <pc:docMk/>
          <pc:sldMk cId="254075387" sldId="272"/>
        </pc:sldMkLst>
      </pc:sldChg>
      <pc:sldChg chg="addSp delSp modSp add mod ord">
        <pc:chgData name="Deloitte 9 (Rohit Khanna)" userId="94a6e4f1-7116-41cf-8f37-722f06fc487f" providerId="ADAL" clId="{CAF8F7DD-54BB-4943-A9BD-2A58B8AC876D}" dt="2025-09-26T06:50:53.475" v="18596" actId="20577"/>
        <pc:sldMkLst>
          <pc:docMk/>
          <pc:sldMk cId="933381394" sldId="273"/>
        </pc:sldMkLst>
      </pc:sldChg>
      <pc:sldChg chg="modSp add mod ord modNotesTx">
        <pc:chgData name="Deloitte 9 (Rohit Khanna)" userId="94a6e4f1-7116-41cf-8f37-722f06fc487f" providerId="ADAL" clId="{CAF8F7DD-54BB-4943-A9BD-2A58B8AC876D}" dt="2025-09-16T08:39:35.372" v="17514"/>
        <pc:sldMkLst>
          <pc:docMk/>
          <pc:sldMk cId="1233724290" sldId="274"/>
        </pc:sldMkLst>
      </pc:sldChg>
      <pc:sldChg chg="addSp delSp modSp add mod ord">
        <pc:chgData name="Deloitte 9 (Rohit Khanna)" userId="94a6e4f1-7116-41cf-8f37-722f06fc487f" providerId="ADAL" clId="{CAF8F7DD-54BB-4943-A9BD-2A58B8AC876D}" dt="2025-09-26T06:49:02.200" v="18514" actId="20577"/>
        <pc:sldMkLst>
          <pc:docMk/>
          <pc:sldMk cId="3283466775" sldId="275"/>
        </pc:sldMkLst>
      </pc:sldChg>
      <pc:sldChg chg="addSp delSp modSp add mod">
        <pc:chgData name="Deloitte 9 (Rohit Khanna)" userId="94a6e4f1-7116-41cf-8f37-722f06fc487f" providerId="ADAL" clId="{CAF8F7DD-54BB-4943-A9BD-2A58B8AC876D}" dt="2025-09-26T06:47:45.676" v="18463" actId="20577"/>
        <pc:sldMkLst>
          <pc:docMk/>
          <pc:sldMk cId="2905322931" sldId="276"/>
        </pc:sldMkLst>
      </pc:sldChg>
      <pc:sldChg chg="add del mod modShow">
        <pc:chgData name="Deloitte 9 (Rohit Khanna)" userId="94a6e4f1-7116-41cf-8f37-722f06fc487f" providerId="ADAL" clId="{CAF8F7DD-54BB-4943-A9BD-2A58B8AC876D}" dt="2025-09-22T17:48:13.030" v="18096" actId="47"/>
        <pc:sldMkLst>
          <pc:docMk/>
          <pc:sldMk cId="82057583" sldId="277"/>
        </pc:sldMkLst>
      </pc:sldChg>
      <pc:sldChg chg="modSp add del mod modShow">
        <pc:chgData name="Deloitte 9 (Rohit Khanna)" userId="94a6e4f1-7116-41cf-8f37-722f06fc487f" providerId="ADAL" clId="{CAF8F7DD-54BB-4943-A9BD-2A58B8AC876D}" dt="2025-09-22T17:49:49.001" v="18105" actId="47"/>
        <pc:sldMkLst>
          <pc:docMk/>
          <pc:sldMk cId="681728414" sldId="277"/>
        </pc:sldMkLst>
      </pc:sldChg>
      <pc:sldChg chg="modSp add del mod modShow">
        <pc:chgData name="Deloitte 9 (Rohit Khanna)" userId="94a6e4f1-7116-41cf-8f37-722f06fc487f" providerId="ADAL" clId="{CAF8F7DD-54BB-4943-A9BD-2A58B8AC876D}" dt="2025-09-22T17:18:16.197" v="18016" actId="47"/>
        <pc:sldMkLst>
          <pc:docMk/>
          <pc:sldMk cId="2347856762" sldId="277"/>
        </pc:sldMkLst>
      </pc:sldChg>
      <pc:sldChg chg="add del mod modShow">
        <pc:chgData name="Deloitte 9 (Rohit Khanna)" userId="94a6e4f1-7116-41cf-8f37-722f06fc487f" providerId="ADAL" clId="{CAF8F7DD-54BB-4943-A9BD-2A58B8AC876D}" dt="2025-09-22T17:47:22.371" v="18090" actId="47"/>
        <pc:sldMkLst>
          <pc:docMk/>
          <pc:sldMk cId="2732280502" sldId="277"/>
        </pc:sldMkLst>
      </pc:sldChg>
      <pc:sldChg chg="add del mod modShow">
        <pc:chgData name="Deloitte 9 (Rohit Khanna)" userId="94a6e4f1-7116-41cf-8f37-722f06fc487f" providerId="ADAL" clId="{CAF8F7DD-54BB-4943-A9BD-2A58B8AC876D}" dt="2025-09-22T17:50:51.643" v="18111" actId="47"/>
        <pc:sldMkLst>
          <pc:docMk/>
          <pc:sldMk cId="3668161864" sldId="277"/>
        </pc:sldMkLst>
      </pc:sldChg>
    </pc:docChg>
  </pc:docChgLst>
  <pc:docChgLst>
    <pc:chgData name="Rita Mitakanti" userId="b6255a52-b442-452b-b2d9-b0094620a7f0" providerId="ADAL" clId="{FA1A2D34-BF0B-462E-BB3E-FA94C1C84113}"/>
    <pc:docChg chg="undo custSel modSld">
      <pc:chgData name="Rita Mitakanti" userId="b6255a52-b442-452b-b2d9-b0094620a7f0" providerId="ADAL" clId="{FA1A2D34-BF0B-462E-BB3E-FA94C1C84113}" dt="2025-10-04T20:01:27.349" v="65" actId="20577"/>
      <pc:docMkLst>
        <pc:docMk/>
      </pc:docMkLst>
      <pc:sldChg chg="modSp mod">
        <pc:chgData name="Rita Mitakanti" userId="b6255a52-b442-452b-b2d9-b0094620a7f0" providerId="ADAL" clId="{FA1A2D34-BF0B-462E-BB3E-FA94C1C84113}" dt="2025-10-04T20:01:11.282" v="61" actId="20577"/>
        <pc:sldMkLst>
          <pc:docMk/>
          <pc:sldMk cId="2503615534" sldId="257"/>
        </pc:sldMkLst>
      </pc:sldChg>
      <pc:sldChg chg="modSp mod">
        <pc:chgData name="Rita Mitakanti" userId="b6255a52-b442-452b-b2d9-b0094620a7f0" providerId="ADAL" clId="{FA1A2D34-BF0B-462E-BB3E-FA94C1C84113}" dt="2025-10-04T19:58:48.393" v="57" actId="113"/>
        <pc:sldMkLst>
          <pc:docMk/>
          <pc:sldMk cId="1366630073" sldId="262"/>
        </pc:sldMkLst>
      </pc:sldChg>
      <pc:sldChg chg="modSp mod">
        <pc:chgData name="Rita Mitakanti" userId="b6255a52-b442-452b-b2d9-b0094620a7f0" providerId="ADAL" clId="{FA1A2D34-BF0B-462E-BB3E-FA94C1C84113}" dt="2025-10-04T20:01:27.349" v="65" actId="20577"/>
        <pc:sldMkLst>
          <pc:docMk/>
          <pc:sldMk cId="1233724290" sldId="274"/>
        </pc:sldMkLst>
      </pc:sldChg>
    </pc:docChg>
  </pc:docChgLst>
  <pc:docChgLst>
    <pc:chgData name="Rita Mitakanti" userId="S::rita.mitakanti@elgi.com::b6255a52-b442-452b-b2d9-b0094620a7f0" providerId="AD" clId="Web-{381A7B37-7E3F-30A8-303E-8E19751883F7}"/>
    <pc:docChg chg="modSld">
      <pc:chgData name="Rita Mitakanti" userId="S::rita.mitakanti@elgi.com::b6255a52-b442-452b-b2d9-b0094620a7f0" providerId="AD" clId="Web-{381A7B37-7E3F-30A8-303E-8E19751883F7}" dt="2025-08-27T19:50:41.411" v="44" actId="20577"/>
      <pc:docMkLst>
        <pc:docMk/>
      </pc:docMkLst>
      <pc:sldChg chg="modSp">
        <pc:chgData name="Rita Mitakanti" userId="S::rita.mitakanti@elgi.com::b6255a52-b442-452b-b2d9-b0094620a7f0" providerId="AD" clId="Web-{381A7B37-7E3F-30A8-303E-8E19751883F7}" dt="2025-08-27T19:50:41.411" v="44" actId="20577"/>
        <pc:sldMkLst>
          <pc:docMk/>
          <pc:sldMk cId="2067126015" sldId="266"/>
        </pc:sldMkLst>
      </pc:sldChg>
    </pc:docChg>
  </pc:docChgLst>
  <pc:docChgLst>
    <pc:chgData name="Rita Mitakanti" userId="b6255a52-b442-452b-b2d9-b0094620a7f0" providerId="ADAL" clId="{48998480-53EE-4391-A79F-425ABC642D07}"/>
    <pc:docChg chg="undo custSel modSld">
      <pc:chgData name="Rita Mitakanti" userId="b6255a52-b442-452b-b2d9-b0094620a7f0" providerId="ADAL" clId="{48998480-53EE-4391-A79F-425ABC642D07}" dt="2025-09-07T21:48:34.078" v="151" actId="20577"/>
      <pc:docMkLst>
        <pc:docMk/>
      </pc:docMkLst>
      <pc:sldChg chg="modSp mod">
        <pc:chgData name="Rita Mitakanti" userId="b6255a52-b442-452b-b2d9-b0094620a7f0" providerId="ADAL" clId="{48998480-53EE-4391-A79F-425ABC642D07}" dt="2025-09-07T21:48:34.078" v="151" actId="20577"/>
        <pc:sldMkLst>
          <pc:docMk/>
          <pc:sldMk cId="519225826" sldId="260"/>
        </pc:sldMkLst>
      </pc:sldChg>
    </pc:docChg>
  </pc:docChgLst>
  <pc:docChgLst>
    <pc:chgData name="Rita Mitakanti" userId="S::rita.mitakanti@elgi.com::b6255a52-b442-452b-b2d9-b0094620a7f0" providerId="AD" clId="Web-{D2254081-F40C-71C0-036E-6DA88206082D}"/>
    <pc:docChg chg="addSld modSld">
      <pc:chgData name="Rita Mitakanti" userId="S::rita.mitakanti@elgi.com::b6255a52-b442-452b-b2d9-b0094620a7f0" providerId="AD" clId="Web-{D2254081-F40C-71C0-036E-6DA88206082D}" dt="2025-08-26T00:58:24.801" v="293"/>
      <pc:docMkLst>
        <pc:docMk/>
      </pc:docMkLst>
      <pc:sldChg chg="modSp add replId">
        <pc:chgData name="Rita Mitakanti" userId="S::rita.mitakanti@elgi.com::b6255a52-b442-452b-b2d9-b0094620a7f0" providerId="AD" clId="Web-{D2254081-F40C-71C0-036E-6DA88206082D}" dt="2025-08-26T00:58:24.801" v="293"/>
        <pc:sldMkLst>
          <pc:docMk/>
          <pc:sldMk cId="2503615534" sldId="257"/>
        </pc:sldMkLst>
      </pc:sldChg>
      <pc:sldChg chg="modSp">
        <pc:chgData name="Rita Mitakanti" userId="S::rita.mitakanti@elgi.com::b6255a52-b442-452b-b2d9-b0094620a7f0" providerId="AD" clId="Web-{D2254081-F40C-71C0-036E-6DA88206082D}" dt="2025-08-26T00:49:02.313" v="178"/>
        <pc:sldMkLst>
          <pc:docMk/>
          <pc:sldMk cId="1366630073" sldId="262"/>
        </pc:sldMkLst>
      </pc:sldChg>
      <pc:sldChg chg="addSp delSp modSp">
        <pc:chgData name="Rita Mitakanti" userId="S::rita.mitakanti@elgi.com::b6255a52-b442-452b-b2d9-b0094620a7f0" providerId="AD" clId="Web-{D2254081-F40C-71C0-036E-6DA88206082D}" dt="2025-08-26T00:33:20.185" v="12"/>
        <pc:sldMkLst>
          <pc:docMk/>
          <pc:sldMk cId="572067969" sldId="263"/>
        </pc:sldMkLst>
      </pc:sldChg>
      <pc:sldChg chg="modSp">
        <pc:chgData name="Rita Mitakanti" userId="S::rita.mitakanti@elgi.com::b6255a52-b442-452b-b2d9-b0094620a7f0" providerId="AD" clId="Web-{D2254081-F40C-71C0-036E-6DA88206082D}" dt="2025-08-26T00:32:37.012" v="4" actId="20577"/>
        <pc:sldMkLst>
          <pc:docMk/>
          <pc:sldMk cId="2391921872" sldId="267"/>
        </pc:sldMkLst>
      </pc:sldChg>
      <pc:sldChg chg="modSp">
        <pc:chgData name="Rita Mitakanti" userId="S::rita.mitakanti@elgi.com::b6255a52-b442-452b-b2d9-b0094620a7f0" providerId="AD" clId="Web-{D2254081-F40C-71C0-036E-6DA88206082D}" dt="2025-08-26T00:35:19.861" v="31" actId="1076"/>
        <pc:sldMkLst>
          <pc:docMk/>
          <pc:sldMk cId="59302245" sldId="271"/>
        </pc:sldMkLst>
      </pc:sldChg>
      <pc:sldChg chg="addSp delSp modSp">
        <pc:chgData name="Rita Mitakanti" userId="S::rita.mitakanti@elgi.com::b6255a52-b442-452b-b2d9-b0094620a7f0" providerId="AD" clId="Web-{D2254081-F40C-71C0-036E-6DA88206082D}" dt="2025-08-26T00:43:58.692" v="130"/>
        <pc:sldMkLst>
          <pc:docMk/>
          <pc:sldMk cId="254075387" sldId="272"/>
        </pc:sldMkLst>
      </pc:sldChg>
    </pc:docChg>
  </pc:docChgLst>
  <pc:docChgLst>
    <pc:chgData name="Deloitte 9 (Rohit Khanna)" userId="S::deloitte9@elgi.com::94a6e4f1-7116-41cf-8f37-722f06fc487f" providerId="AD" clId="Web-{5D7F715B-FCB0-2A6B-393F-7050772A4B1B}"/>
    <pc:docChg chg="modSld">
      <pc:chgData name="Deloitte 9 (Rohit Khanna)" userId="S::deloitte9@elgi.com::94a6e4f1-7116-41cf-8f37-722f06fc487f" providerId="AD" clId="Web-{5D7F715B-FCB0-2A6B-393F-7050772A4B1B}" dt="2025-09-23T12:19:21.242" v="1" actId="20577"/>
      <pc:docMkLst>
        <pc:docMk/>
      </pc:docMkLst>
      <pc:sldChg chg="modSp">
        <pc:chgData name="Deloitte 9 (Rohit Khanna)" userId="S::deloitte9@elgi.com::94a6e4f1-7116-41cf-8f37-722f06fc487f" providerId="AD" clId="Web-{5D7F715B-FCB0-2A6B-393F-7050772A4B1B}" dt="2025-09-23T12:19:21.242" v="1" actId="20577"/>
        <pc:sldMkLst>
          <pc:docMk/>
          <pc:sldMk cId="519225826" sldId="260"/>
        </pc:sldMkLst>
      </pc:sldChg>
    </pc:docChg>
  </pc:docChgLst>
  <pc:docChgLst>
    <pc:chgData name="Anish Pappachan" userId="2d70ecc5-9cd0-4397-9ed1-27ae228e3b94" providerId="ADAL" clId="{3B79B3F8-BEFD-4B4E-A9FE-497879FC565E}"/>
    <pc:docChg chg="undo custSel addSld delSld modSld sldOrd addSection modSection">
      <pc:chgData name="Anish Pappachan" userId="2d70ecc5-9cd0-4397-9ed1-27ae228e3b94" providerId="ADAL" clId="{3B79B3F8-BEFD-4B4E-A9FE-497879FC565E}" dt="2025-12-17T09:46:48.184" v="156" actId="20577"/>
      <pc:docMkLst>
        <pc:docMk/>
      </pc:docMkLst>
      <pc:sldChg chg="ord">
        <pc:chgData name="Anish Pappachan" userId="2d70ecc5-9cd0-4397-9ed1-27ae228e3b94" providerId="ADAL" clId="{3B79B3F8-BEFD-4B4E-A9FE-497879FC565E}" dt="2025-12-17T09:44:57.907" v="133"/>
        <pc:sldMkLst>
          <pc:docMk/>
          <pc:sldMk cId="423632654" sldId="256"/>
        </pc:sldMkLst>
      </pc:sldChg>
      <pc:sldChg chg="ord">
        <pc:chgData name="Anish Pappachan" userId="2d70ecc5-9cd0-4397-9ed1-27ae228e3b94" providerId="ADAL" clId="{3B79B3F8-BEFD-4B4E-A9FE-497879FC565E}" dt="2025-12-17T09:44:57.907" v="133"/>
        <pc:sldMkLst>
          <pc:docMk/>
          <pc:sldMk cId="2503615534" sldId="257"/>
        </pc:sldMkLst>
      </pc:sldChg>
      <pc:sldChg chg="modSp mod ord">
        <pc:chgData name="Anish Pappachan" userId="2d70ecc5-9cd0-4397-9ed1-27ae228e3b94" providerId="ADAL" clId="{3B79B3F8-BEFD-4B4E-A9FE-497879FC565E}" dt="2025-12-17T09:43:04.641" v="115"/>
        <pc:sldMkLst>
          <pc:docMk/>
          <pc:sldMk cId="1027726352" sldId="258"/>
        </pc:sldMkLst>
        <pc:spChg chg="mod">
          <ac:chgData name="Anish Pappachan" userId="2d70ecc5-9cd0-4397-9ed1-27ae228e3b94" providerId="ADAL" clId="{3B79B3F8-BEFD-4B4E-A9FE-497879FC565E}" dt="2025-12-09T05:51:23.191" v="98"/>
          <ac:spMkLst>
            <pc:docMk/>
            <pc:sldMk cId="1027726352" sldId="258"/>
            <ac:spMk id="5" creationId="{C6DE70A4-FCC5-0FB1-6C61-AD017F3C2A49}"/>
          </ac:spMkLst>
        </pc:spChg>
        <pc:spChg chg="mod">
          <ac:chgData name="Anish Pappachan" userId="2d70ecc5-9cd0-4397-9ed1-27ae228e3b94" providerId="ADAL" clId="{3B79B3F8-BEFD-4B4E-A9FE-497879FC565E}" dt="2025-12-09T05:51:23.098" v="95" actId="20577"/>
          <ac:spMkLst>
            <pc:docMk/>
            <pc:sldMk cId="1027726352" sldId="258"/>
            <ac:spMk id="12" creationId="{364664C9-D648-256C-C559-661E5553F81B}"/>
          </ac:spMkLst>
        </pc:spChg>
        <pc:spChg chg="mod">
          <ac:chgData name="Anish Pappachan" userId="2d70ecc5-9cd0-4397-9ed1-27ae228e3b94" providerId="ADAL" clId="{3B79B3F8-BEFD-4B4E-A9FE-497879FC565E}" dt="2025-12-09T05:51:23.206" v="99" actId="1076"/>
          <ac:spMkLst>
            <pc:docMk/>
            <pc:sldMk cId="1027726352" sldId="258"/>
            <ac:spMk id="15" creationId="{EA362041-B3DE-8BB4-A37E-636DF3583905}"/>
          </ac:spMkLst>
        </pc:spChg>
        <pc:spChg chg="mod">
          <ac:chgData name="Anish Pappachan" userId="2d70ecc5-9cd0-4397-9ed1-27ae228e3b94" providerId="ADAL" clId="{3B79B3F8-BEFD-4B4E-A9FE-497879FC565E}" dt="2025-12-09T05:51:23.038" v="93" actId="20577"/>
          <ac:spMkLst>
            <pc:docMk/>
            <pc:sldMk cId="1027726352" sldId="258"/>
            <ac:spMk id="16" creationId="{3CA3C01B-C971-D7C9-F0FA-86127A73370D}"/>
          </ac:spMkLst>
        </pc:spChg>
        <pc:spChg chg="mod">
          <ac:chgData name="Anish Pappachan" userId="2d70ecc5-9cd0-4397-9ed1-27ae228e3b94" providerId="ADAL" clId="{3B79B3F8-BEFD-4B4E-A9FE-497879FC565E}" dt="2025-12-09T05:51:21.122" v="86" actId="20577"/>
          <ac:spMkLst>
            <pc:docMk/>
            <pc:sldMk cId="1027726352" sldId="258"/>
            <ac:spMk id="19" creationId="{70DE2AEF-9ECB-847A-F31F-832E91AD1878}"/>
          </ac:spMkLst>
        </pc:spChg>
        <pc:spChg chg="mod">
          <ac:chgData name="Anish Pappachan" userId="2d70ecc5-9cd0-4397-9ed1-27ae228e3b94" providerId="ADAL" clId="{3B79B3F8-BEFD-4B4E-A9FE-497879FC565E}" dt="2025-12-09T05:51:20.709" v="84" actId="20577"/>
          <ac:spMkLst>
            <pc:docMk/>
            <pc:sldMk cId="1027726352" sldId="258"/>
            <ac:spMk id="22" creationId="{3207C75C-0297-DC90-8B5D-29986411A4B0}"/>
          </ac:spMkLst>
        </pc:spChg>
      </pc:sldChg>
      <pc:sldChg chg="del">
        <pc:chgData name="Anish Pappachan" userId="2d70ecc5-9cd0-4397-9ed1-27ae228e3b94" providerId="ADAL" clId="{3B79B3F8-BEFD-4B4E-A9FE-497879FC565E}" dt="2025-12-17T09:42:10.222" v="105" actId="47"/>
        <pc:sldMkLst>
          <pc:docMk/>
          <pc:sldMk cId="519225826" sldId="260"/>
        </pc:sldMkLst>
      </pc:sldChg>
      <pc:sldChg chg="ord">
        <pc:chgData name="Anish Pappachan" userId="2d70ecc5-9cd0-4397-9ed1-27ae228e3b94" providerId="ADAL" clId="{3B79B3F8-BEFD-4B4E-A9FE-497879FC565E}" dt="2025-12-17T09:44:24.765" v="131"/>
        <pc:sldMkLst>
          <pc:docMk/>
          <pc:sldMk cId="4166994085" sldId="261"/>
        </pc:sldMkLst>
      </pc:sldChg>
      <pc:sldChg chg="ord">
        <pc:chgData name="Anish Pappachan" userId="2d70ecc5-9cd0-4397-9ed1-27ae228e3b94" providerId="ADAL" clId="{3B79B3F8-BEFD-4B4E-A9FE-497879FC565E}" dt="2025-12-17T09:44:02.706" v="127"/>
        <pc:sldMkLst>
          <pc:docMk/>
          <pc:sldMk cId="1366630073" sldId="262"/>
        </pc:sldMkLst>
      </pc:sldChg>
      <pc:sldChg chg="ord">
        <pc:chgData name="Anish Pappachan" userId="2d70ecc5-9cd0-4397-9ed1-27ae228e3b94" providerId="ADAL" clId="{3B79B3F8-BEFD-4B4E-A9FE-497879FC565E}" dt="2025-12-17T09:45:14.807" v="135"/>
        <pc:sldMkLst>
          <pc:docMk/>
          <pc:sldMk cId="572067969" sldId="263"/>
        </pc:sldMkLst>
      </pc:sldChg>
      <pc:sldChg chg="ord">
        <pc:chgData name="Anish Pappachan" userId="2d70ecc5-9cd0-4397-9ed1-27ae228e3b94" providerId="ADAL" clId="{3B79B3F8-BEFD-4B4E-A9FE-497879FC565E}" dt="2025-12-17T09:44:57.907" v="133"/>
        <pc:sldMkLst>
          <pc:docMk/>
          <pc:sldMk cId="2887098533" sldId="264"/>
        </pc:sldMkLst>
      </pc:sldChg>
      <pc:sldChg chg="ord">
        <pc:chgData name="Anish Pappachan" userId="2d70ecc5-9cd0-4397-9ed1-27ae228e3b94" providerId="ADAL" clId="{3B79B3F8-BEFD-4B4E-A9FE-497879FC565E}" dt="2025-12-17T09:42:38.083" v="111"/>
        <pc:sldMkLst>
          <pc:docMk/>
          <pc:sldMk cId="2499037926" sldId="265"/>
        </pc:sldMkLst>
      </pc:sldChg>
      <pc:sldChg chg="modSp mod">
        <pc:chgData name="Anish Pappachan" userId="2d70ecc5-9cd0-4397-9ed1-27ae228e3b94" providerId="ADAL" clId="{3B79B3F8-BEFD-4B4E-A9FE-497879FC565E}" dt="2025-12-17T09:46:48.184" v="156" actId="20577"/>
        <pc:sldMkLst>
          <pc:docMk/>
          <pc:sldMk cId="2067126015" sldId="266"/>
        </pc:sldMkLst>
        <pc:spChg chg="mod">
          <ac:chgData name="Anish Pappachan" userId="2d70ecc5-9cd0-4397-9ed1-27ae228e3b94" providerId="ADAL" clId="{3B79B3F8-BEFD-4B4E-A9FE-497879FC565E}" dt="2025-12-17T09:46:48.184" v="156" actId="20577"/>
          <ac:spMkLst>
            <pc:docMk/>
            <pc:sldMk cId="2067126015" sldId="266"/>
            <ac:spMk id="2" creationId="{85C4C20C-74CB-4636-8341-DC07F104BDA8}"/>
          </ac:spMkLst>
        </pc:spChg>
      </pc:sldChg>
      <pc:sldChg chg="ord">
        <pc:chgData name="Anish Pappachan" userId="2d70ecc5-9cd0-4397-9ed1-27ae228e3b94" providerId="ADAL" clId="{3B79B3F8-BEFD-4B4E-A9FE-497879FC565E}" dt="2025-12-17T09:44:57.907" v="133"/>
        <pc:sldMkLst>
          <pc:docMk/>
          <pc:sldMk cId="2391921872" sldId="267"/>
        </pc:sldMkLst>
      </pc:sldChg>
      <pc:sldChg chg="ord">
        <pc:chgData name="Anish Pappachan" userId="2d70ecc5-9cd0-4397-9ed1-27ae228e3b94" providerId="ADAL" clId="{3B79B3F8-BEFD-4B4E-A9FE-497879FC565E}" dt="2025-12-17T09:44:57.907" v="133"/>
        <pc:sldMkLst>
          <pc:docMk/>
          <pc:sldMk cId="628376810" sldId="269"/>
        </pc:sldMkLst>
      </pc:sldChg>
      <pc:sldChg chg="ord">
        <pc:chgData name="Anish Pappachan" userId="2d70ecc5-9cd0-4397-9ed1-27ae228e3b94" providerId="ADAL" clId="{3B79B3F8-BEFD-4B4E-A9FE-497879FC565E}" dt="2025-12-17T09:44:57.907" v="133"/>
        <pc:sldMkLst>
          <pc:docMk/>
          <pc:sldMk cId="3942235768" sldId="270"/>
        </pc:sldMkLst>
      </pc:sldChg>
      <pc:sldChg chg="ord">
        <pc:chgData name="Anish Pappachan" userId="2d70ecc5-9cd0-4397-9ed1-27ae228e3b94" providerId="ADAL" clId="{3B79B3F8-BEFD-4B4E-A9FE-497879FC565E}" dt="2025-12-17T09:41:15.438" v="102"/>
        <pc:sldMkLst>
          <pc:docMk/>
          <pc:sldMk cId="59302245" sldId="271"/>
        </pc:sldMkLst>
      </pc:sldChg>
      <pc:sldChg chg="ord">
        <pc:chgData name="Anish Pappachan" userId="2d70ecc5-9cd0-4397-9ed1-27ae228e3b94" providerId="ADAL" clId="{3B79B3F8-BEFD-4B4E-A9FE-497879FC565E}" dt="2025-12-17T09:44:15.145" v="129"/>
        <pc:sldMkLst>
          <pc:docMk/>
          <pc:sldMk cId="254075387" sldId="272"/>
        </pc:sldMkLst>
      </pc:sldChg>
      <pc:sldChg chg="ord">
        <pc:chgData name="Anish Pappachan" userId="2d70ecc5-9cd0-4397-9ed1-27ae228e3b94" providerId="ADAL" clId="{3B79B3F8-BEFD-4B4E-A9FE-497879FC565E}" dt="2025-12-17T09:44:57.907" v="133"/>
        <pc:sldMkLst>
          <pc:docMk/>
          <pc:sldMk cId="933381394" sldId="273"/>
        </pc:sldMkLst>
      </pc:sldChg>
      <pc:sldChg chg="ord">
        <pc:chgData name="Anish Pappachan" userId="2d70ecc5-9cd0-4397-9ed1-27ae228e3b94" providerId="ADAL" clId="{3B79B3F8-BEFD-4B4E-A9FE-497879FC565E}" dt="2025-12-17T09:42:48.810" v="113"/>
        <pc:sldMkLst>
          <pc:docMk/>
          <pc:sldMk cId="1233724290" sldId="274"/>
        </pc:sldMkLst>
      </pc:sldChg>
      <pc:sldChg chg="ord">
        <pc:chgData name="Anish Pappachan" userId="2d70ecc5-9cd0-4397-9ed1-27ae228e3b94" providerId="ADAL" clId="{3B79B3F8-BEFD-4B4E-A9FE-497879FC565E}" dt="2025-12-17T09:44:57.907" v="133"/>
        <pc:sldMkLst>
          <pc:docMk/>
          <pc:sldMk cId="3283466775" sldId="275"/>
        </pc:sldMkLst>
      </pc:sldChg>
      <pc:sldChg chg="ord">
        <pc:chgData name="Anish Pappachan" userId="2d70ecc5-9cd0-4397-9ed1-27ae228e3b94" providerId="ADAL" clId="{3B79B3F8-BEFD-4B4E-A9FE-497879FC565E}" dt="2025-12-17T09:44:57.907" v="133"/>
        <pc:sldMkLst>
          <pc:docMk/>
          <pc:sldMk cId="2905322931" sldId="276"/>
        </pc:sldMkLst>
      </pc:sldChg>
      <pc:sldChg chg="add del">
        <pc:chgData name="Anish Pappachan" userId="2d70ecc5-9cd0-4397-9ed1-27ae228e3b94" providerId="ADAL" clId="{3B79B3F8-BEFD-4B4E-A9FE-497879FC565E}" dt="2025-12-17T09:45:56.862" v="137" actId="47"/>
        <pc:sldMkLst>
          <pc:docMk/>
          <pc:sldMk cId="882644216" sldId="277"/>
        </pc:sldMkLst>
      </pc:sldChg>
      <pc:sldChg chg="new del">
        <pc:chgData name="Anish Pappachan" userId="2d70ecc5-9cd0-4397-9ed1-27ae228e3b94" providerId="ADAL" clId="{3B79B3F8-BEFD-4B4E-A9FE-497879FC565E}" dt="2025-12-17T09:42:16.168" v="107" actId="680"/>
        <pc:sldMkLst>
          <pc:docMk/>
          <pc:sldMk cId="1287436727" sldId="278"/>
        </pc:sldMkLst>
      </pc:sldChg>
      <pc:sldChg chg="add">
        <pc:chgData name="Anish Pappachan" userId="2d70ecc5-9cd0-4397-9ed1-27ae228e3b94" providerId="ADAL" clId="{3B79B3F8-BEFD-4B4E-A9FE-497879FC565E}" dt="2025-12-17T09:45:40.218" v="136"/>
        <pc:sldMkLst>
          <pc:docMk/>
          <pc:sldMk cId="2036744025" sldId="278"/>
        </pc:sldMkLst>
      </pc:sldChg>
      <pc:sldChg chg="add del">
        <pc:chgData name="Anish Pappachan" userId="2d70ecc5-9cd0-4397-9ed1-27ae228e3b94" providerId="ADAL" clId="{3B79B3F8-BEFD-4B4E-A9FE-497879FC565E}" dt="2025-12-17T09:41:33.161" v="103" actId="47"/>
        <pc:sldMkLst>
          <pc:docMk/>
          <pc:sldMk cId="3067570465" sldId="278"/>
        </pc:sldMkLst>
      </pc:sldChg>
      <pc:sldChg chg="add del">
        <pc:chgData name="Anish Pappachan" userId="2d70ecc5-9cd0-4397-9ed1-27ae228e3b94" providerId="ADAL" clId="{3B79B3F8-BEFD-4B4E-A9FE-497879FC565E}" dt="2025-12-17T09:41:38.937" v="104" actId="47"/>
        <pc:sldMkLst>
          <pc:docMk/>
          <pc:sldMk cId="242699329" sldId="279"/>
        </pc:sldMkLst>
      </pc:sldChg>
      <pc:sldChg chg="add">
        <pc:chgData name="Anish Pappachan" userId="2d70ecc5-9cd0-4397-9ed1-27ae228e3b94" providerId="ADAL" clId="{3B79B3F8-BEFD-4B4E-A9FE-497879FC565E}" dt="2025-12-17T09:45:40.218" v="136"/>
        <pc:sldMkLst>
          <pc:docMk/>
          <pc:sldMk cId="3067570465" sldId="279"/>
        </pc:sldMkLst>
      </pc:sldChg>
      <pc:sldChg chg="modSp add mod ord">
        <pc:chgData name="Anish Pappachan" userId="2d70ecc5-9cd0-4397-9ed1-27ae228e3b94" providerId="ADAL" clId="{3B79B3F8-BEFD-4B4E-A9FE-497879FC565E}" dt="2025-12-17T09:46:19.138" v="143" actId="20577"/>
        <pc:sldMkLst>
          <pc:docMk/>
          <pc:sldMk cId="242699329" sldId="280"/>
        </pc:sldMkLst>
        <pc:spChg chg="mod">
          <ac:chgData name="Anish Pappachan" userId="2d70ecc5-9cd0-4397-9ed1-27ae228e3b94" providerId="ADAL" clId="{3B79B3F8-BEFD-4B4E-A9FE-497879FC565E}" dt="2025-12-17T09:46:19.138" v="143" actId="20577"/>
          <ac:spMkLst>
            <pc:docMk/>
            <pc:sldMk cId="242699329" sldId="280"/>
            <ac:spMk id="5" creationId="{C7587591-C366-94DE-9BF0-267D815B50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517ED-57CC-4B60-A106-6BE9CB60298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8EA7F-E0C4-4A0F-AB36-4054C066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4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684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768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79DFD-524D-B1F9-823E-1B6546DE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B4076-64F5-78A8-61D4-E17F67D69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5B367-9C50-399D-F447-9C3C5EF11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7CB23-C0FC-1170-52F1-A8B859C4E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840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67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0B2E-7E68-E4BD-6D9B-DBDCE46C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15F4B-B5FA-DA57-38C4-553EBC280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50338-CBE2-1C9D-A73E-D349A382F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9903A-E97E-50B2-89F6-7C9E0FE11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733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591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6638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5907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463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020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7686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325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699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785A-ADE1-3E51-B5E5-2B4A5450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36679-9DC3-4280-6223-65D2E2F25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2770C-0BC9-1789-4C86-680A12922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420B6-9D82-1720-FFF5-5C4FF2C82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6710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1606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1155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616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56863-44A4-EEEE-3158-DCE3CCFCD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78F74-5ED4-1D26-5A7A-990E2821C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B669D-3B6E-ABC5-8455-27F1DCB0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001A8-D1E9-ABBB-37F5-6C7379D21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280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568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366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07837AC-A8F8-834F-D00B-5F5A3B22A9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480" y="751441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318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47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07837AC-A8F8-834F-D00B-5F5A3B22A9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480" y="751441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EBB022F-7315-C892-3377-89C24DBA9339}"/>
              </a:ext>
            </a:extLst>
          </p:cNvPr>
          <p:cNvGrpSpPr/>
          <p:nvPr userDrawn="1"/>
        </p:nvGrpSpPr>
        <p:grpSpPr>
          <a:xfrm>
            <a:off x="-430508" y="1485606"/>
            <a:ext cx="182880" cy="2765215"/>
            <a:chOff x="-430508" y="1485606"/>
            <a:chExt cx="182880" cy="2765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4B94E24-E61B-C7D3-7448-1FA3D73BCCEC}"/>
                </a:ext>
              </a:extLst>
            </p:cNvPr>
            <p:cNvSpPr/>
            <p:nvPr/>
          </p:nvSpPr>
          <p:spPr>
            <a:xfrm>
              <a:off x="-430508" y="2148378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E222262-9F0A-AA76-C5D2-60CB77DC057E}"/>
                </a:ext>
              </a:extLst>
            </p:cNvPr>
            <p:cNvSpPr/>
            <p:nvPr/>
          </p:nvSpPr>
          <p:spPr>
            <a:xfrm>
              <a:off x="-430508" y="246830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BE6817-3ADE-BB31-3DCF-6D1C27672324}"/>
                </a:ext>
              </a:extLst>
            </p:cNvPr>
            <p:cNvSpPr/>
            <p:nvPr/>
          </p:nvSpPr>
          <p:spPr>
            <a:xfrm>
              <a:off x="-430508" y="2788232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660955-C148-15A5-699C-6E1FB6033A69}"/>
                </a:ext>
              </a:extLst>
            </p:cNvPr>
            <p:cNvSpPr/>
            <p:nvPr/>
          </p:nvSpPr>
          <p:spPr>
            <a:xfrm>
              <a:off x="-430508" y="3108159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809A26-C5B9-E910-0176-8C97307808BA}"/>
                </a:ext>
              </a:extLst>
            </p:cNvPr>
            <p:cNvSpPr/>
            <p:nvPr/>
          </p:nvSpPr>
          <p:spPr>
            <a:xfrm>
              <a:off x="-430508" y="3428086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7D3041-3EF2-8643-0F3E-375589BCD9B2}"/>
                </a:ext>
              </a:extLst>
            </p:cNvPr>
            <p:cNvSpPr/>
            <p:nvPr/>
          </p:nvSpPr>
          <p:spPr>
            <a:xfrm>
              <a:off x="-430508" y="3748013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2DF06B-06A5-1CFC-46A6-D547F025EB2A}"/>
                </a:ext>
              </a:extLst>
            </p:cNvPr>
            <p:cNvSpPr/>
            <p:nvPr/>
          </p:nvSpPr>
          <p:spPr>
            <a:xfrm>
              <a:off x="-430508" y="40679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F15021-F4CC-53DD-4F0F-7D3162C27B1B}"/>
                </a:ext>
              </a:extLst>
            </p:cNvPr>
            <p:cNvSpPr/>
            <p:nvPr/>
          </p:nvSpPr>
          <p:spPr>
            <a:xfrm>
              <a:off x="-430508" y="1828450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D41B53-C50E-45D7-3B6D-B6DC4A4E0A29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7753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73FC752-0C5D-3EA5-3EF1-6C7FBD9D4374}"/>
              </a:ext>
            </a:extLst>
          </p:cNvPr>
          <p:cNvGrpSpPr/>
          <p:nvPr userDrawn="1"/>
        </p:nvGrpSpPr>
        <p:grpSpPr>
          <a:xfrm>
            <a:off x="-430508" y="1485606"/>
            <a:ext cx="182880" cy="2765215"/>
            <a:chOff x="-430508" y="1485606"/>
            <a:chExt cx="182880" cy="27652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2F505B8-D992-3212-255D-13595C842DBD}"/>
                </a:ext>
              </a:extLst>
            </p:cNvPr>
            <p:cNvSpPr/>
            <p:nvPr/>
          </p:nvSpPr>
          <p:spPr>
            <a:xfrm>
              <a:off x="-430508" y="2148378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DBF0DC0-E9D6-DF82-21D7-AAC2B0EBC25F}"/>
                </a:ext>
              </a:extLst>
            </p:cNvPr>
            <p:cNvSpPr/>
            <p:nvPr/>
          </p:nvSpPr>
          <p:spPr>
            <a:xfrm>
              <a:off x="-430508" y="246830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421EEE-9442-E824-DE28-78AEC24BD585}"/>
                </a:ext>
              </a:extLst>
            </p:cNvPr>
            <p:cNvSpPr/>
            <p:nvPr/>
          </p:nvSpPr>
          <p:spPr>
            <a:xfrm>
              <a:off x="-430508" y="2788232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3E046F-2E1E-70D7-2578-93EA0C3DB8DF}"/>
                </a:ext>
              </a:extLst>
            </p:cNvPr>
            <p:cNvSpPr/>
            <p:nvPr/>
          </p:nvSpPr>
          <p:spPr>
            <a:xfrm>
              <a:off x="-430508" y="3108159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7FB4E7-71F3-5BBC-A12F-9FDCFED40AF7}"/>
                </a:ext>
              </a:extLst>
            </p:cNvPr>
            <p:cNvSpPr/>
            <p:nvPr/>
          </p:nvSpPr>
          <p:spPr>
            <a:xfrm>
              <a:off x="-430508" y="3428086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15D991-D494-A258-893B-DA78BC177B63}"/>
                </a:ext>
              </a:extLst>
            </p:cNvPr>
            <p:cNvSpPr/>
            <p:nvPr/>
          </p:nvSpPr>
          <p:spPr>
            <a:xfrm>
              <a:off x="-430508" y="3748013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6C126F-7E97-4545-5233-9207D8C5B553}"/>
                </a:ext>
              </a:extLst>
            </p:cNvPr>
            <p:cNvSpPr/>
            <p:nvPr/>
          </p:nvSpPr>
          <p:spPr>
            <a:xfrm>
              <a:off x="-430508" y="40679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A590E3C-9C78-BF31-F76E-FF8DDE2305E2}"/>
                </a:ext>
              </a:extLst>
            </p:cNvPr>
            <p:cNvSpPr/>
            <p:nvPr/>
          </p:nvSpPr>
          <p:spPr>
            <a:xfrm>
              <a:off x="-430508" y="1828450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360B14-BAB6-7DF7-7B64-92B49034E4AE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9959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2252-09F5-279F-D0AF-2B94B15EF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28C27-EF93-E099-02E6-76C786C08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9DEE6-A00E-43BE-EFDE-3902B373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A4D07-713D-4057-AE95-681BCAF5A2A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C0E0B-D9BC-43C6-68C7-B2329DCE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2D878-7A65-7553-0A9D-CEF9CAFE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99E3-3990-4AB1-A307-47570492A783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D448EA-7A3C-FF51-EAC2-169B141605F5}"/>
              </a:ext>
            </a:extLst>
          </p:cNvPr>
          <p:cNvGrpSpPr/>
          <p:nvPr userDrawn="1"/>
        </p:nvGrpSpPr>
        <p:grpSpPr>
          <a:xfrm>
            <a:off x="-430508" y="1485606"/>
            <a:ext cx="182880" cy="2765215"/>
            <a:chOff x="-430508" y="1485606"/>
            <a:chExt cx="182880" cy="276521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622EAB-7D83-DC3D-B926-29F70EA4D622}"/>
                </a:ext>
              </a:extLst>
            </p:cNvPr>
            <p:cNvSpPr/>
            <p:nvPr/>
          </p:nvSpPr>
          <p:spPr>
            <a:xfrm>
              <a:off x="-430508" y="2148378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53B9EB-5BCE-21F0-B85B-3D55576A20AB}"/>
                </a:ext>
              </a:extLst>
            </p:cNvPr>
            <p:cNvSpPr/>
            <p:nvPr/>
          </p:nvSpPr>
          <p:spPr>
            <a:xfrm>
              <a:off x="-430508" y="246830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0B3A9D-65CE-F380-6272-B5A72FA9B486}"/>
                </a:ext>
              </a:extLst>
            </p:cNvPr>
            <p:cNvSpPr/>
            <p:nvPr/>
          </p:nvSpPr>
          <p:spPr>
            <a:xfrm>
              <a:off x="-430508" y="2788232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03847B-DEC8-D353-3231-01AA7F519B29}"/>
                </a:ext>
              </a:extLst>
            </p:cNvPr>
            <p:cNvSpPr/>
            <p:nvPr/>
          </p:nvSpPr>
          <p:spPr>
            <a:xfrm>
              <a:off x="-430508" y="3108159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638627-EE43-59C6-5DE0-1858F33D329D}"/>
                </a:ext>
              </a:extLst>
            </p:cNvPr>
            <p:cNvSpPr/>
            <p:nvPr/>
          </p:nvSpPr>
          <p:spPr>
            <a:xfrm>
              <a:off x="-430508" y="3428086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DABE3C-FD40-DD36-76D7-2F44DAB5DCEB}"/>
                </a:ext>
              </a:extLst>
            </p:cNvPr>
            <p:cNvSpPr/>
            <p:nvPr/>
          </p:nvSpPr>
          <p:spPr>
            <a:xfrm>
              <a:off x="-430508" y="3748013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29771C-8CB4-146F-BCE1-FEE99E91A755}"/>
                </a:ext>
              </a:extLst>
            </p:cNvPr>
            <p:cNvSpPr/>
            <p:nvPr/>
          </p:nvSpPr>
          <p:spPr>
            <a:xfrm>
              <a:off x="-430508" y="40679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AC0408-3F3E-3C38-6739-0EB2192085D8}"/>
                </a:ext>
              </a:extLst>
            </p:cNvPr>
            <p:cNvSpPr/>
            <p:nvPr/>
          </p:nvSpPr>
          <p:spPr>
            <a:xfrm>
              <a:off x="-430508" y="1828450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0A11E2-022F-AC38-65B7-9E74B448E591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3601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07837AC-A8F8-834F-D00B-5F5A3B22A9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480" y="751441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7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018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09D2F-E345-6040-9408-A642F236AC9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03925" y="504727"/>
            <a:ext cx="11176899" cy="33239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12176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2400" kern="1200" spc="-50" baseline="0" noProof="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CF493B-A35F-34F7-5D09-670770F48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3237" y="909894"/>
            <a:ext cx="11177587" cy="215444"/>
          </a:xfrm>
        </p:spPr>
        <p:txBody>
          <a:bodyPr>
            <a:spAutoFit/>
          </a:bodyPr>
          <a:lstStyle>
            <a:lvl1pPr algn="l" defTabSz="1217613" rtl="0" eaLnBrk="0" fontAlgn="base" hangingPunct="0">
              <a:spcBef>
                <a:spcPct val="0"/>
              </a:spcBef>
              <a:spcAft>
                <a:spcPts val="1333"/>
              </a:spcAft>
              <a:buSzPct val="100000"/>
              <a:defRPr lang="en-US" sz="1400" kern="1200" dirty="0" smtClean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algn="l" defTabSz="1217613" rtl="0" eaLnBrk="0" fontAlgn="base" hangingPunct="0">
              <a:spcBef>
                <a:spcPct val="0"/>
              </a:spcBef>
              <a:spcAft>
                <a:spcPts val="1333"/>
              </a:spcAft>
              <a:buSzPct val="100000"/>
              <a:defRPr lang="en-US" sz="1500" kern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FBF7E7-BB7B-3F33-1D19-A4AAC47DAA7C}"/>
              </a:ext>
            </a:extLst>
          </p:cNvPr>
          <p:cNvCxnSpPr>
            <a:cxnSpLocks/>
          </p:cNvCxnSpPr>
          <p:nvPr userDrawn="1"/>
        </p:nvCxnSpPr>
        <p:spPr>
          <a:xfrm>
            <a:off x="503237" y="377065"/>
            <a:ext cx="11177587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62F6E0-6DA0-E0C9-4E95-2ACDCCF71AEA}"/>
              </a:ext>
            </a:extLst>
          </p:cNvPr>
          <p:cNvSpPr txBox="1"/>
          <p:nvPr userDrawn="1"/>
        </p:nvSpPr>
        <p:spPr bwMode="gray">
          <a:xfrm>
            <a:off x="10173904" y="6446237"/>
            <a:ext cx="1299410" cy="16676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200" b="0" cap="none" spc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&lt;Company Logo&gt;</a:t>
            </a:r>
          </a:p>
        </p:txBody>
      </p:sp>
    </p:spTree>
    <p:extLst>
      <p:ext uri="{BB962C8B-B14F-4D97-AF65-F5344CB8AC3E}">
        <p14:creationId xmlns:p14="http://schemas.microsoft.com/office/powerpoint/2010/main" val="11253618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4" orient="horz" pos="624">
          <p15:clr>
            <a:srgbClr val="A4A3A4"/>
          </p15:clr>
        </p15:guide>
        <p15:guide id="5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698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07837AC-A8F8-834F-D00B-5F5A3B22A9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480" y="751441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940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73FC752-0C5D-3EA5-3EF1-6C7FBD9D4374}"/>
              </a:ext>
            </a:extLst>
          </p:cNvPr>
          <p:cNvGrpSpPr/>
          <p:nvPr userDrawn="1"/>
        </p:nvGrpSpPr>
        <p:grpSpPr>
          <a:xfrm>
            <a:off x="-430508" y="1485606"/>
            <a:ext cx="182880" cy="2765215"/>
            <a:chOff x="-430508" y="1485606"/>
            <a:chExt cx="182880" cy="27652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2F505B8-D992-3212-255D-13595C842DBD}"/>
                </a:ext>
              </a:extLst>
            </p:cNvPr>
            <p:cNvSpPr/>
            <p:nvPr/>
          </p:nvSpPr>
          <p:spPr>
            <a:xfrm>
              <a:off x="-430508" y="2148378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DBF0DC0-E9D6-DF82-21D7-AAC2B0EBC25F}"/>
                </a:ext>
              </a:extLst>
            </p:cNvPr>
            <p:cNvSpPr/>
            <p:nvPr/>
          </p:nvSpPr>
          <p:spPr>
            <a:xfrm>
              <a:off x="-430508" y="246830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421EEE-9442-E824-DE28-78AEC24BD585}"/>
                </a:ext>
              </a:extLst>
            </p:cNvPr>
            <p:cNvSpPr/>
            <p:nvPr/>
          </p:nvSpPr>
          <p:spPr>
            <a:xfrm>
              <a:off x="-430508" y="2788232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3E046F-2E1E-70D7-2578-93EA0C3DB8DF}"/>
                </a:ext>
              </a:extLst>
            </p:cNvPr>
            <p:cNvSpPr/>
            <p:nvPr/>
          </p:nvSpPr>
          <p:spPr>
            <a:xfrm>
              <a:off x="-430508" y="3108159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7FB4E7-71F3-5BBC-A12F-9FDCFED40AF7}"/>
                </a:ext>
              </a:extLst>
            </p:cNvPr>
            <p:cNvSpPr/>
            <p:nvPr/>
          </p:nvSpPr>
          <p:spPr>
            <a:xfrm>
              <a:off x="-430508" y="3428086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15D991-D494-A258-893B-DA78BC177B63}"/>
                </a:ext>
              </a:extLst>
            </p:cNvPr>
            <p:cNvSpPr/>
            <p:nvPr/>
          </p:nvSpPr>
          <p:spPr>
            <a:xfrm>
              <a:off x="-430508" y="3748013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6C126F-7E97-4545-5233-9207D8C5B553}"/>
                </a:ext>
              </a:extLst>
            </p:cNvPr>
            <p:cNvSpPr/>
            <p:nvPr/>
          </p:nvSpPr>
          <p:spPr>
            <a:xfrm>
              <a:off x="-430508" y="40679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A590E3C-9C78-BF31-F76E-FF8DDE2305E2}"/>
                </a:ext>
              </a:extLst>
            </p:cNvPr>
            <p:cNvSpPr/>
            <p:nvPr/>
          </p:nvSpPr>
          <p:spPr>
            <a:xfrm>
              <a:off x="-430508" y="1828450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360B14-BAB6-7DF7-7B64-92B49034E4AE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3586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2252-09F5-279F-D0AF-2B94B15EF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28C27-EF93-E099-02E6-76C786C08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9DEE6-A00E-43BE-EFDE-3902B373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A4D07-713D-4057-AE95-681BCAF5A2A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C0E0B-D9BC-43C6-68C7-B2329DCE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2D878-7A65-7553-0A9D-CEF9CAFE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99E3-3990-4AB1-A307-47570492A783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D448EA-7A3C-FF51-EAC2-169B141605F5}"/>
              </a:ext>
            </a:extLst>
          </p:cNvPr>
          <p:cNvGrpSpPr/>
          <p:nvPr userDrawn="1"/>
        </p:nvGrpSpPr>
        <p:grpSpPr>
          <a:xfrm>
            <a:off x="-430508" y="1485606"/>
            <a:ext cx="182880" cy="2765215"/>
            <a:chOff x="-430508" y="1485606"/>
            <a:chExt cx="182880" cy="276521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622EAB-7D83-DC3D-B926-29F70EA4D622}"/>
                </a:ext>
              </a:extLst>
            </p:cNvPr>
            <p:cNvSpPr/>
            <p:nvPr/>
          </p:nvSpPr>
          <p:spPr>
            <a:xfrm>
              <a:off x="-430508" y="2148378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53B9EB-5BCE-21F0-B85B-3D55576A20AB}"/>
                </a:ext>
              </a:extLst>
            </p:cNvPr>
            <p:cNvSpPr/>
            <p:nvPr/>
          </p:nvSpPr>
          <p:spPr>
            <a:xfrm>
              <a:off x="-430508" y="246830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0B3A9D-65CE-F380-6272-B5A72FA9B486}"/>
                </a:ext>
              </a:extLst>
            </p:cNvPr>
            <p:cNvSpPr/>
            <p:nvPr/>
          </p:nvSpPr>
          <p:spPr>
            <a:xfrm>
              <a:off x="-430508" y="2788232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03847B-DEC8-D353-3231-01AA7F519B29}"/>
                </a:ext>
              </a:extLst>
            </p:cNvPr>
            <p:cNvSpPr/>
            <p:nvPr/>
          </p:nvSpPr>
          <p:spPr>
            <a:xfrm>
              <a:off x="-430508" y="3108159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638627-EE43-59C6-5DE0-1858F33D329D}"/>
                </a:ext>
              </a:extLst>
            </p:cNvPr>
            <p:cNvSpPr/>
            <p:nvPr/>
          </p:nvSpPr>
          <p:spPr>
            <a:xfrm>
              <a:off x="-430508" y="3428086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DABE3C-FD40-DD36-76D7-2F44DAB5DCEB}"/>
                </a:ext>
              </a:extLst>
            </p:cNvPr>
            <p:cNvSpPr/>
            <p:nvPr/>
          </p:nvSpPr>
          <p:spPr>
            <a:xfrm>
              <a:off x="-430508" y="3748013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29771C-8CB4-146F-BCE1-FEE99E91A755}"/>
                </a:ext>
              </a:extLst>
            </p:cNvPr>
            <p:cNvSpPr/>
            <p:nvPr/>
          </p:nvSpPr>
          <p:spPr>
            <a:xfrm>
              <a:off x="-430508" y="40679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AC0408-3F3E-3C38-6739-0EB2192085D8}"/>
                </a:ext>
              </a:extLst>
            </p:cNvPr>
            <p:cNvSpPr/>
            <p:nvPr/>
          </p:nvSpPr>
          <p:spPr>
            <a:xfrm>
              <a:off x="-430508" y="1828450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0A11E2-022F-AC38-65B7-9E74B448E591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800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Subhead: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283AAB4-05BA-F745-AEC4-D94AEF23D5E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14400" y="279400"/>
            <a:ext cx="10325100" cy="7874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0A8EFBF-6B77-C94F-8440-771FCE7295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1184239"/>
            <a:ext cx="9296400" cy="5842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/>
            </a:lvl1pPr>
          </a:lstStyle>
          <a:p>
            <a:pPr lvl="0"/>
            <a:r>
              <a:rPr lang="en-US"/>
              <a:t>2 lines running intro text. Morbi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, porta ac </a:t>
            </a:r>
            <a:r>
              <a:rPr lang="en-US" err="1"/>
              <a:t>consectetur</a:t>
            </a:r>
            <a:r>
              <a:rPr lang="en-US"/>
              <a:t> ac, vestibulum at eros. Donec sed </a:t>
            </a:r>
            <a:r>
              <a:rPr lang="en-US" err="1"/>
              <a:t>odio</a:t>
            </a:r>
            <a:r>
              <a:rPr lang="en-US"/>
              <a:t> dui.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cursus magna, vel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et. Sed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at </a:t>
            </a:r>
            <a:r>
              <a:rPr lang="en-US" err="1"/>
              <a:t>lobortis</a:t>
            </a:r>
            <a:r>
              <a:rPr lang="en-US"/>
              <a:t>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B0B4B6-17E2-6F5F-F491-C28166EA94C6}"/>
              </a:ext>
            </a:extLst>
          </p:cNvPr>
          <p:cNvGrpSpPr/>
          <p:nvPr userDrawn="1"/>
        </p:nvGrpSpPr>
        <p:grpSpPr>
          <a:xfrm>
            <a:off x="-430508" y="1485606"/>
            <a:ext cx="182880" cy="2765215"/>
            <a:chOff x="-430508" y="1485606"/>
            <a:chExt cx="182880" cy="2765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6045969-1E72-40B0-8A6E-A079FB5340BD}"/>
                </a:ext>
              </a:extLst>
            </p:cNvPr>
            <p:cNvSpPr/>
            <p:nvPr/>
          </p:nvSpPr>
          <p:spPr>
            <a:xfrm>
              <a:off x="-430508" y="2148378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234E58-3BB7-21C3-EC6F-42350E1D7ACB}"/>
                </a:ext>
              </a:extLst>
            </p:cNvPr>
            <p:cNvSpPr/>
            <p:nvPr/>
          </p:nvSpPr>
          <p:spPr>
            <a:xfrm>
              <a:off x="-430508" y="246830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FDBC5D-A9AF-A553-0BA1-2F793EE19930}"/>
                </a:ext>
              </a:extLst>
            </p:cNvPr>
            <p:cNvSpPr/>
            <p:nvPr/>
          </p:nvSpPr>
          <p:spPr>
            <a:xfrm>
              <a:off x="-430508" y="2788232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D16E0F-368F-C849-13C9-D8F7E0214D43}"/>
                </a:ext>
              </a:extLst>
            </p:cNvPr>
            <p:cNvSpPr/>
            <p:nvPr/>
          </p:nvSpPr>
          <p:spPr>
            <a:xfrm>
              <a:off x="-430508" y="3108159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B46A9B-5B3F-A084-A71F-08FAEC785E2A}"/>
                </a:ext>
              </a:extLst>
            </p:cNvPr>
            <p:cNvSpPr/>
            <p:nvPr/>
          </p:nvSpPr>
          <p:spPr>
            <a:xfrm>
              <a:off x="-430508" y="3428086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8827C1-B84D-2E4F-D5DE-5EEE64CCD147}"/>
                </a:ext>
              </a:extLst>
            </p:cNvPr>
            <p:cNvSpPr/>
            <p:nvPr/>
          </p:nvSpPr>
          <p:spPr>
            <a:xfrm>
              <a:off x="-430508" y="3748013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768149-02D9-E764-3E01-238C537E7F9C}"/>
                </a:ext>
              </a:extLst>
            </p:cNvPr>
            <p:cNvSpPr/>
            <p:nvPr/>
          </p:nvSpPr>
          <p:spPr>
            <a:xfrm>
              <a:off x="-430508" y="40679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556AD3-86C4-1893-2081-7547680388B1}"/>
                </a:ext>
              </a:extLst>
            </p:cNvPr>
            <p:cNvSpPr/>
            <p:nvPr/>
          </p:nvSpPr>
          <p:spPr>
            <a:xfrm>
              <a:off x="-430508" y="1828450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717A37-4C29-3F9B-35A5-74345B22A783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171292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968390-1116-4E3A-9B0A-1A7E025FC6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420" y="3048657"/>
            <a:ext cx="10926067" cy="8029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445"/>
              </a:lnSpc>
              <a:spcBef>
                <a:spcPts val="0"/>
              </a:spcBef>
              <a:buNone/>
              <a:defRPr sz="4346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4346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4346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4346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4346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Presentation Title Verdana 44 Pt</a:t>
            </a:r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8DA20CE-C03A-419B-9CF7-563BB71A9D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926" y="3851562"/>
            <a:ext cx="10926561" cy="468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73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37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37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37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37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Presentation Subtitle Verdana Bold 22 Pt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A6DEE8-DCA8-4CB7-9F93-AFBDD1F583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96705" y="1121364"/>
            <a:ext cx="3697783" cy="33711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494"/>
              </a:spcBef>
              <a:buNone/>
              <a:defRPr sz="118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18 February, 2022</a:t>
            </a:r>
            <a:endParaRPr lang="en-IN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D0FF670-C5A9-4980-B3C0-8DA623F369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7926" y="5850907"/>
            <a:ext cx="2502370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89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1086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1086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1086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1086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Doc Number: 00000000</a:t>
            </a:r>
          </a:p>
        </p:txBody>
      </p:sp>
    </p:spTree>
    <p:extLst>
      <p:ext uri="{BB962C8B-B14F-4D97-AF65-F5344CB8AC3E}">
        <p14:creationId xmlns:p14="http://schemas.microsoft.com/office/powerpoint/2010/main" val="2294803188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07837AC-A8F8-834F-D00B-5F5A3B22A9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480" y="751441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960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454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09D2F-E345-6040-9408-A642F236AC9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11175" y="188641"/>
            <a:ext cx="11207753" cy="375239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2400" kern="1200" noProof="0" dirty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3850632"/>
      </p:ext>
    </p:extLst>
  </p:cSld>
  <p:clrMapOvr>
    <a:masterClrMapping/>
  </p:clrMapOvr>
  <p:transition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09D2F-E345-6040-9408-A642F236AC9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03925" y="504727"/>
            <a:ext cx="11176899" cy="33239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1217613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2400" kern="1200" spc="-50" baseline="0" noProof="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CF493B-A35F-34F7-5D09-670770F48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3237" y="909894"/>
            <a:ext cx="11177587" cy="215444"/>
          </a:xfrm>
        </p:spPr>
        <p:txBody>
          <a:bodyPr>
            <a:spAutoFit/>
          </a:bodyPr>
          <a:lstStyle>
            <a:lvl1pPr algn="l" defTabSz="1217613" rtl="0" eaLnBrk="0" fontAlgn="base" hangingPunct="0">
              <a:spcBef>
                <a:spcPct val="0"/>
              </a:spcBef>
              <a:spcAft>
                <a:spcPts val="1333"/>
              </a:spcAft>
              <a:buSzPct val="100000"/>
              <a:defRPr lang="en-US" sz="1400" kern="1200" dirty="0" smtClean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algn="l" defTabSz="1217613" rtl="0" eaLnBrk="0" fontAlgn="base" hangingPunct="0">
              <a:spcBef>
                <a:spcPct val="0"/>
              </a:spcBef>
              <a:spcAft>
                <a:spcPts val="1333"/>
              </a:spcAft>
              <a:buSzPct val="100000"/>
              <a:defRPr lang="en-US" sz="1500" kern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FBF7E7-BB7B-3F33-1D19-A4AAC47DAA7C}"/>
              </a:ext>
            </a:extLst>
          </p:cNvPr>
          <p:cNvCxnSpPr>
            <a:cxnSpLocks/>
          </p:cNvCxnSpPr>
          <p:nvPr userDrawn="1"/>
        </p:nvCxnSpPr>
        <p:spPr>
          <a:xfrm>
            <a:off x="503237" y="377065"/>
            <a:ext cx="11177587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62F6E0-6DA0-E0C9-4E95-2ACDCCF71AEA}"/>
              </a:ext>
            </a:extLst>
          </p:cNvPr>
          <p:cNvSpPr txBox="1"/>
          <p:nvPr userDrawn="1"/>
        </p:nvSpPr>
        <p:spPr bwMode="gray">
          <a:xfrm>
            <a:off x="10173904" y="6446237"/>
            <a:ext cx="1299410" cy="16676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200" b="0" cap="none" spc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&lt;Company Logo&gt;</a:t>
            </a:r>
          </a:p>
        </p:txBody>
      </p:sp>
    </p:spTree>
    <p:extLst>
      <p:ext uri="{BB962C8B-B14F-4D97-AF65-F5344CB8AC3E}">
        <p14:creationId xmlns:p14="http://schemas.microsoft.com/office/powerpoint/2010/main" val="420605009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4" orient="horz" pos="624">
          <p15:clr>
            <a:srgbClr val="A4A3A4"/>
          </p15:clr>
        </p15:guide>
        <p15:guide id="5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638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454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e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e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emf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1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FF48DA5-9BDA-46DB-93D2-23AEBDC90533}"/>
              </a:ext>
            </a:extLst>
          </p:cNvPr>
          <p:cNvSpPr txBox="1">
            <a:spLocks/>
          </p:cNvSpPr>
          <p:nvPr userDrawn="1"/>
        </p:nvSpPr>
        <p:spPr>
          <a:xfrm>
            <a:off x="8840140" y="6404265"/>
            <a:ext cx="2742260" cy="1828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B0F568-6928-4C91-B8E9-B4130DA3ACA1}" type="slidenum">
              <a:rPr lang="en-IN" sz="790" smtClean="0">
                <a:latin typeface="Verdana" panose="020B0604030504040204" pitchFamily="34" charset="0"/>
                <a:ea typeface="Verdana" panose="020B0604030504040204" pitchFamily="34" charset="0"/>
              </a:rPr>
              <a:pPr algn="r"/>
              <a:t>‹#›</a:t>
            </a:fld>
            <a:endParaRPr lang="en-IN" sz="79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id="{7D8E43DB-6AD9-4182-9B3B-5CC8010B705C}"/>
              </a:ext>
            </a:extLst>
          </p:cNvPr>
          <p:cNvSpPr txBox="1">
            <a:spLocks/>
          </p:cNvSpPr>
          <p:nvPr userDrawn="1"/>
        </p:nvSpPr>
        <p:spPr>
          <a:xfrm>
            <a:off x="2253217" y="6404265"/>
            <a:ext cx="8998042" cy="1828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44" marR="0" indent="0" algn="r" defTabSz="451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90">
                <a:solidFill>
                  <a:srgbClr val="FF0000"/>
                </a:solidFill>
              </a:rPr>
              <a:t>Conﬁdential. </a:t>
            </a:r>
            <a:r>
              <a:rPr lang="en-US" sz="790" spc="-30">
                <a:solidFill>
                  <a:srgbClr val="FF0000"/>
                </a:solidFill>
              </a:rPr>
              <a:t>F</a:t>
            </a:r>
            <a:r>
              <a:rPr lang="en-US" sz="790">
                <a:solidFill>
                  <a:srgbClr val="FF0000"/>
                </a:solidFill>
              </a:rPr>
              <a:t>or Internal Circulation Only </a:t>
            </a:r>
            <a:r>
              <a:rPr lang="en-US" sz="790"/>
              <a:t>| Copyright © E</a:t>
            </a:r>
            <a:r>
              <a:rPr lang="en-US" sz="790" spc="-15"/>
              <a:t>L</a:t>
            </a:r>
            <a:r>
              <a:rPr lang="en-US" sz="790"/>
              <a:t>GI EQUIPMEN</a:t>
            </a:r>
            <a:r>
              <a:rPr lang="en-US" sz="790" spc="-10"/>
              <a:t>T</a:t>
            </a:r>
            <a:r>
              <a:rPr lang="en-US" sz="790"/>
              <a:t>S LIMITED 2025 | All Rights Reserved</a:t>
            </a:r>
          </a:p>
          <a:p>
            <a:pPr marL="12544" algn="r"/>
            <a:endParaRPr lang="en-US" sz="79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/>
          <a:srcRect l="17818" b="-6496"/>
          <a:stretch/>
        </p:blipFill>
        <p:spPr>
          <a:xfrm>
            <a:off x="0" y="6312345"/>
            <a:ext cx="1469608" cy="393254"/>
          </a:xfrm>
          <a:prstGeom prst="rect">
            <a:avLst/>
          </a:prstGeom>
        </p:spPr>
      </p:pic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547148" y="6312345"/>
            <a:ext cx="10058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9E7579CF-9951-EA77-7256-FD1D13E51616}"/>
              </a:ext>
            </a:extLst>
          </p:cNvPr>
          <p:cNvGrpSpPr/>
          <p:nvPr userDrawn="1"/>
        </p:nvGrpSpPr>
        <p:grpSpPr>
          <a:xfrm>
            <a:off x="-430508" y="1485606"/>
            <a:ext cx="182880" cy="2765215"/>
            <a:chOff x="-430508" y="1485606"/>
            <a:chExt cx="182880" cy="27652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E25C97-403C-5BAE-F513-53B9350EA466}"/>
                </a:ext>
              </a:extLst>
            </p:cNvPr>
            <p:cNvSpPr/>
            <p:nvPr/>
          </p:nvSpPr>
          <p:spPr>
            <a:xfrm>
              <a:off x="-430508" y="2148378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8D14DFD-DA02-2C3E-980D-C672594500ED}"/>
                </a:ext>
              </a:extLst>
            </p:cNvPr>
            <p:cNvSpPr/>
            <p:nvPr/>
          </p:nvSpPr>
          <p:spPr>
            <a:xfrm>
              <a:off x="-430508" y="246830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30EBEC-0EAE-9C63-F22F-D5AD2DB3EEE6}"/>
                </a:ext>
              </a:extLst>
            </p:cNvPr>
            <p:cNvSpPr/>
            <p:nvPr/>
          </p:nvSpPr>
          <p:spPr>
            <a:xfrm>
              <a:off x="-430508" y="2788232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739E4D-6756-60E3-20C9-EC5CB87A8C7A}"/>
                </a:ext>
              </a:extLst>
            </p:cNvPr>
            <p:cNvSpPr/>
            <p:nvPr/>
          </p:nvSpPr>
          <p:spPr>
            <a:xfrm>
              <a:off x="-430508" y="3108159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D912B3-DB61-A209-B6C6-07BCBCF4938C}"/>
                </a:ext>
              </a:extLst>
            </p:cNvPr>
            <p:cNvSpPr/>
            <p:nvPr/>
          </p:nvSpPr>
          <p:spPr>
            <a:xfrm>
              <a:off x="-430508" y="3428086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049CB8-0001-1696-2C0A-DC241DE15417}"/>
                </a:ext>
              </a:extLst>
            </p:cNvPr>
            <p:cNvSpPr/>
            <p:nvPr/>
          </p:nvSpPr>
          <p:spPr>
            <a:xfrm>
              <a:off x="-430508" y="3748013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8254E52-339F-67DA-514E-0B2ADC0B03D8}"/>
                </a:ext>
              </a:extLst>
            </p:cNvPr>
            <p:cNvSpPr/>
            <p:nvPr/>
          </p:nvSpPr>
          <p:spPr>
            <a:xfrm>
              <a:off x="-430508" y="40679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207E14-6655-AC2A-ED88-851D8FB96BC6}"/>
                </a:ext>
              </a:extLst>
            </p:cNvPr>
            <p:cNvSpPr/>
            <p:nvPr/>
          </p:nvSpPr>
          <p:spPr>
            <a:xfrm>
              <a:off x="-430508" y="1828450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97C73A-AFDF-9F27-177F-11A9ABC5E559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062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l" defTabSz="903153" rtl="0" eaLnBrk="1" latinLnBrk="0" hangingPunct="1">
        <a:lnSpc>
          <a:spcPct val="90000"/>
        </a:lnSpc>
        <a:spcBef>
          <a:spcPct val="0"/>
        </a:spcBef>
        <a:buNone/>
        <a:defRPr sz="43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788" indent="-225788" algn="l" defTabSz="903153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6" kern="1200">
          <a:solidFill>
            <a:schemeClr val="tx1"/>
          </a:solidFill>
          <a:latin typeface="+mn-lt"/>
          <a:ea typeface="+mn-ea"/>
          <a:cs typeface="+mn-cs"/>
        </a:defRPr>
      </a:lvl1pPr>
      <a:lvl2pPr marL="677365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2pPr>
      <a:lvl3pPr marL="1128941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80518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2032094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48367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935247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386823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83840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1pPr>
      <a:lvl2pPr marL="45157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903153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35472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180630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25788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70945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161035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61261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FF48DA5-9BDA-46DB-93D2-23AEBDC90533}"/>
              </a:ext>
            </a:extLst>
          </p:cNvPr>
          <p:cNvSpPr txBox="1">
            <a:spLocks/>
          </p:cNvSpPr>
          <p:nvPr userDrawn="1"/>
        </p:nvSpPr>
        <p:spPr>
          <a:xfrm>
            <a:off x="8840140" y="6404265"/>
            <a:ext cx="2742260" cy="1828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B0F568-6928-4C91-B8E9-B4130DA3ACA1}" type="slidenum">
              <a:rPr lang="en-IN" sz="790" smtClean="0">
                <a:latin typeface="Verdana" panose="020B0604030504040204" pitchFamily="34" charset="0"/>
                <a:ea typeface="Verdana" panose="020B0604030504040204" pitchFamily="34" charset="0"/>
              </a:rPr>
              <a:pPr algn="r"/>
              <a:t>‹#›</a:t>
            </a:fld>
            <a:endParaRPr lang="en-IN" sz="79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id="{7D8E43DB-6AD9-4182-9B3B-5CC8010B705C}"/>
              </a:ext>
            </a:extLst>
          </p:cNvPr>
          <p:cNvSpPr txBox="1">
            <a:spLocks/>
          </p:cNvSpPr>
          <p:nvPr userDrawn="1"/>
        </p:nvSpPr>
        <p:spPr>
          <a:xfrm>
            <a:off x="2253217" y="6404265"/>
            <a:ext cx="8998042" cy="1828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44" marR="0" indent="0" algn="r" defTabSz="451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90">
                <a:solidFill>
                  <a:srgbClr val="FF0000"/>
                </a:solidFill>
              </a:rPr>
              <a:t>Conﬁdential. </a:t>
            </a:r>
            <a:r>
              <a:rPr lang="en-US" sz="790" spc="-30">
                <a:solidFill>
                  <a:srgbClr val="FF0000"/>
                </a:solidFill>
              </a:rPr>
              <a:t>F</a:t>
            </a:r>
            <a:r>
              <a:rPr lang="en-US" sz="790">
                <a:solidFill>
                  <a:srgbClr val="FF0000"/>
                </a:solidFill>
              </a:rPr>
              <a:t>or Internal Circulation Only </a:t>
            </a:r>
            <a:r>
              <a:rPr lang="en-US" sz="790"/>
              <a:t>| Copyright © E</a:t>
            </a:r>
            <a:r>
              <a:rPr lang="en-US" sz="790" spc="-15"/>
              <a:t>L</a:t>
            </a:r>
            <a:r>
              <a:rPr lang="en-US" sz="790"/>
              <a:t>GI EQUIPMEN</a:t>
            </a:r>
            <a:r>
              <a:rPr lang="en-US" sz="790" spc="-10"/>
              <a:t>T</a:t>
            </a:r>
            <a:r>
              <a:rPr lang="en-US" sz="790"/>
              <a:t>S LIMITED 2025 | All Rights Reserved</a:t>
            </a:r>
          </a:p>
          <a:p>
            <a:pPr marL="12544" algn="r"/>
            <a:endParaRPr lang="en-US" sz="79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/>
          <a:srcRect l="17818" b="-6496"/>
          <a:stretch/>
        </p:blipFill>
        <p:spPr>
          <a:xfrm>
            <a:off x="0" y="6312345"/>
            <a:ext cx="1469608" cy="393254"/>
          </a:xfrm>
          <a:prstGeom prst="rect">
            <a:avLst/>
          </a:prstGeom>
        </p:spPr>
      </p:pic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547148" y="6312345"/>
            <a:ext cx="10058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A4E0BBA5-2F25-91D9-5538-53F103DA6565}"/>
              </a:ext>
            </a:extLst>
          </p:cNvPr>
          <p:cNvGrpSpPr/>
          <p:nvPr userDrawn="1"/>
        </p:nvGrpSpPr>
        <p:grpSpPr>
          <a:xfrm>
            <a:off x="-430508" y="1485606"/>
            <a:ext cx="182880" cy="2765215"/>
            <a:chOff x="-430508" y="1485606"/>
            <a:chExt cx="182880" cy="27652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D7F840D-83E4-F9F6-E033-6547DE6B20B3}"/>
                </a:ext>
              </a:extLst>
            </p:cNvPr>
            <p:cNvSpPr/>
            <p:nvPr/>
          </p:nvSpPr>
          <p:spPr>
            <a:xfrm>
              <a:off x="-430508" y="2148378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0C52906-6E11-8597-C3E2-FE6160792064}"/>
                </a:ext>
              </a:extLst>
            </p:cNvPr>
            <p:cNvSpPr/>
            <p:nvPr/>
          </p:nvSpPr>
          <p:spPr>
            <a:xfrm>
              <a:off x="-430508" y="246830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6D897D-2494-B7E5-25AA-6EC79AC8D399}"/>
                </a:ext>
              </a:extLst>
            </p:cNvPr>
            <p:cNvSpPr/>
            <p:nvPr/>
          </p:nvSpPr>
          <p:spPr>
            <a:xfrm>
              <a:off x="-430508" y="2788232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87B6B9-0359-964E-2D2A-744B38263A33}"/>
                </a:ext>
              </a:extLst>
            </p:cNvPr>
            <p:cNvSpPr/>
            <p:nvPr/>
          </p:nvSpPr>
          <p:spPr>
            <a:xfrm>
              <a:off x="-430508" y="3108159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AA8375F-2FFB-0108-645B-AC461E233A19}"/>
                </a:ext>
              </a:extLst>
            </p:cNvPr>
            <p:cNvSpPr/>
            <p:nvPr/>
          </p:nvSpPr>
          <p:spPr>
            <a:xfrm>
              <a:off x="-430508" y="3428086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2E9D19-0749-4A0C-E016-E846F321B726}"/>
                </a:ext>
              </a:extLst>
            </p:cNvPr>
            <p:cNvSpPr/>
            <p:nvPr/>
          </p:nvSpPr>
          <p:spPr>
            <a:xfrm>
              <a:off x="-430508" y="3748013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F435C0-2C3D-FC97-8E36-09F1065DF646}"/>
                </a:ext>
              </a:extLst>
            </p:cNvPr>
            <p:cNvSpPr/>
            <p:nvPr/>
          </p:nvSpPr>
          <p:spPr>
            <a:xfrm>
              <a:off x="-430508" y="40679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7FE147-A15B-E01A-E161-672045CEFAF0}"/>
                </a:ext>
              </a:extLst>
            </p:cNvPr>
            <p:cNvSpPr/>
            <p:nvPr/>
          </p:nvSpPr>
          <p:spPr>
            <a:xfrm>
              <a:off x="-430508" y="1828450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F1D59A-7307-3D89-DC1B-38B74690370A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977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txStyles>
    <p:titleStyle>
      <a:lvl1pPr algn="l" defTabSz="903153" rtl="0" eaLnBrk="1" latinLnBrk="0" hangingPunct="1">
        <a:lnSpc>
          <a:spcPct val="90000"/>
        </a:lnSpc>
        <a:spcBef>
          <a:spcPct val="0"/>
        </a:spcBef>
        <a:buNone/>
        <a:defRPr sz="43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788" indent="-225788" algn="l" defTabSz="903153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6" kern="1200">
          <a:solidFill>
            <a:schemeClr val="tx1"/>
          </a:solidFill>
          <a:latin typeface="+mn-lt"/>
          <a:ea typeface="+mn-ea"/>
          <a:cs typeface="+mn-cs"/>
        </a:defRPr>
      </a:lvl1pPr>
      <a:lvl2pPr marL="677365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2pPr>
      <a:lvl3pPr marL="1128941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80518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2032094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48367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935247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386823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83840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1pPr>
      <a:lvl2pPr marL="45157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903153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35472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180630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25788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70945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161035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61261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FF48DA5-9BDA-46DB-93D2-23AEBDC90533}"/>
              </a:ext>
            </a:extLst>
          </p:cNvPr>
          <p:cNvSpPr txBox="1">
            <a:spLocks/>
          </p:cNvSpPr>
          <p:nvPr userDrawn="1"/>
        </p:nvSpPr>
        <p:spPr>
          <a:xfrm>
            <a:off x="8840140" y="6404265"/>
            <a:ext cx="2742260" cy="1828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B0F568-6928-4C91-B8E9-B4130DA3ACA1}" type="slidenum">
              <a:rPr lang="en-IN" sz="790" smtClean="0">
                <a:latin typeface="Verdana" panose="020B0604030504040204" pitchFamily="34" charset="0"/>
                <a:ea typeface="Verdana" panose="020B0604030504040204" pitchFamily="34" charset="0"/>
              </a:rPr>
              <a:pPr algn="r"/>
              <a:t>‹#›</a:t>
            </a:fld>
            <a:endParaRPr lang="en-IN" sz="79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id="{7D8E43DB-6AD9-4182-9B3B-5CC8010B705C}"/>
              </a:ext>
            </a:extLst>
          </p:cNvPr>
          <p:cNvSpPr txBox="1">
            <a:spLocks/>
          </p:cNvSpPr>
          <p:nvPr userDrawn="1"/>
        </p:nvSpPr>
        <p:spPr>
          <a:xfrm>
            <a:off x="2253217" y="6404265"/>
            <a:ext cx="8998042" cy="1828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44" marR="0" indent="0" algn="r" defTabSz="451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90">
                <a:solidFill>
                  <a:srgbClr val="FF0000"/>
                </a:solidFill>
              </a:rPr>
              <a:t>Conﬁdential. </a:t>
            </a:r>
            <a:r>
              <a:rPr lang="en-US" sz="790" spc="-30">
                <a:solidFill>
                  <a:srgbClr val="FF0000"/>
                </a:solidFill>
              </a:rPr>
              <a:t>F</a:t>
            </a:r>
            <a:r>
              <a:rPr lang="en-US" sz="790">
                <a:solidFill>
                  <a:srgbClr val="FF0000"/>
                </a:solidFill>
              </a:rPr>
              <a:t>or Internal Circulation Only </a:t>
            </a:r>
            <a:r>
              <a:rPr lang="en-US" sz="790"/>
              <a:t>| Copyright © E</a:t>
            </a:r>
            <a:r>
              <a:rPr lang="en-US" sz="790" spc="-15"/>
              <a:t>L</a:t>
            </a:r>
            <a:r>
              <a:rPr lang="en-US" sz="790"/>
              <a:t>GI EQUIPMEN</a:t>
            </a:r>
            <a:r>
              <a:rPr lang="en-US" sz="790" spc="-10"/>
              <a:t>T</a:t>
            </a:r>
            <a:r>
              <a:rPr lang="en-US" sz="790"/>
              <a:t>S LIMITED 2025 | All Rights Reserved</a:t>
            </a:r>
          </a:p>
          <a:p>
            <a:pPr marL="12544" algn="r"/>
            <a:endParaRPr lang="en-US" sz="79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/>
          <a:srcRect l="17818" b="-6496"/>
          <a:stretch/>
        </p:blipFill>
        <p:spPr>
          <a:xfrm>
            <a:off x="0" y="6312345"/>
            <a:ext cx="1469608" cy="393254"/>
          </a:xfrm>
          <a:prstGeom prst="rect">
            <a:avLst/>
          </a:prstGeom>
        </p:spPr>
      </p:pic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547148" y="6312345"/>
            <a:ext cx="10058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FB276D-33C4-926E-349A-FCF5F8501475}"/>
              </a:ext>
            </a:extLst>
          </p:cNvPr>
          <p:cNvGrpSpPr/>
          <p:nvPr userDrawn="1"/>
        </p:nvGrpSpPr>
        <p:grpSpPr>
          <a:xfrm>
            <a:off x="-430508" y="1485606"/>
            <a:ext cx="182880" cy="3222415"/>
            <a:chOff x="-430508" y="1485606"/>
            <a:chExt cx="182880" cy="32224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E25C97-403C-5BAE-F513-53B9350EA466}"/>
                </a:ext>
              </a:extLst>
            </p:cNvPr>
            <p:cNvSpPr/>
            <p:nvPr/>
          </p:nvSpPr>
          <p:spPr>
            <a:xfrm>
              <a:off x="-430508" y="2701421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8D14DFD-DA02-2C3E-980D-C672594500ED}"/>
                </a:ext>
              </a:extLst>
            </p:cNvPr>
            <p:cNvSpPr/>
            <p:nvPr/>
          </p:nvSpPr>
          <p:spPr>
            <a:xfrm>
              <a:off x="-430508" y="300537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30EBEC-0EAE-9C63-F22F-D5AD2DB3EEE6}"/>
                </a:ext>
              </a:extLst>
            </p:cNvPr>
            <p:cNvSpPr/>
            <p:nvPr/>
          </p:nvSpPr>
          <p:spPr>
            <a:xfrm>
              <a:off x="-430508" y="3309329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739E4D-6756-60E3-20C9-EC5CB87A8C7A}"/>
                </a:ext>
              </a:extLst>
            </p:cNvPr>
            <p:cNvSpPr/>
            <p:nvPr/>
          </p:nvSpPr>
          <p:spPr>
            <a:xfrm>
              <a:off x="-430508" y="3613283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noFill/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D912B3-DB61-A209-B6C6-07BCBCF4938C}"/>
                </a:ext>
              </a:extLst>
            </p:cNvPr>
            <p:cNvSpPr/>
            <p:nvPr/>
          </p:nvSpPr>
          <p:spPr>
            <a:xfrm>
              <a:off x="-430508" y="3917237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noFill/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049CB8-0001-1696-2C0A-DC241DE15417}"/>
                </a:ext>
              </a:extLst>
            </p:cNvPr>
            <p:cNvSpPr/>
            <p:nvPr/>
          </p:nvSpPr>
          <p:spPr>
            <a:xfrm>
              <a:off x="-430508" y="4221191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8254E52-339F-67DA-514E-0B2ADC0B03D8}"/>
                </a:ext>
              </a:extLst>
            </p:cNvPr>
            <p:cNvSpPr/>
            <p:nvPr/>
          </p:nvSpPr>
          <p:spPr>
            <a:xfrm>
              <a:off x="-430508" y="45251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207E14-6655-AC2A-ED88-851D8FB96BC6}"/>
                </a:ext>
              </a:extLst>
            </p:cNvPr>
            <p:cNvSpPr/>
            <p:nvPr/>
          </p:nvSpPr>
          <p:spPr>
            <a:xfrm>
              <a:off x="-430508" y="2397467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97C73A-AFDF-9F27-177F-11A9ABC5E559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1C8EB36-B7F4-DC9B-E19A-BE8B6CC6FD03}"/>
                </a:ext>
              </a:extLst>
            </p:cNvPr>
            <p:cNvSpPr/>
            <p:nvPr userDrawn="1"/>
          </p:nvSpPr>
          <p:spPr>
            <a:xfrm>
              <a:off x="-430508" y="1789559"/>
              <a:ext cx="182880" cy="1828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DCE45C-CD2C-52C1-6084-8DD29E7C5607}"/>
                </a:ext>
              </a:extLst>
            </p:cNvPr>
            <p:cNvSpPr/>
            <p:nvPr userDrawn="1"/>
          </p:nvSpPr>
          <p:spPr>
            <a:xfrm>
              <a:off x="-430508" y="2093513"/>
              <a:ext cx="182880" cy="182880"/>
            </a:xfrm>
            <a:prstGeom prst="rect">
              <a:avLst/>
            </a:prstGeom>
            <a:solidFill>
              <a:srgbClr val="BABAB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1899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5" r:id="rId3"/>
    <p:sldLayoutId id="2147483728" r:id="rId4"/>
  </p:sldLayoutIdLst>
  <p:txStyles>
    <p:titleStyle>
      <a:lvl1pPr algn="l" defTabSz="903153" rtl="0" eaLnBrk="1" latinLnBrk="0" hangingPunct="1">
        <a:lnSpc>
          <a:spcPct val="90000"/>
        </a:lnSpc>
        <a:spcBef>
          <a:spcPct val="0"/>
        </a:spcBef>
        <a:buNone/>
        <a:defRPr sz="43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788" indent="-225788" algn="l" defTabSz="903153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6" kern="1200">
          <a:solidFill>
            <a:schemeClr val="tx1"/>
          </a:solidFill>
          <a:latin typeface="+mn-lt"/>
          <a:ea typeface="+mn-ea"/>
          <a:cs typeface="+mn-cs"/>
        </a:defRPr>
      </a:lvl1pPr>
      <a:lvl2pPr marL="677365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2pPr>
      <a:lvl3pPr marL="1128941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80518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2032094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48367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935247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386823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83840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1pPr>
      <a:lvl2pPr marL="45157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903153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35472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180630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25788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70945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161035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61261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FF48DA5-9BDA-46DB-93D2-23AEBDC90533}"/>
              </a:ext>
            </a:extLst>
          </p:cNvPr>
          <p:cNvSpPr txBox="1">
            <a:spLocks/>
          </p:cNvSpPr>
          <p:nvPr userDrawn="1"/>
        </p:nvSpPr>
        <p:spPr>
          <a:xfrm>
            <a:off x="8840140" y="6404265"/>
            <a:ext cx="2742260" cy="1828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B0F568-6928-4C91-B8E9-B4130DA3ACA1}" type="slidenum">
              <a:rPr lang="en-IN" sz="790" smtClean="0">
                <a:latin typeface="Verdana" panose="020B0604030504040204" pitchFamily="34" charset="0"/>
                <a:ea typeface="Verdana" panose="020B0604030504040204" pitchFamily="34" charset="0"/>
              </a:rPr>
              <a:pPr algn="r"/>
              <a:t>‹#›</a:t>
            </a:fld>
            <a:endParaRPr lang="en-IN" sz="79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id="{7D8E43DB-6AD9-4182-9B3B-5CC8010B705C}"/>
              </a:ext>
            </a:extLst>
          </p:cNvPr>
          <p:cNvSpPr txBox="1">
            <a:spLocks/>
          </p:cNvSpPr>
          <p:nvPr userDrawn="1"/>
        </p:nvSpPr>
        <p:spPr>
          <a:xfrm>
            <a:off x="2253217" y="6404265"/>
            <a:ext cx="8998042" cy="1828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44" marR="0" indent="0" algn="r" defTabSz="451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90">
                <a:solidFill>
                  <a:srgbClr val="FF0000"/>
                </a:solidFill>
              </a:rPr>
              <a:t>Conﬁdential. </a:t>
            </a:r>
            <a:r>
              <a:rPr lang="en-US" sz="790" spc="-30">
                <a:solidFill>
                  <a:srgbClr val="FF0000"/>
                </a:solidFill>
              </a:rPr>
              <a:t>F</a:t>
            </a:r>
            <a:r>
              <a:rPr lang="en-US" sz="790">
                <a:solidFill>
                  <a:srgbClr val="FF0000"/>
                </a:solidFill>
              </a:rPr>
              <a:t>or Internal Circulation Only </a:t>
            </a:r>
            <a:r>
              <a:rPr lang="en-US" sz="790"/>
              <a:t>| Copyright © E</a:t>
            </a:r>
            <a:r>
              <a:rPr lang="en-US" sz="790" spc="-15"/>
              <a:t>L</a:t>
            </a:r>
            <a:r>
              <a:rPr lang="en-US" sz="790"/>
              <a:t>GI EQUIPMEN</a:t>
            </a:r>
            <a:r>
              <a:rPr lang="en-US" sz="790" spc="-10"/>
              <a:t>T</a:t>
            </a:r>
            <a:r>
              <a:rPr lang="en-US" sz="790"/>
              <a:t>S LIMITED 2025 | All Rights Reserved</a:t>
            </a:r>
          </a:p>
          <a:p>
            <a:pPr marL="12544" algn="r"/>
            <a:endParaRPr lang="en-US" sz="79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/>
          <a:srcRect l="17818" b="-6496"/>
          <a:stretch/>
        </p:blipFill>
        <p:spPr>
          <a:xfrm>
            <a:off x="0" y="6312345"/>
            <a:ext cx="1469608" cy="393254"/>
          </a:xfrm>
          <a:prstGeom prst="rect">
            <a:avLst/>
          </a:prstGeom>
        </p:spPr>
      </p:pic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547148" y="6312345"/>
            <a:ext cx="10058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8A2E05-1A5E-B887-D278-90C6E4369CBD}"/>
              </a:ext>
            </a:extLst>
          </p:cNvPr>
          <p:cNvGrpSpPr/>
          <p:nvPr userDrawn="1"/>
        </p:nvGrpSpPr>
        <p:grpSpPr>
          <a:xfrm>
            <a:off x="-430508" y="1485606"/>
            <a:ext cx="182880" cy="3222415"/>
            <a:chOff x="-430508" y="1485606"/>
            <a:chExt cx="182880" cy="322241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279A4B3-6B68-0CFE-AE88-D67A0EDA4E2A}"/>
                </a:ext>
              </a:extLst>
            </p:cNvPr>
            <p:cNvSpPr/>
            <p:nvPr/>
          </p:nvSpPr>
          <p:spPr>
            <a:xfrm>
              <a:off x="-430508" y="2701421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497F182-2510-1824-E9F9-6693209EFAC2}"/>
                </a:ext>
              </a:extLst>
            </p:cNvPr>
            <p:cNvSpPr/>
            <p:nvPr/>
          </p:nvSpPr>
          <p:spPr>
            <a:xfrm>
              <a:off x="-430508" y="300537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700D422-C7A9-5F25-917C-36223E5A7025}"/>
                </a:ext>
              </a:extLst>
            </p:cNvPr>
            <p:cNvSpPr/>
            <p:nvPr/>
          </p:nvSpPr>
          <p:spPr>
            <a:xfrm>
              <a:off x="-430508" y="3309329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71C7FE2-D193-B66E-479A-B1E85E59DEC8}"/>
                </a:ext>
              </a:extLst>
            </p:cNvPr>
            <p:cNvSpPr/>
            <p:nvPr/>
          </p:nvSpPr>
          <p:spPr>
            <a:xfrm>
              <a:off x="-430508" y="3613283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noFill/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6FB924C-0D65-A333-9C48-8C3F1A38EF3B}"/>
                </a:ext>
              </a:extLst>
            </p:cNvPr>
            <p:cNvSpPr/>
            <p:nvPr/>
          </p:nvSpPr>
          <p:spPr>
            <a:xfrm>
              <a:off x="-430508" y="3917237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noFill/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564DF74-EE0D-C598-94D4-BE80063F5650}"/>
                </a:ext>
              </a:extLst>
            </p:cNvPr>
            <p:cNvSpPr/>
            <p:nvPr/>
          </p:nvSpPr>
          <p:spPr>
            <a:xfrm>
              <a:off x="-430508" y="4221191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AFD24E2-04E7-E90A-C304-EEC639025BE8}"/>
                </a:ext>
              </a:extLst>
            </p:cNvPr>
            <p:cNvSpPr/>
            <p:nvPr/>
          </p:nvSpPr>
          <p:spPr>
            <a:xfrm>
              <a:off x="-430508" y="45251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C981170-8145-7C88-5982-5DA1E9FEE55C}"/>
                </a:ext>
              </a:extLst>
            </p:cNvPr>
            <p:cNvSpPr/>
            <p:nvPr/>
          </p:nvSpPr>
          <p:spPr>
            <a:xfrm>
              <a:off x="-430508" y="2397467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CA96D0B-44D0-0602-0F6D-B31B460752FC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B152E1A-03D9-0260-F57A-A627470D41E6}"/>
                </a:ext>
              </a:extLst>
            </p:cNvPr>
            <p:cNvSpPr/>
            <p:nvPr userDrawn="1"/>
          </p:nvSpPr>
          <p:spPr>
            <a:xfrm>
              <a:off x="-430508" y="1789559"/>
              <a:ext cx="182880" cy="1828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2BFF06-F5B6-58A7-BCEC-6BA63669BB31}"/>
                </a:ext>
              </a:extLst>
            </p:cNvPr>
            <p:cNvSpPr/>
            <p:nvPr userDrawn="1"/>
          </p:nvSpPr>
          <p:spPr>
            <a:xfrm>
              <a:off x="-430508" y="2093513"/>
              <a:ext cx="182880" cy="182880"/>
            </a:xfrm>
            <a:prstGeom prst="rect">
              <a:avLst/>
            </a:prstGeom>
            <a:solidFill>
              <a:srgbClr val="BABAB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148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</p:sldLayoutIdLst>
  <p:txStyles>
    <p:titleStyle>
      <a:lvl1pPr algn="l" defTabSz="903153" rtl="0" eaLnBrk="1" latinLnBrk="0" hangingPunct="1">
        <a:lnSpc>
          <a:spcPct val="90000"/>
        </a:lnSpc>
        <a:spcBef>
          <a:spcPct val="0"/>
        </a:spcBef>
        <a:buNone/>
        <a:defRPr sz="43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788" indent="-225788" algn="l" defTabSz="903153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6" kern="1200">
          <a:solidFill>
            <a:schemeClr val="tx1"/>
          </a:solidFill>
          <a:latin typeface="+mn-lt"/>
          <a:ea typeface="+mn-ea"/>
          <a:cs typeface="+mn-cs"/>
        </a:defRPr>
      </a:lvl1pPr>
      <a:lvl2pPr marL="677365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2pPr>
      <a:lvl3pPr marL="1128941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80518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2032094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48367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935247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386823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83840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1pPr>
      <a:lvl2pPr marL="45157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903153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35472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180630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25788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70945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161035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61261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3"/>
          <a:srcRect l="17818" b="-6496"/>
          <a:stretch/>
        </p:blipFill>
        <p:spPr>
          <a:xfrm>
            <a:off x="0" y="1141679"/>
            <a:ext cx="4512373" cy="120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0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03153" rtl="0" eaLnBrk="1" latinLnBrk="0" hangingPunct="1">
        <a:lnSpc>
          <a:spcPct val="90000"/>
        </a:lnSpc>
        <a:spcBef>
          <a:spcPct val="0"/>
        </a:spcBef>
        <a:buNone/>
        <a:defRPr sz="43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788" indent="-225788" algn="l" defTabSz="903153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6" kern="1200">
          <a:solidFill>
            <a:schemeClr val="tx1"/>
          </a:solidFill>
          <a:latin typeface="+mn-lt"/>
          <a:ea typeface="+mn-ea"/>
          <a:cs typeface="+mn-cs"/>
        </a:defRPr>
      </a:lvl1pPr>
      <a:lvl2pPr marL="677365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2pPr>
      <a:lvl3pPr marL="1128941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80518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2032094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48367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935247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386823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83840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1pPr>
      <a:lvl2pPr marL="45157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903153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35472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180630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25788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70945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161035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61261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FF48DA5-9BDA-46DB-93D2-23AEBDC90533}"/>
              </a:ext>
            </a:extLst>
          </p:cNvPr>
          <p:cNvSpPr txBox="1">
            <a:spLocks/>
          </p:cNvSpPr>
          <p:nvPr userDrawn="1"/>
        </p:nvSpPr>
        <p:spPr>
          <a:xfrm>
            <a:off x="8840140" y="6404265"/>
            <a:ext cx="2742260" cy="1828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B0F568-6928-4C91-B8E9-B4130DA3ACA1}" type="slidenum">
              <a:rPr lang="en-IN" sz="790" smtClean="0">
                <a:latin typeface="Verdana" panose="020B0604030504040204" pitchFamily="34" charset="0"/>
                <a:ea typeface="Verdana" panose="020B0604030504040204" pitchFamily="34" charset="0"/>
              </a:rPr>
              <a:pPr algn="r"/>
              <a:t>‹#›</a:t>
            </a:fld>
            <a:endParaRPr lang="en-IN" sz="79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id="{7D8E43DB-6AD9-4182-9B3B-5CC8010B705C}"/>
              </a:ext>
            </a:extLst>
          </p:cNvPr>
          <p:cNvSpPr txBox="1">
            <a:spLocks/>
          </p:cNvSpPr>
          <p:nvPr userDrawn="1"/>
        </p:nvSpPr>
        <p:spPr>
          <a:xfrm>
            <a:off x="2253217" y="6404265"/>
            <a:ext cx="8998042" cy="1828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44" marR="0" indent="0" algn="r" defTabSz="451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90">
                <a:solidFill>
                  <a:srgbClr val="FF0000"/>
                </a:solidFill>
              </a:rPr>
              <a:t>Conﬁdential. </a:t>
            </a:r>
            <a:r>
              <a:rPr lang="en-US" sz="790" spc="-30">
                <a:solidFill>
                  <a:srgbClr val="FF0000"/>
                </a:solidFill>
              </a:rPr>
              <a:t>F</a:t>
            </a:r>
            <a:r>
              <a:rPr lang="en-US" sz="790">
                <a:solidFill>
                  <a:srgbClr val="FF0000"/>
                </a:solidFill>
              </a:rPr>
              <a:t>or Internal Circulation Only </a:t>
            </a:r>
            <a:r>
              <a:rPr lang="en-US" sz="790"/>
              <a:t>| Copyright © ELGi EQUIPMEN</a:t>
            </a:r>
            <a:r>
              <a:rPr lang="en-US" sz="790" spc="-10"/>
              <a:t>T</a:t>
            </a:r>
            <a:r>
              <a:rPr lang="en-US" sz="790"/>
              <a:t>S LIMITED 2025 | All Rights Reserved</a:t>
            </a:r>
          </a:p>
          <a:p>
            <a:pPr marL="12544" algn="r"/>
            <a:endParaRPr lang="en-US" sz="79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/>
          <a:srcRect l="17818" b="-6496"/>
          <a:stretch/>
        </p:blipFill>
        <p:spPr>
          <a:xfrm>
            <a:off x="0" y="6312345"/>
            <a:ext cx="1469608" cy="393254"/>
          </a:xfrm>
          <a:prstGeom prst="rect">
            <a:avLst/>
          </a:prstGeom>
        </p:spPr>
      </p:pic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547148" y="6312345"/>
            <a:ext cx="10058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FB276D-33C4-926E-349A-FCF5F8501475}"/>
              </a:ext>
            </a:extLst>
          </p:cNvPr>
          <p:cNvGrpSpPr/>
          <p:nvPr userDrawn="1"/>
        </p:nvGrpSpPr>
        <p:grpSpPr>
          <a:xfrm>
            <a:off x="-430508" y="1485606"/>
            <a:ext cx="182880" cy="3222415"/>
            <a:chOff x="-430508" y="1485606"/>
            <a:chExt cx="182880" cy="32224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E25C97-403C-5BAE-F513-53B9350EA466}"/>
                </a:ext>
              </a:extLst>
            </p:cNvPr>
            <p:cNvSpPr/>
            <p:nvPr/>
          </p:nvSpPr>
          <p:spPr>
            <a:xfrm>
              <a:off x="-430508" y="2701421"/>
              <a:ext cx="182880" cy="182880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8D14DFD-DA02-2C3E-980D-C672594500ED}"/>
                </a:ext>
              </a:extLst>
            </p:cNvPr>
            <p:cNvSpPr/>
            <p:nvPr/>
          </p:nvSpPr>
          <p:spPr>
            <a:xfrm>
              <a:off x="-430508" y="3005375"/>
              <a:ext cx="182880" cy="1828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30EBEC-0EAE-9C63-F22F-D5AD2DB3EEE6}"/>
                </a:ext>
              </a:extLst>
            </p:cNvPr>
            <p:cNvSpPr/>
            <p:nvPr/>
          </p:nvSpPr>
          <p:spPr>
            <a:xfrm>
              <a:off x="-430508" y="3309329"/>
              <a:ext cx="182880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739E4D-6756-60E3-20C9-EC5CB87A8C7A}"/>
                </a:ext>
              </a:extLst>
            </p:cNvPr>
            <p:cNvSpPr/>
            <p:nvPr/>
          </p:nvSpPr>
          <p:spPr>
            <a:xfrm>
              <a:off x="-430508" y="3613283"/>
              <a:ext cx="182880" cy="182880"/>
            </a:xfrm>
            <a:prstGeom prst="rect">
              <a:avLst/>
            </a:prstGeom>
            <a:solidFill>
              <a:srgbClr val="FFBD47"/>
            </a:solidFill>
            <a:ln w="12700" cap="flat" cmpd="sng" algn="ctr">
              <a:noFill/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D912B3-DB61-A209-B6C6-07BCBCF4938C}"/>
                </a:ext>
              </a:extLst>
            </p:cNvPr>
            <p:cNvSpPr/>
            <p:nvPr/>
          </p:nvSpPr>
          <p:spPr>
            <a:xfrm>
              <a:off x="-430508" y="3917237"/>
              <a:ext cx="182880" cy="182880"/>
            </a:xfrm>
            <a:prstGeom prst="rect">
              <a:avLst/>
            </a:prstGeom>
            <a:solidFill>
              <a:srgbClr val="FF8427"/>
            </a:solidFill>
            <a:ln w="12700" cap="flat" cmpd="sng" algn="ctr">
              <a:noFill/>
              <a:prstDash val="solid"/>
            </a:ln>
            <a:effectLst/>
          </p:spPr>
          <p:txBody>
            <a:bodyPr lIns="74238" tIns="37119" rIns="74238" bIns="37119" rtlCol="0" anchor="ctr"/>
            <a:lstStyle/>
            <a:p>
              <a:pPr algn="ctr" defTabSz="742370"/>
              <a:endParaRPr lang="en-US" sz="1400" kern="0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049CB8-0001-1696-2C0A-DC241DE15417}"/>
                </a:ext>
              </a:extLst>
            </p:cNvPr>
            <p:cNvSpPr/>
            <p:nvPr/>
          </p:nvSpPr>
          <p:spPr>
            <a:xfrm>
              <a:off x="-430508" y="4221191"/>
              <a:ext cx="182880" cy="182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rot="0" spcFirstLastPara="0" vert="horz" wrap="square" lIns="88900" tIns="88900" rIns="88900" bIns="889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6000"/>
                </a:lnSpc>
              </a:pPr>
              <a:endParaRPr lang="en-US" sz="1600" b="1">
                <a:solidFill>
                  <a:sysClr val="window" lastClr="FFFFFF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8254E52-339F-67DA-514E-0B2ADC0B03D8}"/>
                </a:ext>
              </a:extLst>
            </p:cNvPr>
            <p:cNvSpPr/>
            <p:nvPr/>
          </p:nvSpPr>
          <p:spPr>
            <a:xfrm>
              <a:off x="-430508" y="4525141"/>
              <a:ext cx="182880" cy="182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5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207E14-6655-AC2A-ED88-851D8FB96BC6}"/>
                </a:ext>
              </a:extLst>
            </p:cNvPr>
            <p:cNvSpPr/>
            <p:nvPr/>
          </p:nvSpPr>
          <p:spPr>
            <a:xfrm>
              <a:off x="-430508" y="2397467"/>
              <a:ext cx="182880" cy="182880"/>
            </a:xfrm>
            <a:prstGeom prst="rect">
              <a:avLst/>
            </a:prstGeom>
            <a:solidFill>
              <a:srgbClr val="ED332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97C73A-AFDF-9F27-177F-11A9ABC5E559}"/>
                </a:ext>
              </a:extLst>
            </p:cNvPr>
            <p:cNvSpPr/>
            <p:nvPr/>
          </p:nvSpPr>
          <p:spPr>
            <a:xfrm>
              <a:off x="-430508" y="1485606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1C8EB36-B7F4-DC9B-E19A-BE8B6CC6FD03}"/>
                </a:ext>
              </a:extLst>
            </p:cNvPr>
            <p:cNvSpPr/>
            <p:nvPr userDrawn="1"/>
          </p:nvSpPr>
          <p:spPr>
            <a:xfrm>
              <a:off x="-430508" y="1789559"/>
              <a:ext cx="182880" cy="1828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DCE45C-CD2C-52C1-6084-8DD29E7C5607}"/>
                </a:ext>
              </a:extLst>
            </p:cNvPr>
            <p:cNvSpPr/>
            <p:nvPr userDrawn="1"/>
          </p:nvSpPr>
          <p:spPr>
            <a:xfrm>
              <a:off x="-430508" y="2093513"/>
              <a:ext cx="182880" cy="182880"/>
            </a:xfrm>
            <a:prstGeom prst="rect">
              <a:avLst/>
            </a:prstGeom>
            <a:solidFill>
              <a:srgbClr val="BABABA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747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txStyles>
    <p:titleStyle>
      <a:lvl1pPr algn="l" defTabSz="903153" rtl="0" eaLnBrk="1" latinLnBrk="0" hangingPunct="1">
        <a:lnSpc>
          <a:spcPct val="90000"/>
        </a:lnSpc>
        <a:spcBef>
          <a:spcPct val="0"/>
        </a:spcBef>
        <a:buNone/>
        <a:defRPr sz="43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788" indent="-225788" algn="l" defTabSz="903153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6" kern="1200">
          <a:solidFill>
            <a:schemeClr val="tx1"/>
          </a:solidFill>
          <a:latin typeface="+mn-lt"/>
          <a:ea typeface="+mn-ea"/>
          <a:cs typeface="+mn-cs"/>
        </a:defRPr>
      </a:lvl1pPr>
      <a:lvl2pPr marL="677365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2pPr>
      <a:lvl3pPr marL="1128941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80518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2032094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48367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935247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386823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83840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1pPr>
      <a:lvl2pPr marL="45157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903153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35472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180630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25788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70945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161035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61261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FF48DA5-9BDA-46DB-93D2-23AEBDC90533}"/>
              </a:ext>
            </a:extLst>
          </p:cNvPr>
          <p:cNvSpPr txBox="1">
            <a:spLocks/>
          </p:cNvSpPr>
          <p:nvPr userDrawn="1"/>
        </p:nvSpPr>
        <p:spPr>
          <a:xfrm>
            <a:off x="8840140" y="6404265"/>
            <a:ext cx="2742260" cy="1828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7B0F568-6928-4C91-B8E9-B4130DA3ACA1}" type="slidenum">
              <a:rPr lang="en-IN" sz="790" smtClean="0">
                <a:latin typeface="Verdana" panose="020B0604030504040204" pitchFamily="34" charset="0"/>
                <a:ea typeface="Verdana" panose="020B0604030504040204" pitchFamily="34" charset="0"/>
              </a:rPr>
              <a:pPr algn="r"/>
              <a:t>‹#›</a:t>
            </a:fld>
            <a:endParaRPr lang="en-IN" sz="79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id="{7D8E43DB-6AD9-4182-9B3B-5CC8010B705C}"/>
              </a:ext>
            </a:extLst>
          </p:cNvPr>
          <p:cNvSpPr txBox="1">
            <a:spLocks/>
          </p:cNvSpPr>
          <p:nvPr userDrawn="1"/>
        </p:nvSpPr>
        <p:spPr>
          <a:xfrm>
            <a:off x="2253217" y="6404265"/>
            <a:ext cx="8998042" cy="1828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44" marR="0" indent="0" algn="r" defTabSz="451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90">
                <a:solidFill>
                  <a:srgbClr val="FF0000"/>
                </a:solidFill>
              </a:rPr>
              <a:t>Conﬁdential. </a:t>
            </a:r>
            <a:r>
              <a:rPr lang="en-US" sz="790" spc="-30">
                <a:solidFill>
                  <a:srgbClr val="FF0000"/>
                </a:solidFill>
              </a:rPr>
              <a:t>F</a:t>
            </a:r>
            <a:r>
              <a:rPr lang="en-US" sz="790">
                <a:solidFill>
                  <a:srgbClr val="FF0000"/>
                </a:solidFill>
              </a:rPr>
              <a:t>or Internal Circulation Only </a:t>
            </a:r>
            <a:r>
              <a:rPr lang="en-US" sz="790"/>
              <a:t>| Copyright © E</a:t>
            </a:r>
            <a:r>
              <a:rPr lang="en-US" sz="790" spc="-15"/>
              <a:t>L</a:t>
            </a:r>
            <a:r>
              <a:rPr lang="en-US" sz="790"/>
              <a:t>GI EQUIPMEN</a:t>
            </a:r>
            <a:r>
              <a:rPr lang="en-US" sz="790" spc="-10"/>
              <a:t>T</a:t>
            </a:r>
            <a:r>
              <a:rPr lang="en-US" sz="790"/>
              <a:t>S LIMITED 2025 | All Rights Reserved</a:t>
            </a:r>
          </a:p>
          <a:p>
            <a:pPr marL="12544" algn="r"/>
            <a:endParaRPr lang="en-US" sz="79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/>
          <a:srcRect l="17818" b="-6496"/>
          <a:stretch/>
        </p:blipFill>
        <p:spPr>
          <a:xfrm>
            <a:off x="0" y="6312345"/>
            <a:ext cx="1469608" cy="393254"/>
          </a:xfrm>
          <a:prstGeom prst="rect">
            <a:avLst/>
          </a:prstGeom>
        </p:spPr>
      </p:pic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547148" y="6312345"/>
            <a:ext cx="100586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93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</p:sldLayoutIdLst>
  <p:txStyles>
    <p:titleStyle>
      <a:lvl1pPr algn="l" defTabSz="903153" rtl="0" eaLnBrk="1" latinLnBrk="0" hangingPunct="1">
        <a:lnSpc>
          <a:spcPct val="90000"/>
        </a:lnSpc>
        <a:spcBef>
          <a:spcPct val="0"/>
        </a:spcBef>
        <a:buNone/>
        <a:defRPr sz="43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788" indent="-225788" algn="l" defTabSz="903153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6" kern="1200">
          <a:solidFill>
            <a:schemeClr val="tx1"/>
          </a:solidFill>
          <a:latin typeface="+mn-lt"/>
          <a:ea typeface="+mn-ea"/>
          <a:cs typeface="+mn-cs"/>
        </a:defRPr>
      </a:lvl1pPr>
      <a:lvl2pPr marL="677365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2pPr>
      <a:lvl3pPr marL="1128941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80518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2032094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48367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935247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386823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838400" indent="-225788" algn="l" defTabSz="903153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1pPr>
      <a:lvl2pPr marL="45157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2pPr>
      <a:lvl3pPr marL="903153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35472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4pPr>
      <a:lvl5pPr marL="1806306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5pPr>
      <a:lvl6pPr marL="225788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2709459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161035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3612612" algn="l" defTabSz="903153" rtl="0" eaLnBrk="1" latinLnBrk="0" hangingPunct="1"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6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hyperlink" Target="https://elgi.sharepoint.com/:f:/s/ITLeadershipTeam/Et7MSZGqKlJIoWzfq9RG-CEBKNfKLSHHJj-zy7_BSr-KTA?e=KhR78Y" TargetMode="Externa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hyperlink" Target="https://elgi.sharepoint.com/:f:/s/ITLeadershipTeam/Et7MSZGqKlJIoWzfq9RG-CEBKNfKLSHHJj-zy7_BSr-KTA?e=KhR78Y" TargetMode="Externa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hyperlink" Target="https://elgi.sharepoint.com/:f:/s/ITLeadershipTeam/Et7MSZGqKlJIoWzfq9RG-CEBKNfKLSHHJj-zy7_BSr-KTA?e=KhR78Y" TargetMode="Externa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lgi.sharepoint.com/:f:/s/ITLeadershipTeam/Et7MSZGqKlJIoWzfq9RG-CEBKNfKLSHHJj-zy7_BSr-KTA?e=KhR78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hyperlink" Target="https://elgi.sharepoint.com/:f:/s/ITLeadershipTeam/Et7MSZGqKlJIoWzfq9RG-CEBKNfKLSHHJj-zy7_BSr-KTA?e=KhR78Y" TargetMode="Externa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C4C20C-74CB-4636-8341-DC07F104BD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3200" dirty="0">
                <a:latin typeface="+mn-lt"/>
              </a:rPr>
              <a:t>IT Project Management Steer -Co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C779A-24F9-4669-8F38-220946CC9E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91440" tIns="45720" rIns="91440" bIns="45720" anchor="t"/>
          <a:lstStyle/>
          <a:p>
            <a:r>
              <a:rPr lang="en-US" sz="2000" dirty="0">
                <a:solidFill>
                  <a:srgbClr val="FF0000"/>
                </a:solidFill>
                <a:latin typeface="+mn-lt"/>
                <a:ea typeface="Verdana"/>
              </a:rPr>
              <a:t>Project: &lt;Project Name&gt; Steering Committee Deck </a:t>
            </a:r>
            <a:endParaRPr lang="en-US" sz="2000" b="0" i="1" dirty="0">
              <a:solidFill>
                <a:srgbClr val="FF0000"/>
              </a:solidFill>
              <a:latin typeface="+mn-lt"/>
              <a:ea typeface="Verdana"/>
              <a:cs typeface="Calibri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F1B2EB-AD49-4CD2-9C43-2BE37E472E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926" y="4471904"/>
            <a:ext cx="2502370" cy="365125"/>
          </a:xfrm>
        </p:spPr>
        <p:txBody>
          <a:bodyPr lIns="91440" tIns="45720" rIns="91440" bIns="45720" anchor="t"/>
          <a:lstStyle/>
          <a:p>
            <a:r>
              <a:rPr lang="en-US" sz="1200" b="1" dirty="0">
                <a:latin typeface="+mn-lt"/>
                <a:ea typeface="Verdana"/>
              </a:rPr>
              <a:t>August 2025</a:t>
            </a:r>
            <a:endParaRPr lang="en-IN" sz="1200" b="1" dirty="0">
              <a:latin typeface="+mn-lt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67126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Agenda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 dirty="0"/>
              <a:t>Outlines the flow of the presentation and sets clear expectations for the session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369AE9A-F575-8AE6-832F-8E9E6E9BE48F}"/>
              </a:ext>
            </a:extLst>
          </p:cNvPr>
          <p:cNvGrpSpPr/>
          <p:nvPr/>
        </p:nvGrpSpPr>
        <p:grpSpPr>
          <a:xfrm>
            <a:off x="611479" y="1381786"/>
            <a:ext cx="10329516" cy="365760"/>
            <a:chOff x="611479" y="1381786"/>
            <a:chExt cx="10329516" cy="36576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DFE18CD-C1E8-BDC3-A873-E8DE7196540F}"/>
                </a:ext>
              </a:extLst>
            </p:cNvPr>
            <p:cNvSpPr/>
            <p:nvPr/>
          </p:nvSpPr>
          <p:spPr>
            <a:xfrm>
              <a:off x="611479" y="1381786"/>
              <a:ext cx="365760" cy="365760"/>
            </a:xfrm>
            <a:prstGeom prst="rect">
              <a:avLst/>
            </a:prstGeom>
            <a:solidFill>
              <a:srgbClr val="ED3326"/>
            </a:solidFill>
            <a:ln w="6350">
              <a:solidFill>
                <a:srgbClr val="ED33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6DE70A4-FCC5-0FB1-6C61-AD017F3C2A49}"/>
                </a:ext>
              </a:extLst>
            </p:cNvPr>
            <p:cNvSpPr/>
            <p:nvPr/>
          </p:nvSpPr>
          <p:spPr>
            <a:xfrm>
              <a:off x="1137037" y="1381786"/>
              <a:ext cx="9803958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&lt;&gt;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20B4B0-E890-E862-2D3F-35959CF08A3D}"/>
              </a:ext>
            </a:extLst>
          </p:cNvPr>
          <p:cNvGrpSpPr/>
          <p:nvPr/>
        </p:nvGrpSpPr>
        <p:grpSpPr>
          <a:xfrm>
            <a:off x="611479" y="2313953"/>
            <a:ext cx="10329516" cy="365760"/>
            <a:chOff x="611479" y="1381786"/>
            <a:chExt cx="10329516" cy="36576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9F2B6A2-1AFC-C0FF-254E-B0D6834A46AA}"/>
                </a:ext>
              </a:extLst>
            </p:cNvPr>
            <p:cNvSpPr/>
            <p:nvPr/>
          </p:nvSpPr>
          <p:spPr>
            <a:xfrm>
              <a:off x="611479" y="1381786"/>
              <a:ext cx="365760" cy="365760"/>
            </a:xfrm>
            <a:prstGeom prst="rect">
              <a:avLst/>
            </a:prstGeom>
            <a:solidFill>
              <a:srgbClr val="ED3326"/>
            </a:solidFill>
            <a:ln w="6350">
              <a:solidFill>
                <a:srgbClr val="ED33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4664C9-D648-256C-C559-661E5553F81B}"/>
                </a:ext>
              </a:extLst>
            </p:cNvPr>
            <p:cNvSpPr/>
            <p:nvPr/>
          </p:nvSpPr>
          <p:spPr>
            <a:xfrm>
              <a:off x="1137037" y="1381786"/>
              <a:ext cx="9803958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&lt;&gt;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91950A-9243-2208-0954-7A9A95F3F84E}"/>
              </a:ext>
            </a:extLst>
          </p:cNvPr>
          <p:cNvGrpSpPr/>
          <p:nvPr/>
        </p:nvGrpSpPr>
        <p:grpSpPr>
          <a:xfrm>
            <a:off x="611479" y="3246120"/>
            <a:ext cx="10329516" cy="365760"/>
            <a:chOff x="611479" y="1381786"/>
            <a:chExt cx="10329516" cy="3657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FF1301E-B9E5-0366-941E-82246DDB70CE}"/>
                </a:ext>
              </a:extLst>
            </p:cNvPr>
            <p:cNvSpPr/>
            <p:nvPr/>
          </p:nvSpPr>
          <p:spPr>
            <a:xfrm>
              <a:off x="611479" y="1381786"/>
              <a:ext cx="365760" cy="365760"/>
            </a:xfrm>
            <a:prstGeom prst="rect">
              <a:avLst/>
            </a:prstGeom>
            <a:solidFill>
              <a:srgbClr val="ED3326"/>
            </a:solidFill>
            <a:ln w="6350">
              <a:solidFill>
                <a:srgbClr val="ED33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CA3C01B-C971-D7C9-F0FA-86127A73370D}"/>
                </a:ext>
              </a:extLst>
            </p:cNvPr>
            <p:cNvSpPr/>
            <p:nvPr/>
          </p:nvSpPr>
          <p:spPr>
            <a:xfrm>
              <a:off x="1137037" y="1381786"/>
              <a:ext cx="9803958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&lt;&gt;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FDB21D-63FF-94CB-8F17-D97AC5C35123}"/>
              </a:ext>
            </a:extLst>
          </p:cNvPr>
          <p:cNvGrpSpPr/>
          <p:nvPr/>
        </p:nvGrpSpPr>
        <p:grpSpPr>
          <a:xfrm>
            <a:off x="611479" y="4178287"/>
            <a:ext cx="10329516" cy="365760"/>
            <a:chOff x="611479" y="1381786"/>
            <a:chExt cx="10329516" cy="3657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87855A-DCA2-D0BA-51C0-E0A3804631B2}"/>
                </a:ext>
              </a:extLst>
            </p:cNvPr>
            <p:cNvSpPr/>
            <p:nvPr/>
          </p:nvSpPr>
          <p:spPr>
            <a:xfrm>
              <a:off x="611479" y="1381786"/>
              <a:ext cx="365760" cy="365760"/>
            </a:xfrm>
            <a:prstGeom prst="rect">
              <a:avLst/>
            </a:prstGeom>
            <a:solidFill>
              <a:srgbClr val="ED3326"/>
            </a:solidFill>
            <a:ln w="6350">
              <a:solidFill>
                <a:srgbClr val="ED33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0DE2AEF-9ECB-847A-F31F-832E91AD1878}"/>
                </a:ext>
              </a:extLst>
            </p:cNvPr>
            <p:cNvSpPr/>
            <p:nvPr/>
          </p:nvSpPr>
          <p:spPr>
            <a:xfrm>
              <a:off x="1137037" y="1381786"/>
              <a:ext cx="9803958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&lt;&gt;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49B171F-8848-45B9-71A6-5B4011D8ED56}"/>
              </a:ext>
            </a:extLst>
          </p:cNvPr>
          <p:cNvGrpSpPr/>
          <p:nvPr/>
        </p:nvGrpSpPr>
        <p:grpSpPr>
          <a:xfrm>
            <a:off x="611479" y="5110455"/>
            <a:ext cx="10329516" cy="365760"/>
            <a:chOff x="611479" y="1381786"/>
            <a:chExt cx="10329516" cy="3657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315D346-E5FC-33A0-D34F-45ADE4AC33F5}"/>
                </a:ext>
              </a:extLst>
            </p:cNvPr>
            <p:cNvSpPr/>
            <p:nvPr/>
          </p:nvSpPr>
          <p:spPr>
            <a:xfrm>
              <a:off x="611479" y="1381786"/>
              <a:ext cx="365760" cy="365760"/>
            </a:xfrm>
            <a:prstGeom prst="rect">
              <a:avLst/>
            </a:prstGeom>
            <a:solidFill>
              <a:srgbClr val="ED3326"/>
            </a:solidFill>
            <a:ln w="6350">
              <a:solidFill>
                <a:srgbClr val="ED33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5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207C75C-0297-DC90-8B5D-29986411A4B0}"/>
                </a:ext>
              </a:extLst>
            </p:cNvPr>
            <p:cNvSpPr/>
            <p:nvPr/>
          </p:nvSpPr>
          <p:spPr>
            <a:xfrm>
              <a:off x="1137037" y="1381786"/>
              <a:ext cx="9803958" cy="365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&lt;&gt;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8CDEC47-7910-8B03-1422-CD2060929649}"/>
              </a:ext>
            </a:extLst>
          </p:cNvPr>
          <p:cNvGrpSpPr/>
          <p:nvPr/>
        </p:nvGrpSpPr>
        <p:grpSpPr>
          <a:xfrm>
            <a:off x="7982556" y="1970182"/>
            <a:ext cx="3597965" cy="3597966"/>
            <a:chOff x="7982556" y="1970182"/>
            <a:chExt cx="3597965" cy="3597966"/>
          </a:xfrm>
        </p:grpSpPr>
        <p:pic>
          <p:nvPicPr>
            <p:cNvPr id="24" name="Picture 23" descr="A person sitting on a clock with a computer&#10;&#10;Description automatically generated">
              <a:extLst>
                <a:ext uri="{FF2B5EF4-FFF2-40B4-BE49-F238E27FC236}">
                  <a16:creationId xmlns:a16="http://schemas.microsoft.com/office/drawing/2014/main" id="{EA08BF24-102E-376C-172B-688E0275C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2556" y="1970183"/>
              <a:ext cx="3597965" cy="359796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E90582F-DCBC-577B-7F85-F1F8907E764B}"/>
                </a:ext>
              </a:extLst>
            </p:cNvPr>
            <p:cNvSpPr/>
            <p:nvPr/>
          </p:nvSpPr>
          <p:spPr>
            <a:xfrm>
              <a:off x="7982556" y="1970182"/>
              <a:ext cx="3597965" cy="3597965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772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Action Items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Tracks progress of assigned action items from the last meeting to ensure timely completion and follow-up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7D3171-73E1-6464-E6F0-13B6FC97D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837404"/>
              </p:ext>
            </p:extLst>
          </p:nvPr>
        </p:nvGraphicFramePr>
        <p:xfrm>
          <a:off x="600118" y="1237980"/>
          <a:ext cx="10963657" cy="4531883"/>
        </p:xfrm>
        <a:graphic>
          <a:graphicData uri="http://schemas.openxmlformats.org/drawingml/2006/table">
            <a:tbl>
              <a:tblPr/>
              <a:tblGrid>
                <a:gridCol w="946950">
                  <a:extLst>
                    <a:ext uri="{9D8B030D-6E8A-4147-A177-3AD203B41FA5}">
                      <a16:colId xmlns:a16="http://schemas.microsoft.com/office/drawing/2014/main" val="1395127167"/>
                    </a:ext>
                  </a:extLst>
                </a:gridCol>
                <a:gridCol w="3589549">
                  <a:extLst>
                    <a:ext uri="{9D8B030D-6E8A-4147-A177-3AD203B41FA5}">
                      <a16:colId xmlns:a16="http://schemas.microsoft.com/office/drawing/2014/main" val="65702820"/>
                    </a:ext>
                  </a:extLst>
                </a:gridCol>
                <a:gridCol w="1856663">
                  <a:extLst>
                    <a:ext uri="{9D8B030D-6E8A-4147-A177-3AD203B41FA5}">
                      <a16:colId xmlns:a16="http://schemas.microsoft.com/office/drawing/2014/main" val="3996643263"/>
                    </a:ext>
                  </a:extLst>
                </a:gridCol>
                <a:gridCol w="1856663">
                  <a:extLst>
                    <a:ext uri="{9D8B030D-6E8A-4147-A177-3AD203B41FA5}">
                      <a16:colId xmlns:a16="http://schemas.microsoft.com/office/drawing/2014/main" val="3343964843"/>
                    </a:ext>
                  </a:extLst>
                </a:gridCol>
                <a:gridCol w="2713832">
                  <a:extLst>
                    <a:ext uri="{9D8B030D-6E8A-4147-A177-3AD203B41FA5}">
                      <a16:colId xmlns:a16="http://schemas.microsoft.com/office/drawing/2014/main" val="3728693436"/>
                    </a:ext>
                  </a:extLst>
                </a:gridCol>
              </a:tblGrid>
              <a:tr h="30307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Action ID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Owner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Due Date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Remarks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24934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A-001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65762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A-002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43978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A-003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20061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A-004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17484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A-005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696227"/>
                  </a:ext>
                </a:extLst>
              </a:tr>
            </a:tbl>
          </a:graphicData>
        </a:graphic>
      </p:graphicFrame>
      <p:sp>
        <p:nvSpPr>
          <p:cNvPr id="7" name="Rectangle 6">
            <a:hlinkClick r:id="rId3"/>
            <a:extLst>
              <a:ext uri="{FF2B5EF4-FFF2-40B4-BE49-F238E27FC236}">
                <a16:creationId xmlns:a16="http://schemas.microsoft.com/office/drawing/2014/main" id="{B64CB781-0DBF-1A44-0C2A-0AFDE531A61D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Meeting Minutes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37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582E9-260D-2236-9539-01E73C36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5DAAA-77B0-BFBB-A8CE-101963DE50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2100" dirty="0">
                <a:latin typeface="+mn-lt"/>
              </a:rPr>
              <a:t>Project Status Update (Option 1)</a:t>
            </a:r>
            <a:endParaRPr lang="en-IN" sz="2100" b="1" dirty="0">
              <a:latin typeface="+mn-lt"/>
              <a:ea typeface="Verdana" panose="020B060403050404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DF6F49-D5C6-BCCE-2B93-33BA94B891EA}"/>
              </a:ext>
            </a:extLst>
          </p:cNvPr>
          <p:cNvGraphicFramePr>
            <a:graphicFrameLocks noGrp="1"/>
          </p:cNvGraphicFramePr>
          <p:nvPr/>
        </p:nvGraphicFramePr>
        <p:xfrm>
          <a:off x="577954" y="916677"/>
          <a:ext cx="10990156" cy="563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6590">
                  <a:extLst>
                    <a:ext uri="{9D8B030D-6E8A-4147-A177-3AD203B41FA5}">
                      <a16:colId xmlns:a16="http://schemas.microsoft.com/office/drawing/2014/main" val="8193959"/>
                    </a:ext>
                  </a:extLst>
                </a:gridCol>
                <a:gridCol w="1154018">
                  <a:extLst>
                    <a:ext uri="{9D8B030D-6E8A-4147-A177-3AD203B41FA5}">
                      <a16:colId xmlns:a16="http://schemas.microsoft.com/office/drawing/2014/main" val="258453735"/>
                    </a:ext>
                  </a:extLst>
                </a:gridCol>
                <a:gridCol w="1414887">
                  <a:extLst>
                    <a:ext uri="{9D8B030D-6E8A-4147-A177-3AD203B41FA5}">
                      <a16:colId xmlns:a16="http://schemas.microsoft.com/office/drawing/2014/main" val="3117081894"/>
                    </a:ext>
                  </a:extLst>
                </a:gridCol>
                <a:gridCol w="1414887">
                  <a:extLst>
                    <a:ext uri="{9D8B030D-6E8A-4147-A177-3AD203B41FA5}">
                      <a16:colId xmlns:a16="http://schemas.microsoft.com/office/drawing/2014/main" val="4277531196"/>
                    </a:ext>
                  </a:extLst>
                </a:gridCol>
                <a:gridCol w="1414887">
                  <a:extLst>
                    <a:ext uri="{9D8B030D-6E8A-4147-A177-3AD203B41FA5}">
                      <a16:colId xmlns:a16="http://schemas.microsoft.com/office/drawing/2014/main" val="3961381575"/>
                    </a:ext>
                  </a:extLst>
                </a:gridCol>
                <a:gridCol w="1414887">
                  <a:extLst>
                    <a:ext uri="{9D8B030D-6E8A-4147-A177-3AD203B41FA5}">
                      <a16:colId xmlns:a16="http://schemas.microsoft.com/office/drawing/2014/main" val="4233898180"/>
                    </a:ext>
                  </a:extLst>
                </a:gridCol>
              </a:tblGrid>
              <a:tr h="2512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  <a:cs typeface="Unilever Shilling" panose="020B0502020202020204" pitchFamily="34" charset="0"/>
                        </a:rPr>
                        <a:t>Project Name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3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Cost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Scope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Schedule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Benefits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Risk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06888"/>
                  </a:ext>
                </a:extLst>
              </a:tr>
              <a:tr h="304503">
                <a:tc>
                  <a:txBody>
                    <a:bodyPr/>
                    <a:lstStyle/>
                    <a:p>
                      <a:pPr marL="182880" lvl="1" algn="l" defTabSz="914400" rtl="0" eaLnBrk="1" fontAlgn="b" latinLnBrk="0" hangingPunct="1"/>
                      <a:r>
                        <a:rPr lang="en-US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&lt;Brief Description of the Project&gt;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456452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94A54343-DD9B-37C4-B86B-F5838A11D88D}"/>
              </a:ext>
            </a:extLst>
          </p:cNvPr>
          <p:cNvGraphicFramePr>
            <a:graphicFrameLocks noGrp="1"/>
          </p:cNvGraphicFramePr>
          <p:nvPr/>
        </p:nvGraphicFramePr>
        <p:xfrm>
          <a:off x="577953" y="4864747"/>
          <a:ext cx="11042547" cy="14981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386">
                  <a:extLst>
                    <a:ext uri="{9D8B030D-6E8A-4147-A177-3AD203B41FA5}">
                      <a16:colId xmlns:a16="http://schemas.microsoft.com/office/drawing/2014/main" val="84720519"/>
                    </a:ext>
                  </a:extLst>
                </a:gridCol>
                <a:gridCol w="4131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6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6270">
                  <a:extLst>
                    <a:ext uri="{9D8B030D-6E8A-4147-A177-3AD203B41FA5}">
                      <a16:colId xmlns:a16="http://schemas.microsoft.com/office/drawing/2014/main" val="3995409898"/>
                    </a:ext>
                  </a:extLst>
                </a:gridCol>
              </a:tblGrid>
              <a:tr h="244238">
                <a:tc gridSpan="5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Key Risks and Support Required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373">
                <a:tc>
                  <a:txBody>
                    <a:bodyPr/>
                    <a:lstStyle/>
                    <a:p>
                      <a:pPr marL="111125" indent="0"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Risk/Support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  Action Plan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Owner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Due Date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36855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402086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383039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35857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F49E6567-621F-8E08-8546-16AE3BFEB7F8}"/>
              </a:ext>
            </a:extLst>
          </p:cNvPr>
          <p:cNvGraphicFramePr>
            <a:graphicFrameLocks noGrp="1"/>
          </p:cNvGraphicFramePr>
          <p:nvPr/>
        </p:nvGraphicFramePr>
        <p:xfrm>
          <a:off x="577954" y="3240263"/>
          <a:ext cx="5486400" cy="1604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7555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Key Accomplishments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7229">
                <a:tc>
                  <a:txBody>
                    <a:bodyPr/>
                    <a:lstStyle/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/>
                      </a:endParaRPr>
                    </a:p>
                    <a:p>
                      <a:pPr marL="111125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11125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/>
                      </a:endParaRPr>
                    </a:p>
                  </a:txBody>
                  <a:tcPr marL="7147" marR="7147" marT="7147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70146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CBC1C596-E106-9AD5-4F82-B55E8FF87D31}"/>
              </a:ext>
            </a:extLst>
          </p:cNvPr>
          <p:cNvGraphicFramePr>
            <a:graphicFrameLocks noGrp="1"/>
          </p:cNvGraphicFramePr>
          <p:nvPr/>
        </p:nvGraphicFramePr>
        <p:xfrm>
          <a:off x="6129333" y="3233861"/>
          <a:ext cx="5486400" cy="1611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997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Upcoming Activities/Deliverables</a:t>
                      </a:r>
                      <a:endParaRPr kumimoji="0" lang="en-US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4189">
                <a:tc>
                  <a:txBody>
                    <a:bodyPr/>
                    <a:lstStyle/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/>
                      </a:endParaRPr>
                    </a:p>
                    <a:p>
                      <a:pPr marL="111125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7014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C00327-C432-FD15-670D-6813635C9D1E}"/>
              </a:ext>
            </a:extLst>
          </p:cNvPr>
          <p:cNvGraphicFramePr>
            <a:graphicFrameLocks noGrp="1"/>
          </p:cNvGraphicFramePr>
          <p:nvPr/>
        </p:nvGraphicFramePr>
        <p:xfrm>
          <a:off x="577953" y="1517999"/>
          <a:ext cx="10990158" cy="16808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38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4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2991">
                <a:tc gridSpan="4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Critical Milestones</a:t>
                      </a:r>
                    </a:p>
                  </a:txBody>
                  <a:tcPr marL="7147" marR="7147" marT="1047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Milestone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7346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cs typeface="Calibri" panose="020F0502020204030204" pitchFamily="34" charset="0"/>
                        </a:rPr>
                        <a:t>Due Date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7346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Milestone #1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56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ABBvoice" panose="020D06030205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758173"/>
                  </a:ext>
                </a:extLst>
              </a:tr>
              <a:tr h="228632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Milestone #2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56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ABBvoice" panose="020D06030205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333195"/>
                  </a:ext>
                </a:extLst>
              </a:tr>
              <a:tr h="228632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Milestone #3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56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ABBvoice" panose="020D06030205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82035"/>
                  </a:ext>
                </a:extLst>
              </a:tr>
              <a:tr h="228632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Milestone #4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56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ABBvoice" panose="020D06030205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397223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EE7BAF54-2788-D480-4DF2-171EAAB5272D}"/>
              </a:ext>
            </a:extLst>
          </p:cNvPr>
          <p:cNvGrpSpPr/>
          <p:nvPr/>
        </p:nvGrpSpPr>
        <p:grpSpPr>
          <a:xfrm>
            <a:off x="6653404" y="6510908"/>
            <a:ext cx="4668210" cy="369332"/>
            <a:chOff x="3621684" y="6022088"/>
            <a:chExt cx="4668210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3FDFDA-00AA-CD09-26B3-7908DEC9BDB9}"/>
                </a:ext>
              </a:extLst>
            </p:cNvPr>
            <p:cNvSpPr txBox="1"/>
            <p:nvPr/>
          </p:nvSpPr>
          <p:spPr>
            <a:xfrm>
              <a:off x="5318112" y="6022088"/>
              <a:ext cx="38594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6D44A9-A648-13D3-D146-B39565603926}"/>
                </a:ext>
              </a:extLst>
            </p:cNvPr>
            <p:cNvSpPr txBox="1"/>
            <p:nvPr/>
          </p:nvSpPr>
          <p:spPr>
            <a:xfrm>
              <a:off x="3817672" y="6022088"/>
              <a:ext cx="4542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BD574E-4988-3E46-A9B4-EBDACBD708F0}"/>
                </a:ext>
              </a:extLst>
            </p:cNvPr>
            <p:cNvSpPr txBox="1"/>
            <p:nvPr/>
          </p:nvSpPr>
          <p:spPr>
            <a:xfrm>
              <a:off x="4292087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On-track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DC5C0E6-1EAF-B13D-6E42-EB9834D8B195}"/>
                </a:ext>
              </a:extLst>
            </p:cNvPr>
            <p:cNvSpPr txBox="1"/>
            <p:nvPr/>
          </p:nvSpPr>
          <p:spPr>
            <a:xfrm>
              <a:off x="5724239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Slightly off-track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C2F171-79FD-45F6-A9E5-833DFBD5D9D1}"/>
                </a:ext>
              </a:extLst>
            </p:cNvPr>
            <p:cNvSpPr txBox="1"/>
            <p:nvPr/>
          </p:nvSpPr>
          <p:spPr>
            <a:xfrm>
              <a:off x="6750264" y="6022088"/>
              <a:ext cx="513607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CC32E7-C06D-603C-72AF-57FC376FBD03}"/>
                </a:ext>
              </a:extLst>
            </p:cNvPr>
            <p:cNvSpPr txBox="1"/>
            <p:nvPr/>
          </p:nvSpPr>
          <p:spPr>
            <a:xfrm>
              <a:off x="7284054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Off-track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8F804D-1EF4-B90B-589B-58912415EF9E}"/>
                </a:ext>
              </a:extLst>
            </p:cNvPr>
            <p:cNvSpPr/>
            <p:nvPr/>
          </p:nvSpPr>
          <p:spPr>
            <a:xfrm>
              <a:off x="3621684" y="6051396"/>
              <a:ext cx="4661452" cy="26502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14CE65-ECE6-C461-F1B2-BE7EEBE6072A}"/>
              </a:ext>
            </a:extLst>
          </p:cNvPr>
          <p:cNvGraphicFramePr>
            <a:graphicFrameLocks noGrp="1"/>
          </p:cNvGraphicFramePr>
          <p:nvPr/>
        </p:nvGraphicFramePr>
        <p:xfrm>
          <a:off x="4719783" y="28706"/>
          <a:ext cx="6860739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090">
                  <a:extLst>
                    <a:ext uri="{9D8B030D-6E8A-4147-A177-3AD203B41FA5}">
                      <a16:colId xmlns:a16="http://schemas.microsoft.com/office/drawing/2014/main" val="206438777"/>
                    </a:ext>
                  </a:extLst>
                </a:gridCol>
                <a:gridCol w="1125152">
                  <a:extLst>
                    <a:ext uri="{9D8B030D-6E8A-4147-A177-3AD203B41FA5}">
                      <a16:colId xmlns:a16="http://schemas.microsoft.com/office/drawing/2014/main" val="1679038743"/>
                    </a:ext>
                  </a:extLst>
                </a:gridCol>
                <a:gridCol w="759066">
                  <a:extLst>
                    <a:ext uri="{9D8B030D-6E8A-4147-A177-3AD203B41FA5}">
                      <a16:colId xmlns:a16="http://schemas.microsoft.com/office/drawing/2014/main" val="565544261"/>
                    </a:ext>
                  </a:extLst>
                </a:gridCol>
                <a:gridCol w="1434190">
                  <a:extLst>
                    <a:ext uri="{9D8B030D-6E8A-4147-A177-3AD203B41FA5}">
                      <a16:colId xmlns:a16="http://schemas.microsoft.com/office/drawing/2014/main" val="3072034866"/>
                    </a:ext>
                  </a:extLst>
                </a:gridCol>
                <a:gridCol w="1272064">
                  <a:extLst>
                    <a:ext uri="{9D8B030D-6E8A-4147-A177-3AD203B41FA5}">
                      <a16:colId xmlns:a16="http://schemas.microsoft.com/office/drawing/2014/main" val="1998805191"/>
                    </a:ext>
                  </a:extLst>
                </a:gridCol>
                <a:gridCol w="1485177">
                  <a:extLst>
                    <a:ext uri="{9D8B030D-6E8A-4147-A177-3AD203B41FA5}">
                      <a16:colId xmlns:a16="http://schemas.microsoft.com/office/drawing/2014/main" val="2236392260"/>
                    </a:ext>
                  </a:extLst>
                </a:gridCol>
              </a:tblGrid>
              <a:tr h="208719">
                <a:tc rowSpan="2">
                  <a:txBody>
                    <a:bodyPr/>
                    <a:lstStyle/>
                    <a:p>
                      <a:r>
                        <a:rPr lang="en-US" sz="1200" dirty="0"/>
                        <a:t>Date of last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&lt;DD-MON-YYYY &gt;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&lt;Region&gt;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Sponsor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&lt;Name Here&gt;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916471"/>
                  </a:ext>
                </a:extLst>
              </a:tr>
              <a:tr h="302647">
                <a:tc vMerge="1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&lt;Function Nm&gt;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03153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Project Manager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&lt;Name Here&gt;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01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74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B18FA-C892-4260-8E9B-7DA3CD2B8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2100">
                <a:latin typeface="+mn-lt"/>
              </a:rPr>
              <a:t>Project Status Update (Option 2)</a:t>
            </a:r>
            <a:endParaRPr lang="en-IN" sz="2100" b="1">
              <a:latin typeface="+mn-lt"/>
              <a:ea typeface="Verdana" panose="020B060403050404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1BB8E2-7C8C-E4C1-E7A0-D470505E71C8}"/>
              </a:ext>
            </a:extLst>
          </p:cNvPr>
          <p:cNvGraphicFramePr>
            <a:graphicFrameLocks noGrp="1"/>
          </p:cNvGraphicFramePr>
          <p:nvPr/>
        </p:nvGraphicFramePr>
        <p:xfrm>
          <a:off x="577954" y="916677"/>
          <a:ext cx="11042547" cy="563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6500">
                  <a:extLst>
                    <a:ext uri="{9D8B030D-6E8A-4147-A177-3AD203B41FA5}">
                      <a16:colId xmlns:a16="http://schemas.microsoft.com/office/drawing/2014/main" val="8193959"/>
                    </a:ext>
                  </a:extLst>
                </a:gridCol>
                <a:gridCol w="1159519">
                  <a:extLst>
                    <a:ext uri="{9D8B030D-6E8A-4147-A177-3AD203B41FA5}">
                      <a16:colId xmlns:a16="http://schemas.microsoft.com/office/drawing/2014/main" val="258453735"/>
                    </a:ext>
                  </a:extLst>
                </a:gridCol>
                <a:gridCol w="1421632">
                  <a:extLst>
                    <a:ext uri="{9D8B030D-6E8A-4147-A177-3AD203B41FA5}">
                      <a16:colId xmlns:a16="http://schemas.microsoft.com/office/drawing/2014/main" val="3117081894"/>
                    </a:ext>
                  </a:extLst>
                </a:gridCol>
                <a:gridCol w="1421632">
                  <a:extLst>
                    <a:ext uri="{9D8B030D-6E8A-4147-A177-3AD203B41FA5}">
                      <a16:colId xmlns:a16="http://schemas.microsoft.com/office/drawing/2014/main" val="4277531196"/>
                    </a:ext>
                  </a:extLst>
                </a:gridCol>
                <a:gridCol w="1421632">
                  <a:extLst>
                    <a:ext uri="{9D8B030D-6E8A-4147-A177-3AD203B41FA5}">
                      <a16:colId xmlns:a16="http://schemas.microsoft.com/office/drawing/2014/main" val="3961381575"/>
                    </a:ext>
                  </a:extLst>
                </a:gridCol>
                <a:gridCol w="1421632">
                  <a:extLst>
                    <a:ext uri="{9D8B030D-6E8A-4147-A177-3AD203B41FA5}">
                      <a16:colId xmlns:a16="http://schemas.microsoft.com/office/drawing/2014/main" val="4233898180"/>
                    </a:ext>
                  </a:extLst>
                </a:gridCol>
              </a:tblGrid>
              <a:tr h="2512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  <a:cs typeface="Unilever Shilling" panose="020B0502020202020204" pitchFamily="34" charset="0"/>
                        </a:rPr>
                        <a:t>Project Name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3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Cost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Scope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Schedule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Benefits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Risk</a:t>
                      </a:r>
                    </a:p>
                  </a:txBody>
                  <a:tcPr marL="45720" marR="457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06888"/>
                  </a:ext>
                </a:extLst>
              </a:tr>
              <a:tr h="304503">
                <a:tc>
                  <a:txBody>
                    <a:bodyPr/>
                    <a:lstStyle/>
                    <a:p>
                      <a:pPr marL="182880" lvl="1" algn="l" defTabSz="914400" rtl="0" eaLnBrk="1" fontAlgn="b" latinLnBrk="0" hangingPunct="1"/>
                      <a:r>
                        <a:rPr lang="en-US" sz="1200" b="0" i="0" u="none" strike="noStrike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Unilever Shilling" panose="020B0502020202020204" pitchFamily="34" charset="0"/>
                        </a:rPr>
                        <a:t>&lt;Brief Description of the Project&gt;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456452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835B4554-4E95-9C5A-40E0-59AAE6017A25}"/>
              </a:ext>
            </a:extLst>
          </p:cNvPr>
          <p:cNvGraphicFramePr>
            <a:graphicFrameLocks noGrp="1"/>
          </p:cNvGraphicFramePr>
          <p:nvPr/>
        </p:nvGraphicFramePr>
        <p:xfrm>
          <a:off x="6134099" y="3825490"/>
          <a:ext cx="5486400" cy="22904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9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9019">
                  <a:extLst>
                    <a:ext uri="{9D8B030D-6E8A-4147-A177-3AD203B41FA5}">
                      <a16:colId xmlns:a16="http://schemas.microsoft.com/office/drawing/2014/main" val="84720519"/>
                    </a:ext>
                  </a:extLst>
                </a:gridCol>
                <a:gridCol w="765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248">
                  <a:extLst>
                    <a:ext uri="{9D8B030D-6E8A-4147-A177-3AD203B41FA5}">
                      <a16:colId xmlns:a16="http://schemas.microsoft.com/office/drawing/2014/main" val="3995409898"/>
                    </a:ext>
                  </a:extLst>
                </a:gridCol>
              </a:tblGrid>
              <a:tr h="249111">
                <a:tc gridSpan="4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Key Risks and Support Required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95">
                <a:tc>
                  <a:txBody>
                    <a:bodyPr/>
                    <a:lstStyle/>
                    <a:p>
                      <a:pPr marL="111125" indent="0"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Risk/Support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Owner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Due Date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36"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36855"/>
                  </a:ext>
                </a:extLst>
              </a:tr>
              <a:tr h="298936"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402086"/>
                  </a:ext>
                </a:extLst>
              </a:tr>
              <a:tr h="298936"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416074"/>
                  </a:ext>
                </a:extLst>
              </a:tr>
              <a:tr h="298936"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17451"/>
                  </a:ext>
                </a:extLst>
              </a:tr>
              <a:tr h="298936"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697544"/>
                  </a:ext>
                </a:extLst>
              </a:tr>
              <a:tr h="298936"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815918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55C501CA-0B31-177B-C1A1-BE2E8C045E8F}"/>
              </a:ext>
            </a:extLst>
          </p:cNvPr>
          <p:cNvGraphicFramePr>
            <a:graphicFrameLocks noGrp="1"/>
          </p:cNvGraphicFramePr>
          <p:nvPr/>
        </p:nvGraphicFramePr>
        <p:xfrm>
          <a:off x="577954" y="1691386"/>
          <a:ext cx="5486400" cy="1923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0723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Key Accomplishments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2961">
                <a:tc>
                  <a:txBody>
                    <a:bodyPr/>
                    <a:lstStyle/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/>
                      </a:endParaRPr>
                    </a:p>
                    <a:p>
                      <a:pPr marL="111125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11125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/>
                      </a:endParaRPr>
                    </a:p>
                  </a:txBody>
                  <a:tcPr marL="7147" marR="7147" marT="7147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70146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D6EB44B-A259-0653-59A0-F72A74BA0BA6}"/>
              </a:ext>
            </a:extLst>
          </p:cNvPr>
          <p:cNvGraphicFramePr>
            <a:graphicFrameLocks noGrp="1"/>
          </p:cNvGraphicFramePr>
          <p:nvPr/>
        </p:nvGraphicFramePr>
        <p:xfrm>
          <a:off x="6134100" y="1691387"/>
          <a:ext cx="5486400" cy="19236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66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Upcoming Activities/Deliverables</a:t>
                      </a:r>
                      <a:endParaRPr kumimoji="0" lang="en-US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2917">
                <a:tc>
                  <a:txBody>
                    <a:bodyPr/>
                    <a:lstStyle/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/>
                      </a:endParaRPr>
                    </a:p>
                    <a:p>
                      <a:pPr marL="111125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7014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AE4A6A7-EB66-6AA6-4015-22C430F98BBD}"/>
              </a:ext>
            </a:extLst>
          </p:cNvPr>
          <p:cNvGraphicFramePr>
            <a:graphicFrameLocks noGrp="1"/>
          </p:cNvGraphicFramePr>
          <p:nvPr/>
        </p:nvGraphicFramePr>
        <p:xfrm>
          <a:off x="577953" y="3825490"/>
          <a:ext cx="5486399" cy="2290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5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2991">
                <a:tc gridSpan="4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Critical Milestones</a:t>
                      </a:r>
                    </a:p>
                  </a:txBody>
                  <a:tcPr marL="7147" marR="7147" marT="1047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Milestone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7346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Due Date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7346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Milestone #1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56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ABBvoice" panose="020D06030205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758173"/>
                  </a:ext>
                </a:extLst>
              </a:tr>
              <a:tr h="228632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Milestone #2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56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ABBvoice" panose="020D06030205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333195"/>
                  </a:ext>
                </a:extLst>
              </a:tr>
              <a:tr h="228632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Milestone #3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56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ABBvoice" panose="020D06030205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82035"/>
                  </a:ext>
                </a:extLst>
              </a:tr>
              <a:tr h="228632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Milestone #4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56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ABBvoice" panose="020D06030205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397223"/>
                  </a:ext>
                </a:extLst>
              </a:tr>
              <a:tr h="228632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Milestone #5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56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ABBvoice" panose="020D06030205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969931"/>
                  </a:ext>
                </a:extLst>
              </a:tr>
              <a:tr h="228632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Milestone #6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56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ABBvoice" panose="020D06030205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111768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F6B6C0A2-5B20-EC68-C8BA-2883E7F6BAD6}"/>
              </a:ext>
            </a:extLst>
          </p:cNvPr>
          <p:cNvGrpSpPr/>
          <p:nvPr/>
        </p:nvGrpSpPr>
        <p:grpSpPr>
          <a:xfrm>
            <a:off x="6653404" y="6510908"/>
            <a:ext cx="4668210" cy="369332"/>
            <a:chOff x="3621684" y="6022088"/>
            <a:chExt cx="4668210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D78CA0-CCFF-BBDB-4399-E4AC4C598043}"/>
                </a:ext>
              </a:extLst>
            </p:cNvPr>
            <p:cNvSpPr txBox="1"/>
            <p:nvPr/>
          </p:nvSpPr>
          <p:spPr>
            <a:xfrm>
              <a:off x="5318112" y="6022088"/>
              <a:ext cx="38594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49A394-5E30-C794-F795-116D7BAEA4A8}"/>
                </a:ext>
              </a:extLst>
            </p:cNvPr>
            <p:cNvSpPr txBox="1"/>
            <p:nvPr/>
          </p:nvSpPr>
          <p:spPr>
            <a:xfrm>
              <a:off x="3817672" y="6022088"/>
              <a:ext cx="4542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1711B8-5CB1-5049-B272-F4BF2670995E}"/>
                </a:ext>
              </a:extLst>
            </p:cNvPr>
            <p:cNvSpPr txBox="1"/>
            <p:nvPr/>
          </p:nvSpPr>
          <p:spPr>
            <a:xfrm>
              <a:off x="4292087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On-track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2A633A-3CCF-1878-733A-0EA137D9C663}"/>
                </a:ext>
              </a:extLst>
            </p:cNvPr>
            <p:cNvSpPr txBox="1"/>
            <p:nvPr/>
          </p:nvSpPr>
          <p:spPr>
            <a:xfrm>
              <a:off x="5724239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Slightly off-track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3FB97A-825C-0F5B-0594-9D6FDB201829}"/>
                </a:ext>
              </a:extLst>
            </p:cNvPr>
            <p:cNvSpPr txBox="1"/>
            <p:nvPr/>
          </p:nvSpPr>
          <p:spPr>
            <a:xfrm>
              <a:off x="6750264" y="6022088"/>
              <a:ext cx="513607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387966A-6016-E6FD-AD1B-10CB7289E759}"/>
                </a:ext>
              </a:extLst>
            </p:cNvPr>
            <p:cNvSpPr txBox="1"/>
            <p:nvPr/>
          </p:nvSpPr>
          <p:spPr>
            <a:xfrm>
              <a:off x="7284054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Off-track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383185C-D79D-B3FE-77EF-D9E5B04BB70C}"/>
                </a:ext>
              </a:extLst>
            </p:cNvPr>
            <p:cNvSpPr/>
            <p:nvPr/>
          </p:nvSpPr>
          <p:spPr>
            <a:xfrm>
              <a:off x="3621684" y="6051396"/>
              <a:ext cx="4661452" cy="26502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602C9B-9E2E-D7BA-96FE-3241E866BB18}"/>
              </a:ext>
            </a:extLst>
          </p:cNvPr>
          <p:cNvGraphicFramePr>
            <a:graphicFrameLocks noGrp="1"/>
          </p:cNvGraphicFramePr>
          <p:nvPr/>
        </p:nvGraphicFramePr>
        <p:xfrm>
          <a:off x="4754423" y="33773"/>
          <a:ext cx="6860739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090">
                  <a:extLst>
                    <a:ext uri="{9D8B030D-6E8A-4147-A177-3AD203B41FA5}">
                      <a16:colId xmlns:a16="http://schemas.microsoft.com/office/drawing/2014/main" val="3940055350"/>
                    </a:ext>
                  </a:extLst>
                </a:gridCol>
                <a:gridCol w="1125152">
                  <a:extLst>
                    <a:ext uri="{9D8B030D-6E8A-4147-A177-3AD203B41FA5}">
                      <a16:colId xmlns:a16="http://schemas.microsoft.com/office/drawing/2014/main" val="825713073"/>
                    </a:ext>
                  </a:extLst>
                </a:gridCol>
                <a:gridCol w="759066">
                  <a:extLst>
                    <a:ext uri="{9D8B030D-6E8A-4147-A177-3AD203B41FA5}">
                      <a16:colId xmlns:a16="http://schemas.microsoft.com/office/drawing/2014/main" val="959968367"/>
                    </a:ext>
                  </a:extLst>
                </a:gridCol>
                <a:gridCol w="1434190">
                  <a:extLst>
                    <a:ext uri="{9D8B030D-6E8A-4147-A177-3AD203B41FA5}">
                      <a16:colId xmlns:a16="http://schemas.microsoft.com/office/drawing/2014/main" val="1699622490"/>
                    </a:ext>
                  </a:extLst>
                </a:gridCol>
                <a:gridCol w="1272064">
                  <a:extLst>
                    <a:ext uri="{9D8B030D-6E8A-4147-A177-3AD203B41FA5}">
                      <a16:colId xmlns:a16="http://schemas.microsoft.com/office/drawing/2014/main" val="2973149796"/>
                    </a:ext>
                  </a:extLst>
                </a:gridCol>
                <a:gridCol w="1485177">
                  <a:extLst>
                    <a:ext uri="{9D8B030D-6E8A-4147-A177-3AD203B41FA5}">
                      <a16:colId xmlns:a16="http://schemas.microsoft.com/office/drawing/2014/main" val="1901493634"/>
                    </a:ext>
                  </a:extLst>
                </a:gridCol>
              </a:tblGrid>
              <a:tr h="208719">
                <a:tc rowSpan="2">
                  <a:txBody>
                    <a:bodyPr/>
                    <a:lstStyle/>
                    <a:p>
                      <a:r>
                        <a:rPr lang="en-US" sz="1200"/>
                        <a:t>Date of last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&lt;DD-MON-YYYY &gt;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Region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&lt;Region&gt;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Sponsor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&lt;Name Here&gt;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24123"/>
                  </a:ext>
                </a:extLst>
              </a:tr>
              <a:tr h="302647">
                <a:tc vMerge="1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&lt;Function Nm&gt;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03153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Project Manager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&lt;Name Here&gt;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772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57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56A9D-D7C7-14BE-E397-B04215F8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587591-C366-94DE-9BF0-267D815B5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2100" dirty="0"/>
              <a:t>Project Status Update (Option 3)</a:t>
            </a:r>
            <a:endParaRPr lang="en-IN" sz="2100" dirty="0"/>
          </a:p>
          <a:p>
            <a:r>
              <a:rPr lang="en-US" sz="1600" b="0" dirty="0">
                <a:latin typeface="+mn-lt"/>
              </a:rPr>
              <a:t>&lt;Project Name&gt; </a:t>
            </a:r>
            <a:r>
              <a:rPr lang="en-US" sz="1600" dirty="0">
                <a:latin typeface="+mn-lt"/>
              </a:rPr>
              <a:t>(Option 3)</a:t>
            </a:r>
          </a:p>
          <a:p>
            <a:endParaRPr lang="en-IN" sz="1600" b="0" dirty="0">
              <a:latin typeface="+mn-lt"/>
              <a:ea typeface="Verdana" panose="020B0604030504040204" pitchFamily="34" charset="0"/>
            </a:endParaRP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08E6FA60-6E74-CAE9-CCD3-854AE976A5EC}"/>
              </a:ext>
            </a:extLst>
          </p:cNvPr>
          <p:cNvGraphicFramePr>
            <a:graphicFrameLocks noGrp="1"/>
          </p:cNvGraphicFramePr>
          <p:nvPr/>
        </p:nvGraphicFramePr>
        <p:xfrm>
          <a:off x="577953" y="4458080"/>
          <a:ext cx="11042547" cy="1747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386">
                  <a:extLst>
                    <a:ext uri="{9D8B030D-6E8A-4147-A177-3AD203B41FA5}">
                      <a16:colId xmlns:a16="http://schemas.microsoft.com/office/drawing/2014/main" val="84720519"/>
                    </a:ext>
                  </a:extLst>
                </a:gridCol>
                <a:gridCol w="4131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6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6270">
                  <a:extLst>
                    <a:ext uri="{9D8B030D-6E8A-4147-A177-3AD203B41FA5}">
                      <a16:colId xmlns:a16="http://schemas.microsoft.com/office/drawing/2014/main" val="3995409898"/>
                    </a:ext>
                  </a:extLst>
                </a:gridCol>
              </a:tblGrid>
              <a:tr h="244238">
                <a:tc gridSpan="5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Key Risks and Support Required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373">
                <a:tc>
                  <a:txBody>
                    <a:bodyPr/>
                    <a:lstStyle/>
                    <a:p>
                      <a:pPr marL="111125" indent="0"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Risk/Support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0"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  Action Plan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Owner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Due Date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l" fontAlgn="b"/>
                      <a:r>
                        <a:rPr lang="en-US" sz="11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Test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36855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402086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134649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742809"/>
                  </a:ext>
                </a:extLst>
              </a:tr>
              <a:tr h="249389"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0"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821518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3F1FD101-FDE9-D604-480F-9BC52A0C3494}"/>
              </a:ext>
            </a:extLst>
          </p:cNvPr>
          <p:cNvGraphicFramePr>
            <a:graphicFrameLocks noGrp="1"/>
          </p:cNvGraphicFramePr>
          <p:nvPr/>
        </p:nvGraphicFramePr>
        <p:xfrm>
          <a:off x="577954" y="2821439"/>
          <a:ext cx="5486400" cy="1604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7555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Key Accomplishments</a:t>
                      </a: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7229">
                <a:tc>
                  <a:txBody>
                    <a:bodyPr/>
                    <a:lstStyle/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/>
                        </a:rPr>
                        <a:t>Test</a:t>
                      </a:r>
                    </a:p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Test 1</a:t>
                      </a:r>
                    </a:p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Test 2</a:t>
                      </a:r>
                    </a:p>
                    <a:p>
                      <a:pPr marL="111125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/>
                      </a:endParaRPr>
                    </a:p>
                  </a:txBody>
                  <a:tcPr marL="7147" marR="7147" marT="7147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70146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88E09A2-01FA-CD29-3A1A-6C2466A7C7DB}"/>
              </a:ext>
            </a:extLst>
          </p:cNvPr>
          <p:cNvGraphicFramePr>
            <a:graphicFrameLocks noGrp="1"/>
          </p:cNvGraphicFramePr>
          <p:nvPr/>
        </p:nvGraphicFramePr>
        <p:xfrm>
          <a:off x="6129333" y="2815037"/>
          <a:ext cx="5486400" cy="1611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997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Upcoming Activities/Deliverables</a:t>
                      </a:r>
                      <a:endParaRPr kumimoji="0" lang="en-US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3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4189">
                <a:tc>
                  <a:txBody>
                    <a:bodyPr/>
                    <a:lstStyle/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/>
                        </a:rPr>
                        <a:t>Test</a:t>
                      </a:r>
                    </a:p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Test</a:t>
                      </a:r>
                    </a:p>
                    <a:p>
                      <a:pPr marL="233363" marR="0" lvl="0" indent="-122238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Test 2</a:t>
                      </a:r>
                    </a:p>
                    <a:p>
                      <a:pPr marL="111125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147" marR="7147" marT="7147" marB="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47014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74F79C-89EF-D4E8-0E45-7A718586F020}"/>
              </a:ext>
            </a:extLst>
          </p:cNvPr>
          <p:cNvGraphicFramePr>
            <a:graphicFrameLocks noGrp="1"/>
          </p:cNvGraphicFramePr>
          <p:nvPr/>
        </p:nvGraphicFramePr>
        <p:xfrm>
          <a:off x="586596" y="738628"/>
          <a:ext cx="1440615" cy="2039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5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Scope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ABBvoice" panose="020D0603020503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758173"/>
                  </a:ext>
                </a:extLst>
              </a:tr>
              <a:tr h="417101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333195"/>
                  </a:ext>
                </a:extLst>
              </a:tr>
              <a:tr h="405510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Schedule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382035"/>
                  </a:ext>
                </a:extLst>
              </a:tr>
              <a:tr h="405510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Risks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397223"/>
                  </a:ext>
                </a:extLst>
              </a:tr>
              <a:tr h="405510">
                <a:tc>
                  <a:txBody>
                    <a:bodyPr/>
                    <a:lstStyle/>
                    <a:p>
                      <a:pPr marL="3556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Benefits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969931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BC1270BE-6079-1F02-EC15-89AF8665AFF9}"/>
              </a:ext>
            </a:extLst>
          </p:cNvPr>
          <p:cNvGrpSpPr/>
          <p:nvPr/>
        </p:nvGrpSpPr>
        <p:grpSpPr>
          <a:xfrm>
            <a:off x="3857479" y="1496518"/>
            <a:ext cx="251516" cy="243746"/>
            <a:chOff x="6183149" y="5596614"/>
            <a:chExt cx="1308038" cy="126763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381E02B-C804-0522-4991-B205FF999899}"/>
                </a:ext>
              </a:extLst>
            </p:cNvPr>
            <p:cNvSpPr/>
            <p:nvPr/>
          </p:nvSpPr>
          <p:spPr>
            <a:xfrm>
              <a:off x="6566982" y="5943317"/>
              <a:ext cx="583894" cy="5663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" name="Freeform 195">
              <a:extLst>
                <a:ext uri="{FF2B5EF4-FFF2-40B4-BE49-F238E27FC236}">
                  <a16:creationId xmlns:a16="http://schemas.microsoft.com/office/drawing/2014/main" id="{BED4E39B-FCC7-8552-8349-474E2A2ED5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3776" y="5878813"/>
              <a:ext cx="709000" cy="687681"/>
            </a:xfrm>
            <a:custGeom>
              <a:avLst/>
              <a:gdLst>
                <a:gd name="T0" fmla="*/ 312 w 659"/>
                <a:gd name="T1" fmla="*/ 657 h 657"/>
                <a:gd name="T2" fmla="*/ 264 w 659"/>
                <a:gd name="T3" fmla="*/ 650 h 657"/>
                <a:gd name="T4" fmla="*/ 202 w 659"/>
                <a:gd name="T5" fmla="*/ 631 h 657"/>
                <a:gd name="T6" fmla="*/ 120 w 659"/>
                <a:gd name="T7" fmla="*/ 582 h 657"/>
                <a:gd name="T8" fmla="*/ 57 w 659"/>
                <a:gd name="T9" fmla="*/ 512 h 657"/>
                <a:gd name="T10" fmla="*/ 15 w 659"/>
                <a:gd name="T11" fmla="*/ 426 h 657"/>
                <a:gd name="T12" fmla="*/ 4 w 659"/>
                <a:gd name="T13" fmla="*/ 379 h 657"/>
                <a:gd name="T14" fmla="*/ 0 w 659"/>
                <a:gd name="T15" fmla="*/ 328 h 657"/>
                <a:gd name="T16" fmla="*/ 3 w 659"/>
                <a:gd name="T17" fmla="*/ 294 h 657"/>
                <a:gd name="T18" fmla="*/ 11 w 659"/>
                <a:gd name="T19" fmla="*/ 246 h 657"/>
                <a:gd name="T20" fmla="*/ 41 w 659"/>
                <a:gd name="T21" fmla="*/ 172 h 657"/>
                <a:gd name="T22" fmla="*/ 97 w 659"/>
                <a:gd name="T23" fmla="*/ 95 h 657"/>
                <a:gd name="T24" fmla="*/ 172 w 659"/>
                <a:gd name="T25" fmla="*/ 39 h 657"/>
                <a:gd name="T26" fmla="*/ 248 w 659"/>
                <a:gd name="T27" fmla="*/ 9 h 657"/>
                <a:gd name="T28" fmla="*/ 296 w 659"/>
                <a:gd name="T29" fmla="*/ 1 h 657"/>
                <a:gd name="T30" fmla="*/ 330 w 659"/>
                <a:gd name="T31" fmla="*/ 0 h 657"/>
                <a:gd name="T32" fmla="*/ 379 w 659"/>
                <a:gd name="T33" fmla="*/ 2 h 657"/>
                <a:gd name="T34" fmla="*/ 428 w 659"/>
                <a:gd name="T35" fmla="*/ 15 h 657"/>
                <a:gd name="T36" fmla="*/ 514 w 659"/>
                <a:gd name="T37" fmla="*/ 55 h 657"/>
                <a:gd name="T38" fmla="*/ 583 w 659"/>
                <a:gd name="T39" fmla="*/ 119 h 657"/>
                <a:gd name="T40" fmla="*/ 633 w 659"/>
                <a:gd name="T41" fmla="*/ 200 h 657"/>
                <a:gd name="T42" fmla="*/ 652 w 659"/>
                <a:gd name="T43" fmla="*/ 262 h 657"/>
                <a:gd name="T44" fmla="*/ 657 w 659"/>
                <a:gd name="T45" fmla="*/ 311 h 657"/>
                <a:gd name="T46" fmla="*/ 657 w 659"/>
                <a:gd name="T47" fmla="*/ 345 h 657"/>
                <a:gd name="T48" fmla="*/ 652 w 659"/>
                <a:gd name="T49" fmla="*/ 395 h 657"/>
                <a:gd name="T50" fmla="*/ 633 w 659"/>
                <a:gd name="T51" fmla="*/ 457 h 657"/>
                <a:gd name="T52" fmla="*/ 583 w 659"/>
                <a:gd name="T53" fmla="*/ 537 h 657"/>
                <a:gd name="T54" fmla="*/ 514 w 659"/>
                <a:gd name="T55" fmla="*/ 600 h 657"/>
                <a:gd name="T56" fmla="*/ 428 w 659"/>
                <a:gd name="T57" fmla="*/ 642 h 657"/>
                <a:gd name="T58" fmla="*/ 379 w 659"/>
                <a:gd name="T59" fmla="*/ 653 h 657"/>
                <a:gd name="T60" fmla="*/ 330 w 659"/>
                <a:gd name="T61" fmla="*/ 657 h 657"/>
                <a:gd name="T62" fmla="*/ 330 w 659"/>
                <a:gd name="T63" fmla="*/ 37 h 657"/>
                <a:gd name="T64" fmla="*/ 244 w 659"/>
                <a:gd name="T65" fmla="*/ 49 h 657"/>
                <a:gd name="T66" fmla="*/ 167 w 659"/>
                <a:gd name="T67" fmla="*/ 87 h 657"/>
                <a:gd name="T68" fmla="*/ 105 w 659"/>
                <a:gd name="T69" fmla="*/ 144 h 657"/>
                <a:gd name="T70" fmla="*/ 61 w 659"/>
                <a:gd name="T71" fmla="*/ 215 h 657"/>
                <a:gd name="T72" fmla="*/ 39 w 659"/>
                <a:gd name="T73" fmla="*/ 298 h 657"/>
                <a:gd name="T74" fmla="*/ 39 w 659"/>
                <a:gd name="T75" fmla="*/ 357 h 657"/>
                <a:gd name="T76" fmla="*/ 61 w 659"/>
                <a:gd name="T77" fmla="*/ 442 h 657"/>
                <a:gd name="T78" fmla="*/ 105 w 659"/>
                <a:gd name="T79" fmla="*/ 513 h 657"/>
                <a:gd name="T80" fmla="*/ 167 w 659"/>
                <a:gd name="T81" fmla="*/ 569 h 657"/>
                <a:gd name="T82" fmla="*/ 244 w 659"/>
                <a:gd name="T83" fmla="*/ 606 h 657"/>
                <a:gd name="T84" fmla="*/ 330 w 659"/>
                <a:gd name="T85" fmla="*/ 619 h 657"/>
                <a:gd name="T86" fmla="*/ 389 w 659"/>
                <a:gd name="T87" fmla="*/ 614 h 657"/>
                <a:gd name="T88" fmla="*/ 468 w 659"/>
                <a:gd name="T89" fmla="*/ 584 h 657"/>
                <a:gd name="T90" fmla="*/ 535 w 659"/>
                <a:gd name="T91" fmla="*/ 535 h 657"/>
                <a:gd name="T92" fmla="*/ 586 w 659"/>
                <a:gd name="T93" fmla="*/ 467 h 657"/>
                <a:gd name="T94" fmla="*/ 614 w 659"/>
                <a:gd name="T95" fmla="*/ 387 h 657"/>
                <a:gd name="T96" fmla="*/ 621 w 659"/>
                <a:gd name="T97" fmla="*/ 328 h 657"/>
                <a:gd name="T98" fmla="*/ 608 w 659"/>
                <a:gd name="T99" fmla="*/ 242 h 657"/>
                <a:gd name="T100" fmla="*/ 571 w 659"/>
                <a:gd name="T101" fmla="*/ 165 h 657"/>
                <a:gd name="T102" fmla="*/ 515 w 659"/>
                <a:gd name="T103" fmla="*/ 103 h 657"/>
                <a:gd name="T104" fmla="*/ 442 w 659"/>
                <a:gd name="T105" fmla="*/ 60 h 657"/>
                <a:gd name="T106" fmla="*/ 359 w 659"/>
                <a:gd name="T107" fmla="*/ 3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7">
                  <a:moveTo>
                    <a:pt x="330" y="657"/>
                  </a:moveTo>
                  <a:lnTo>
                    <a:pt x="330" y="657"/>
                  </a:lnTo>
                  <a:lnTo>
                    <a:pt x="312" y="657"/>
                  </a:lnTo>
                  <a:lnTo>
                    <a:pt x="296" y="655"/>
                  </a:lnTo>
                  <a:lnTo>
                    <a:pt x="280" y="653"/>
                  </a:lnTo>
                  <a:lnTo>
                    <a:pt x="264" y="650"/>
                  </a:lnTo>
                  <a:lnTo>
                    <a:pt x="248" y="646"/>
                  </a:lnTo>
                  <a:lnTo>
                    <a:pt x="231" y="642"/>
                  </a:lnTo>
                  <a:lnTo>
                    <a:pt x="202" y="631"/>
                  </a:lnTo>
                  <a:lnTo>
                    <a:pt x="172" y="618"/>
                  </a:lnTo>
                  <a:lnTo>
                    <a:pt x="145" y="600"/>
                  </a:lnTo>
                  <a:lnTo>
                    <a:pt x="120" y="582"/>
                  </a:lnTo>
                  <a:lnTo>
                    <a:pt x="97" y="560"/>
                  </a:lnTo>
                  <a:lnTo>
                    <a:pt x="76" y="537"/>
                  </a:lnTo>
                  <a:lnTo>
                    <a:pt x="57" y="512"/>
                  </a:lnTo>
                  <a:lnTo>
                    <a:pt x="41" y="485"/>
                  </a:lnTo>
                  <a:lnTo>
                    <a:pt x="27" y="457"/>
                  </a:lnTo>
                  <a:lnTo>
                    <a:pt x="15" y="426"/>
                  </a:lnTo>
                  <a:lnTo>
                    <a:pt x="11" y="410"/>
                  </a:lnTo>
                  <a:lnTo>
                    <a:pt x="7" y="395"/>
                  </a:lnTo>
                  <a:lnTo>
                    <a:pt x="4" y="379"/>
                  </a:lnTo>
                  <a:lnTo>
                    <a:pt x="3" y="361"/>
                  </a:lnTo>
                  <a:lnTo>
                    <a:pt x="2" y="345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2" y="311"/>
                  </a:lnTo>
                  <a:lnTo>
                    <a:pt x="3" y="294"/>
                  </a:lnTo>
                  <a:lnTo>
                    <a:pt x="4" y="278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5" y="231"/>
                  </a:lnTo>
                  <a:lnTo>
                    <a:pt x="27" y="200"/>
                  </a:lnTo>
                  <a:lnTo>
                    <a:pt x="41" y="172"/>
                  </a:lnTo>
                  <a:lnTo>
                    <a:pt x="57" y="145"/>
                  </a:lnTo>
                  <a:lnTo>
                    <a:pt x="76" y="119"/>
                  </a:lnTo>
                  <a:lnTo>
                    <a:pt x="97" y="95"/>
                  </a:lnTo>
                  <a:lnTo>
                    <a:pt x="120" y="75"/>
                  </a:lnTo>
                  <a:lnTo>
                    <a:pt x="145" y="55"/>
                  </a:lnTo>
                  <a:lnTo>
                    <a:pt x="172" y="39"/>
                  </a:lnTo>
                  <a:lnTo>
                    <a:pt x="202" y="25"/>
                  </a:lnTo>
                  <a:lnTo>
                    <a:pt x="231" y="15"/>
                  </a:lnTo>
                  <a:lnTo>
                    <a:pt x="248" y="9"/>
                  </a:lnTo>
                  <a:lnTo>
                    <a:pt x="264" y="6"/>
                  </a:lnTo>
                  <a:lnTo>
                    <a:pt x="280" y="2"/>
                  </a:lnTo>
                  <a:lnTo>
                    <a:pt x="296" y="1"/>
                  </a:lnTo>
                  <a:lnTo>
                    <a:pt x="312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47" y="0"/>
                  </a:lnTo>
                  <a:lnTo>
                    <a:pt x="363" y="1"/>
                  </a:lnTo>
                  <a:lnTo>
                    <a:pt x="379" y="2"/>
                  </a:lnTo>
                  <a:lnTo>
                    <a:pt x="395" y="6"/>
                  </a:lnTo>
                  <a:lnTo>
                    <a:pt x="411" y="9"/>
                  </a:lnTo>
                  <a:lnTo>
                    <a:pt x="428" y="15"/>
                  </a:lnTo>
                  <a:lnTo>
                    <a:pt x="457" y="25"/>
                  </a:lnTo>
                  <a:lnTo>
                    <a:pt x="487" y="39"/>
                  </a:lnTo>
                  <a:lnTo>
                    <a:pt x="514" y="55"/>
                  </a:lnTo>
                  <a:lnTo>
                    <a:pt x="539" y="75"/>
                  </a:lnTo>
                  <a:lnTo>
                    <a:pt x="562" y="95"/>
                  </a:lnTo>
                  <a:lnTo>
                    <a:pt x="583" y="119"/>
                  </a:lnTo>
                  <a:lnTo>
                    <a:pt x="602" y="145"/>
                  </a:lnTo>
                  <a:lnTo>
                    <a:pt x="618" y="172"/>
                  </a:lnTo>
                  <a:lnTo>
                    <a:pt x="633" y="200"/>
                  </a:lnTo>
                  <a:lnTo>
                    <a:pt x="644" y="231"/>
                  </a:lnTo>
                  <a:lnTo>
                    <a:pt x="648" y="246"/>
                  </a:lnTo>
                  <a:lnTo>
                    <a:pt x="652" y="262"/>
                  </a:lnTo>
                  <a:lnTo>
                    <a:pt x="655" y="278"/>
                  </a:lnTo>
                  <a:lnTo>
                    <a:pt x="657" y="294"/>
                  </a:lnTo>
                  <a:lnTo>
                    <a:pt x="657" y="311"/>
                  </a:lnTo>
                  <a:lnTo>
                    <a:pt x="659" y="328"/>
                  </a:lnTo>
                  <a:lnTo>
                    <a:pt x="659" y="328"/>
                  </a:lnTo>
                  <a:lnTo>
                    <a:pt x="657" y="345"/>
                  </a:lnTo>
                  <a:lnTo>
                    <a:pt x="657" y="361"/>
                  </a:lnTo>
                  <a:lnTo>
                    <a:pt x="655" y="379"/>
                  </a:lnTo>
                  <a:lnTo>
                    <a:pt x="652" y="395"/>
                  </a:lnTo>
                  <a:lnTo>
                    <a:pt x="648" y="410"/>
                  </a:lnTo>
                  <a:lnTo>
                    <a:pt x="644" y="426"/>
                  </a:lnTo>
                  <a:lnTo>
                    <a:pt x="633" y="457"/>
                  </a:lnTo>
                  <a:lnTo>
                    <a:pt x="618" y="485"/>
                  </a:lnTo>
                  <a:lnTo>
                    <a:pt x="602" y="512"/>
                  </a:lnTo>
                  <a:lnTo>
                    <a:pt x="583" y="537"/>
                  </a:lnTo>
                  <a:lnTo>
                    <a:pt x="562" y="560"/>
                  </a:lnTo>
                  <a:lnTo>
                    <a:pt x="539" y="582"/>
                  </a:lnTo>
                  <a:lnTo>
                    <a:pt x="514" y="600"/>
                  </a:lnTo>
                  <a:lnTo>
                    <a:pt x="487" y="618"/>
                  </a:lnTo>
                  <a:lnTo>
                    <a:pt x="457" y="631"/>
                  </a:lnTo>
                  <a:lnTo>
                    <a:pt x="428" y="642"/>
                  </a:lnTo>
                  <a:lnTo>
                    <a:pt x="411" y="646"/>
                  </a:lnTo>
                  <a:lnTo>
                    <a:pt x="395" y="650"/>
                  </a:lnTo>
                  <a:lnTo>
                    <a:pt x="379" y="653"/>
                  </a:lnTo>
                  <a:lnTo>
                    <a:pt x="363" y="655"/>
                  </a:lnTo>
                  <a:lnTo>
                    <a:pt x="347" y="657"/>
                  </a:lnTo>
                  <a:lnTo>
                    <a:pt x="330" y="657"/>
                  </a:lnTo>
                  <a:lnTo>
                    <a:pt x="330" y="657"/>
                  </a:lnTo>
                  <a:close/>
                  <a:moveTo>
                    <a:pt x="330" y="37"/>
                  </a:moveTo>
                  <a:lnTo>
                    <a:pt x="330" y="37"/>
                  </a:lnTo>
                  <a:lnTo>
                    <a:pt x="300" y="39"/>
                  </a:lnTo>
                  <a:lnTo>
                    <a:pt x="270" y="43"/>
                  </a:lnTo>
                  <a:lnTo>
                    <a:pt x="244" y="49"/>
                  </a:lnTo>
                  <a:lnTo>
                    <a:pt x="217" y="60"/>
                  </a:lnTo>
                  <a:lnTo>
                    <a:pt x="191" y="72"/>
                  </a:lnTo>
                  <a:lnTo>
                    <a:pt x="167" y="87"/>
                  </a:lnTo>
                  <a:lnTo>
                    <a:pt x="144" y="103"/>
                  </a:lnTo>
                  <a:lnTo>
                    <a:pt x="124" y="122"/>
                  </a:lnTo>
                  <a:lnTo>
                    <a:pt x="105" y="144"/>
                  </a:lnTo>
                  <a:lnTo>
                    <a:pt x="88" y="165"/>
                  </a:lnTo>
                  <a:lnTo>
                    <a:pt x="73" y="189"/>
                  </a:lnTo>
                  <a:lnTo>
                    <a:pt x="61" y="215"/>
                  </a:lnTo>
                  <a:lnTo>
                    <a:pt x="51" y="242"/>
                  </a:lnTo>
                  <a:lnTo>
                    <a:pt x="45" y="270"/>
                  </a:lnTo>
                  <a:lnTo>
                    <a:pt x="39" y="298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39" y="357"/>
                  </a:lnTo>
                  <a:lnTo>
                    <a:pt x="45" y="387"/>
                  </a:lnTo>
                  <a:lnTo>
                    <a:pt x="51" y="415"/>
                  </a:lnTo>
                  <a:lnTo>
                    <a:pt x="61" y="442"/>
                  </a:lnTo>
                  <a:lnTo>
                    <a:pt x="73" y="467"/>
                  </a:lnTo>
                  <a:lnTo>
                    <a:pt x="88" y="490"/>
                  </a:lnTo>
                  <a:lnTo>
                    <a:pt x="105" y="513"/>
                  </a:lnTo>
                  <a:lnTo>
                    <a:pt x="124" y="535"/>
                  </a:lnTo>
                  <a:lnTo>
                    <a:pt x="144" y="553"/>
                  </a:lnTo>
                  <a:lnTo>
                    <a:pt x="167" y="569"/>
                  </a:lnTo>
                  <a:lnTo>
                    <a:pt x="191" y="584"/>
                  </a:lnTo>
                  <a:lnTo>
                    <a:pt x="217" y="596"/>
                  </a:lnTo>
                  <a:lnTo>
                    <a:pt x="244" y="606"/>
                  </a:lnTo>
                  <a:lnTo>
                    <a:pt x="270" y="614"/>
                  </a:lnTo>
                  <a:lnTo>
                    <a:pt x="300" y="618"/>
                  </a:lnTo>
                  <a:lnTo>
                    <a:pt x="330" y="619"/>
                  </a:lnTo>
                  <a:lnTo>
                    <a:pt x="330" y="619"/>
                  </a:lnTo>
                  <a:lnTo>
                    <a:pt x="359" y="618"/>
                  </a:lnTo>
                  <a:lnTo>
                    <a:pt x="389" y="614"/>
                  </a:lnTo>
                  <a:lnTo>
                    <a:pt x="415" y="606"/>
                  </a:lnTo>
                  <a:lnTo>
                    <a:pt x="442" y="596"/>
                  </a:lnTo>
                  <a:lnTo>
                    <a:pt x="468" y="584"/>
                  </a:lnTo>
                  <a:lnTo>
                    <a:pt x="492" y="569"/>
                  </a:lnTo>
                  <a:lnTo>
                    <a:pt x="515" y="553"/>
                  </a:lnTo>
                  <a:lnTo>
                    <a:pt x="535" y="535"/>
                  </a:lnTo>
                  <a:lnTo>
                    <a:pt x="554" y="513"/>
                  </a:lnTo>
                  <a:lnTo>
                    <a:pt x="571" y="490"/>
                  </a:lnTo>
                  <a:lnTo>
                    <a:pt x="586" y="467"/>
                  </a:lnTo>
                  <a:lnTo>
                    <a:pt x="598" y="442"/>
                  </a:lnTo>
                  <a:lnTo>
                    <a:pt x="608" y="415"/>
                  </a:lnTo>
                  <a:lnTo>
                    <a:pt x="614" y="387"/>
                  </a:lnTo>
                  <a:lnTo>
                    <a:pt x="620" y="357"/>
                  </a:lnTo>
                  <a:lnTo>
                    <a:pt x="621" y="328"/>
                  </a:lnTo>
                  <a:lnTo>
                    <a:pt x="621" y="328"/>
                  </a:lnTo>
                  <a:lnTo>
                    <a:pt x="620" y="298"/>
                  </a:lnTo>
                  <a:lnTo>
                    <a:pt x="614" y="270"/>
                  </a:lnTo>
                  <a:lnTo>
                    <a:pt x="608" y="242"/>
                  </a:lnTo>
                  <a:lnTo>
                    <a:pt x="598" y="215"/>
                  </a:lnTo>
                  <a:lnTo>
                    <a:pt x="586" y="189"/>
                  </a:lnTo>
                  <a:lnTo>
                    <a:pt x="571" y="165"/>
                  </a:lnTo>
                  <a:lnTo>
                    <a:pt x="554" y="144"/>
                  </a:lnTo>
                  <a:lnTo>
                    <a:pt x="535" y="122"/>
                  </a:lnTo>
                  <a:lnTo>
                    <a:pt x="515" y="103"/>
                  </a:lnTo>
                  <a:lnTo>
                    <a:pt x="492" y="87"/>
                  </a:lnTo>
                  <a:lnTo>
                    <a:pt x="468" y="72"/>
                  </a:lnTo>
                  <a:lnTo>
                    <a:pt x="442" y="60"/>
                  </a:lnTo>
                  <a:lnTo>
                    <a:pt x="415" y="49"/>
                  </a:lnTo>
                  <a:lnTo>
                    <a:pt x="389" y="43"/>
                  </a:lnTo>
                  <a:lnTo>
                    <a:pt x="359" y="39"/>
                  </a:lnTo>
                  <a:lnTo>
                    <a:pt x="330" y="37"/>
                  </a:lnTo>
                  <a:lnTo>
                    <a:pt x="330" y="37"/>
                  </a:ln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3F6F161-08A9-2EE2-2313-C0A02843189B}"/>
                </a:ext>
              </a:extLst>
            </p:cNvPr>
            <p:cNvGrpSpPr/>
            <p:nvPr/>
          </p:nvGrpSpPr>
          <p:grpSpPr>
            <a:xfrm>
              <a:off x="6636674" y="6047428"/>
              <a:ext cx="411817" cy="361839"/>
              <a:chOff x="6670972" y="6125666"/>
              <a:chExt cx="309070" cy="271563"/>
            </a:xfrm>
          </p:grpSpPr>
          <p:sp>
            <p:nvSpPr>
              <p:cNvPr id="16" name="Freeform 203">
                <a:extLst>
                  <a:ext uri="{FF2B5EF4-FFF2-40B4-BE49-F238E27FC236}">
                    <a16:creationId xmlns:a16="http://schemas.microsoft.com/office/drawing/2014/main" id="{EDA0FE5A-C22F-CF58-8DF1-7B1E9CB50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0972" y="6268501"/>
                <a:ext cx="59995" cy="8817"/>
              </a:xfrm>
              <a:custGeom>
                <a:avLst/>
                <a:gdLst>
                  <a:gd name="T0" fmla="*/ 61 w 66"/>
                  <a:gd name="T1" fmla="*/ 11 h 11"/>
                  <a:gd name="T2" fmla="*/ 61 w 66"/>
                  <a:gd name="T3" fmla="*/ 11 h 11"/>
                  <a:gd name="T4" fmla="*/ 64 w 66"/>
                  <a:gd name="T5" fmla="*/ 11 h 11"/>
                  <a:gd name="T6" fmla="*/ 65 w 66"/>
                  <a:gd name="T7" fmla="*/ 10 h 11"/>
                  <a:gd name="T8" fmla="*/ 66 w 66"/>
                  <a:gd name="T9" fmla="*/ 7 h 11"/>
                  <a:gd name="T10" fmla="*/ 66 w 66"/>
                  <a:gd name="T11" fmla="*/ 6 h 11"/>
                  <a:gd name="T12" fmla="*/ 66 w 66"/>
                  <a:gd name="T13" fmla="*/ 6 h 11"/>
                  <a:gd name="T14" fmla="*/ 66 w 66"/>
                  <a:gd name="T15" fmla="*/ 3 h 11"/>
                  <a:gd name="T16" fmla="*/ 65 w 66"/>
                  <a:gd name="T17" fmla="*/ 1 h 11"/>
                  <a:gd name="T18" fmla="*/ 64 w 66"/>
                  <a:gd name="T19" fmla="*/ 0 h 11"/>
                  <a:gd name="T20" fmla="*/ 61 w 66"/>
                  <a:gd name="T21" fmla="*/ 0 h 11"/>
                  <a:gd name="T22" fmla="*/ 6 w 66"/>
                  <a:gd name="T23" fmla="*/ 0 h 11"/>
                  <a:gd name="T24" fmla="*/ 6 w 66"/>
                  <a:gd name="T25" fmla="*/ 0 h 11"/>
                  <a:gd name="T26" fmla="*/ 3 w 66"/>
                  <a:gd name="T27" fmla="*/ 0 h 11"/>
                  <a:gd name="T28" fmla="*/ 2 w 66"/>
                  <a:gd name="T29" fmla="*/ 1 h 11"/>
                  <a:gd name="T30" fmla="*/ 0 w 66"/>
                  <a:gd name="T31" fmla="*/ 3 h 11"/>
                  <a:gd name="T32" fmla="*/ 0 w 66"/>
                  <a:gd name="T33" fmla="*/ 6 h 11"/>
                  <a:gd name="T34" fmla="*/ 0 w 66"/>
                  <a:gd name="T35" fmla="*/ 6 h 11"/>
                  <a:gd name="T36" fmla="*/ 0 w 66"/>
                  <a:gd name="T37" fmla="*/ 7 h 11"/>
                  <a:gd name="T38" fmla="*/ 2 w 66"/>
                  <a:gd name="T39" fmla="*/ 10 h 11"/>
                  <a:gd name="T40" fmla="*/ 3 w 66"/>
                  <a:gd name="T41" fmla="*/ 11 h 11"/>
                  <a:gd name="T42" fmla="*/ 6 w 66"/>
                  <a:gd name="T43" fmla="*/ 11 h 11"/>
                  <a:gd name="T44" fmla="*/ 61 w 66"/>
                  <a:gd name="T4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6" h="11">
                    <a:moveTo>
                      <a:pt x="61" y="11"/>
                    </a:moveTo>
                    <a:lnTo>
                      <a:pt x="61" y="11"/>
                    </a:lnTo>
                    <a:lnTo>
                      <a:pt x="64" y="11"/>
                    </a:lnTo>
                    <a:lnTo>
                      <a:pt x="65" y="10"/>
                    </a:lnTo>
                    <a:lnTo>
                      <a:pt x="66" y="7"/>
                    </a:lnTo>
                    <a:lnTo>
                      <a:pt x="66" y="6"/>
                    </a:lnTo>
                    <a:lnTo>
                      <a:pt x="66" y="6"/>
                    </a:lnTo>
                    <a:lnTo>
                      <a:pt x="66" y="3"/>
                    </a:lnTo>
                    <a:lnTo>
                      <a:pt x="65" y="1"/>
                    </a:lnTo>
                    <a:lnTo>
                      <a:pt x="64" y="0"/>
                    </a:lnTo>
                    <a:lnTo>
                      <a:pt x="61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2" y="10"/>
                    </a:lnTo>
                    <a:lnTo>
                      <a:pt x="3" y="11"/>
                    </a:lnTo>
                    <a:lnTo>
                      <a:pt x="6" y="11"/>
                    </a:lnTo>
                    <a:lnTo>
                      <a:pt x="61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7" name="Freeform 204">
                <a:extLst>
                  <a:ext uri="{FF2B5EF4-FFF2-40B4-BE49-F238E27FC236}">
                    <a16:creationId xmlns:a16="http://schemas.microsoft.com/office/drawing/2014/main" id="{880982E0-790B-B758-B8C6-3EF84EBD4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0969" y="6227943"/>
                <a:ext cx="61814" cy="10578"/>
              </a:xfrm>
              <a:custGeom>
                <a:avLst/>
                <a:gdLst>
                  <a:gd name="T0" fmla="*/ 5 w 67"/>
                  <a:gd name="T1" fmla="*/ 13 h 13"/>
                  <a:gd name="T2" fmla="*/ 62 w 67"/>
                  <a:gd name="T3" fmla="*/ 13 h 13"/>
                  <a:gd name="T4" fmla="*/ 62 w 67"/>
                  <a:gd name="T5" fmla="*/ 13 h 13"/>
                  <a:gd name="T6" fmla="*/ 63 w 67"/>
                  <a:gd name="T7" fmla="*/ 11 h 13"/>
                  <a:gd name="T8" fmla="*/ 66 w 67"/>
                  <a:gd name="T9" fmla="*/ 10 h 13"/>
                  <a:gd name="T10" fmla="*/ 66 w 67"/>
                  <a:gd name="T11" fmla="*/ 9 h 13"/>
                  <a:gd name="T12" fmla="*/ 67 w 67"/>
                  <a:gd name="T13" fmla="*/ 6 h 13"/>
                  <a:gd name="T14" fmla="*/ 67 w 67"/>
                  <a:gd name="T15" fmla="*/ 6 h 13"/>
                  <a:gd name="T16" fmla="*/ 66 w 67"/>
                  <a:gd name="T17" fmla="*/ 4 h 13"/>
                  <a:gd name="T18" fmla="*/ 66 w 67"/>
                  <a:gd name="T19" fmla="*/ 2 h 13"/>
                  <a:gd name="T20" fmla="*/ 63 w 67"/>
                  <a:gd name="T21" fmla="*/ 2 h 13"/>
                  <a:gd name="T22" fmla="*/ 62 w 67"/>
                  <a:gd name="T23" fmla="*/ 0 h 13"/>
                  <a:gd name="T24" fmla="*/ 5 w 67"/>
                  <a:gd name="T25" fmla="*/ 0 h 13"/>
                  <a:gd name="T26" fmla="*/ 5 w 67"/>
                  <a:gd name="T27" fmla="*/ 0 h 13"/>
                  <a:gd name="T28" fmla="*/ 2 w 67"/>
                  <a:gd name="T29" fmla="*/ 2 h 13"/>
                  <a:gd name="T30" fmla="*/ 1 w 67"/>
                  <a:gd name="T31" fmla="*/ 2 h 13"/>
                  <a:gd name="T32" fmla="*/ 0 w 67"/>
                  <a:gd name="T33" fmla="*/ 4 h 13"/>
                  <a:gd name="T34" fmla="*/ 0 w 67"/>
                  <a:gd name="T35" fmla="*/ 6 h 13"/>
                  <a:gd name="T36" fmla="*/ 0 w 67"/>
                  <a:gd name="T37" fmla="*/ 6 h 13"/>
                  <a:gd name="T38" fmla="*/ 0 w 67"/>
                  <a:gd name="T39" fmla="*/ 9 h 13"/>
                  <a:gd name="T40" fmla="*/ 1 w 67"/>
                  <a:gd name="T41" fmla="*/ 10 h 13"/>
                  <a:gd name="T42" fmla="*/ 2 w 67"/>
                  <a:gd name="T43" fmla="*/ 11 h 13"/>
                  <a:gd name="T44" fmla="*/ 5 w 67"/>
                  <a:gd name="T45" fmla="*/ 13 h 13"/>
                  <a:gd name="T46" fmla="*/ 5 w 67"/>
                  <a:gd name="T4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7" h="13">
                    <a:moveTo>
                      <a:pt x="5" y="13"/>
                    </a:moveTo>
                    <a:lnTo>
                      <a:pt x="62" y="13"/>
                    </a:lnTo>
                    <a:lnTo>
                      <a:pt x="62" y="13"/>
                    </a:lnTo>
                    <a:lnTo>
                      <a:pt x="63" y="11"/>
                    </a:lnTo>
                    <a:lnTo>
                      <a:pt x="66" y="10"/>
                    </a:lnTo>
                    <a:lnTo>
                      <a:pt x="66" y="9"/>
                    </a:lnTo>
                    <a:lnTo>
                      <a:pt x="67" y="6"/>
                    </a:lnTo>
                    <a:lnTo>
                      <a:pt x="67" y="6"/>
                    </a:lnTo>
                    <a:lnTo>
                      <a:pt x="66" y="4"/>
                    </a:lnTo>
                    <a:lnTo>
                      <a:pt x="66" y="2"/>
                    </a:lnTo>
                    <a:lnTo>
                      <a:pt x="63" y="2"/>
                    </a:lnTo>
                    <a:lnTo>
                      <a:pt x="62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1" y="10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5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8" name="Freeform 205">
                <a:extLst>
                  <a:ext uri="{FF2B5EF4-FFF2-40B4-BE49-F238E27FC236}">
                    <a16:creationId xmlns:a16="http://schemas.microsoft.com/office/drawing/2014/main" id="{FED8DC0C-299E-35D1-94C8-51D902544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9140" y="6125666"/>
                <a:ext cx="70904" cy="68775"/>
              </a:xfrm>
              <a:custGeom>
                <a:avLst/>
                <a:gdLst>
                  <a:gd name="T0" fmla="*/ 39 w 78"/>
                  <a:gd name="T1" fmla="*/ 77 h 77"/>
                  <a:gd name="T2" fmla="*/ 39 w 78"/>
                  <a:gd name="T3" fmla="*/ 77 h 77"/>
                  <a:gd name="T4" fmla="*/ 47 w 78"/>
                  <a:gd name="T5" fmla="*/ 77 h 77"/>
                  <a:gd name="T6" fmla="*/ 54 w 78"/>
                  <a:gd name="T7" fmla="*/ 75 h 77"/>
                  <a:gd name="T8" fmla="*/ 60 w 78"/>
                  <a:gd name="T9" fmla="*/ 71 h 77"/>
                  <a:gd name="T10" fmla="*/ 66 w 78"/>
                  <a:gd name="T11" fmla="*/ 67 h 77"/>
                  <a:gd name="T12" fmla="*/ 71 w 78"/>
                  <a:gd name="T13" fmla="*/ 60 h 77"/>
                  <a:gd name="T14" fmla="*/ 75 w 78"/>
                  <a:gd name="T15" fmla="*/ 53 h 77"/>
                  <a:gd name="T16" fmla="*/ 76 w 78"/>
                  <a:gd name="T17" fmla="*/ 47 h 77"/>
                  <a:gd name="T18" fmla="*/ 78 w 78"/>
                  <a:gd name="T19" fmla="*/ 39 h 77"/>
                  <a:gd name="T20" fmla="*/ 78 w 78"/>
                  <a:gd name="T21" fmla="*/ 39 h 77"/>
                  <a:gd name="T22" fmla="*/ 76 w 78"/>
                  <a:gd name="T23" fmla="*/ 30 h 77"/>
                  <a:gd name="T24" fmla="*/ 75 w 78"/>
                  <a:gd name="T25" fmla="*/ 24 h 77"/>
                  <a:gd name="T26" fmla="*/ 71 w 78"/>
                  <a:gd name="T27" fmla="*/ 17 h 77"/>
                  <a:gd name="T28" fmla="*/ 66 w 78"/>
                  <a:gd name="T29" fmla="*/ 10 h 77"/>
                  <a:gd name="T30" fmla="*/ 60 w 78"/>
                  <a:gd name="T31" fmla="*/ 6 h 77"/>
                  <a:gd name="T32" fmla="*/ 54 w 78"/>
                  <a:gd name="T33" fmla="*/ 2 h 77"/>
                  <a:gd name="T34" fmla="*/ 47 w 78"/>
                  <a:gd name="T35" fmla="*/ 0 h 77"/>
                  <a:gd name="T36" fmla="*/ 39 w 78"/>
                  <a:gd name="T37" fmla="*/ 0 h 77"/>
                  <a:gd name="T38" fmla="*/ 39 w 78"/>
                  <a:gd name="T39" fmla="*/ 0 h 77"/>
                  <a:gd name="T40" fmla="*/ 31 w 78"/>
                  <a:gd name="T41" fmla="*/ 0 h 77"/>
                  <a:gd name="T42" fmla="*/ 23 w 78"/>
                  <a:gd name="T43" fmla="*/ 2 h 77"/>
                  <a:gd name="T44" fmla="*/ 16 w 78"/>
                  <a:gd name="T45" fmla="*/ 6 h 77"/>
                  <a:gd name="T46" fmla="*/ 11 w 78"/>
                  <a:gd name="T47" fmla="*/ 10 h 77"/>
                  <a:gd name="T48" fmla="*/ 7 w 78"/>
                  <a:gd name="T49" fmla="*/ 17 h 77"/>
                  <a:gd name="T50" fmla="*/ 3 w 78"/>
                  <a:gd name="T51" fmla="*/ 24 h 77"/>
                  <a:gd name="T52" fmla="*/ 0 w 78"/>
                  <a:gd name="T53" fmla="*/ 30 h 77"/>
                  <a:gd name="T54" fmla="*/ 0 w 78"/>
                  <a:gd name="T55" fmla="*/ 39 h 77"/>
                  <a:gd name="T56" fmla="*/ 0 w 78"/>
                  <a:gd name="T57" fmla="*/ 39 h 77"/>
                  <a:gd name="T58" fmla="*/ 0 w 78"/>
                  <a:gd name="T59" fmla="*/ 47 h 77"/>
                  <a:gd name="T60" fmla="*/ 3 w 78"/>
                  <a:gd name="T61" fmla="*/ 53 h 77"/>
                  <a:gd name="T62" fmla="*/ 7 w 78"/>
                  <a:gd name="T63" fmla="*/ 60 h 77"/>
                  <a:gd name="T64" fmla="*/ 11 w 78"/>
                  <a:gd name="T65" fmla="*/ 67 h 77"/>
                  <a:gd name="T66" fmla="*/ 16 w 78"/>
                  <a:gd name="T67" fmla="*/ 71 h 77"/>
                  <a:gd name="T68" fmla="*/ 23 w 78"/>
                  <a:gd name="T69" fmla="*/ 75 h 77"/>
                  <a:gd name="T70" fmla="*/ 31 w 78"/>
                  <a:gd name="T71" fmla="*/ 77 h 77"/>
                  <a:gd name="T72" fmla="*/ 39 w 78"/>
                  <a:gd name="T73" fmla="*/ 77 h 77"/>
                  <a:gd name="T74" fmla="*/ 39 w 78"/>
                  <a:gd name="T7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8" h="77">
                    <a:moveTo>
                      <a:pt x="39" y="77"/>
                    </a:moveTo>
                    <a:lnTo>
                      <a:pt x="39" y="77"/>
                    </a:lnTo>
                    <a:lnTo>
                      <a:pt x="47" y="77"/>
                    </a:lnTo>
                    <a:lnTo>
                      <a:pt x="54" y="75"/>
                    </a:lnTo>
                    <a:lnTo>
                      <a:pt x="60" y="71"/>
                    </a:lnTo>
                    <a:lnTo>
                      <a:pt x="66" y="67"/>
                    </a:lnTo>
                    <a:lnTo>
                      <a:pt x="71" y="60"/>
                    </a:lnTo>
                    <a:lnTo>
                      <a:pt x="75" y="53"/>
                    </a:lnTo>
                    <a:lnTo>
                      <a:pt x="76" y="47"/>
                    </a:lnTo>
                    <a:lnTo>
                      <a:pt x="78" y="39"/>
                    </a:lnTo>
                    <a:lnTo>
                      <a:pt x="78" y="39"/>
                    </a:lnTo>
                    <a:lnTo>
                      <a:pt x="76" y="30"/>
                    </a:lnTo>
                    <a:lnTo>
                      <a:pt x="75" y="24"/>
                    </a:lnTo>
                    <a:lnTo>
                      <a:pt x="71" y="17"/>
                    </a:lnTo>
                    <a:lnTo>
                      <a:pt x="66" y="10"/>
                    </a:lnTo>
                    <a:lnTo>
                      <a:pt x="60" y="6"/>
                    </a:lnTo>
                    <a:lnTo>
                      <a:pt x="54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1" y="0"/>
                    </a:lnTo>
                    <a:lnTo>
                      <a:pt x="23" y="2"/>
                    </a:lnTo>
                    <a:lnTo>
                      <a:pt x="16" y="6"/>
                    </a:lnTo>
                    <a:lnTo>
                      <a:pt x="11" y="10"/>
                    </a:lnTo>
                    <a:lnTo>
                      <a:pt x="7" y="17"/>
                    </a:lnTo>
                    <a:lnTo>
                      <a:pt x="3" y="24"/>
                    </a:lnTo>
                    <a:lnTo>
                      <a:pt x="0" y="30"/>
                    </a:lnTo>
                    <a:lnTo>
                      <a:pt x="0" y="39"/>
                    </a:lnTo>
                    <a:lnTo>
                      <a:pt x="0" y="39"/>
                    </a:lnTo>
                    <a:lnTo>
                      <a:pt x="0" y="47"/>
                    </a:lnTo>
                    <a:lnTo>
                      <a:pt x="3" y="53"/>
                    </a:lnTo>
                    <a:lnTo>
                      <a:pt x="7" y="60"/>
                    </a:lnTo>
                    <a:lnTo>
                      <a:pt x="11" y="67"/>
                    </a:lnTo>
                    <a:lnTo>
                      <a:pt x="16" y="71"/>
                    </a:lnTo>
                    <a:lnTo>
                      <a:pt x="23" y="75"/>
                    </a:lnTo>
                    <a:lnTo>
                      <a:pt x="31" y="77"/>
                    </a:lnTo>
                    <a:lnTo>
                      <a:pt x="39" y="77"/>
                    </a:lnTo>
                    <a:lnTo>
                      <a:pt x="39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9" name="Freeform 206">
                <a:extLst>
                  <a:ext uri="{FF2B5EF4-FFF2-40B4-BE49-F238E27FC236}">
                    <a16:creationId xmlns:a16="http://schemas.microsoft.com/office/drawing/2014/main" id="{000915B2-9092-85E3-7664-687D52737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63693" y="6139772"/>
                <a:ext cx="216349" cy="257457"/>
              </a:xfrm>
              <a:custGeom>
                <a:avLst/>
                <a:gdLst>
                  <a:gd name="T0" fmla="*/ 237 w 239"/>
                  <a:gd name="T1" fmla="*/ 96 h 291"/>
                  <a:gd name="T2" fmla="*/ 226 w 239"/>
                  <a:gd name="T3" fmla="*/ 90 h 291"/>
                  <a:gd name="T4" fmla="*/ 214 w 239"/>
                  <a:gd name="T5" fmla="*/ 92 h 291"/>
                  <a:gd name="T6" fmla="*/ 135 w 239"/>
                  <a:gd name="T7" fmla="*/ 67 h 291"/>
                  <a:gd name="T8" fmla="*/ 135 w 239"/>
                  <a:gd name="T9" fmla="*/ 67 h 291"/>
                  <a:gd name="T10" fmla="*/ 135 w 239"/>
                  <a:gd name="T11" fmla="*/ 67 h 291"/>
                  <a:gd name="T12" fmla="*/ 73 w 239"/>
                  <a:gd name="T13" fmla="*/ 5 h 291"/>
                  <a:gd name="T14" fmla="*/ 62 w 239"/>
                  <a:gd name="T15" fmla="*/ 0 h 291"/>
                  <a:gd name="T16" fmla="*/ 51 w 239"/>
                  <a:gd name="T17" fmla="*/ 4 h 291"/>
                  <a:gd name="T18" fmla="*/ 7 w 239"/>
                  <a:gd name="T19" fmla="*/ 37 h 291"/>
                  <a:gd name="T20" fmla="*/ 0 w 239"/>
                  <a:gd name="T21" fmla="*/ 47 h 291"/>
                  <a:gd name="T22" fmla="*/ 2 w 239"/>
                  <a:gd name="T23" fmla="*/ 57 h 291"/>
                  <a:gd name="T24" fmla="*/ 3 w 239"/>
                  <a:gd name="T25" fmla="*/ 61 h 291"/>
                  <a:gd name="T26" fmla="*/ 12 w 239"/>
                  <a:gd name="T27" fmla="*/ 67 h 291"/>
                  <a:gd name="T28" fmla="*/ 23 w 239"/>
                  <a:gd name="T29" fmla="*/ 66 h 291"/>
                  <a:gd name="T30" fmla="*/ 59 w 239"/>
                  <a:gd name="T31" fmla="*/ 39 h 291"/>
                  <a:gd name="T32" fmla="*/ 54 w 239"/>
                  <a:gd name="T33" fmla="*/ 123 h 291"/>
                  <a:gd name="T34" fmla="*/ 50 w 239"/>
                  <a:gd name="T35" fmla="*/ 129 h 291"/>
                  <a:gd name="T36" fmla="*/ 45 w 239"/>
                  <a:gd name="T37" fmla="*/ 139 h 291"/>
                  <a:gd name="T38" fmla="*/ 43 w 239"/>
                  <a:gd name="T39" fmla="*/ 146 h 291"/>
                  <a:gd name="T40" fmla="*/ 47 w 239"/>
                  <a:gd name="T41" fmla="*/ 164 h 291"/>
                  <a:gd name="T42" fmla="*/ 59 w 239"/>
                  <a:gd name="T43" fmla="*/ 177 h 291"/>
                  <a:gd name="T44" fmla="*/ 81 w 239"/>
                  <a:gd name="T45" fmla="*/ 264 h 291"/>
                  <a:gd name="T46" fmla="*/ 78 w 239"/>
                  <a:gd name="T47" fmla="*/ 270 h 291"/>
                  <a:gd name="T48" fmla="*/ 81 w 239"/>
                  <a:gd name="T49" fmla="*/ 283 h 291"/>
                  <a:gd name="T50" fmla="*/ 85 w 239"/>
                  <a:gd name="T51" fmla="*/ 287 h 291"/>
                  <a:gd name="T52" fmla="*/ 94 w 239"/>
                  <a:gd name="T53" fmla="*/ 291 h 291"/>
                  <a:gd name="T54" fmla="*/ 98 w 239"/>
                  <a:gd name="T55" fmla="*/ 290 h 291"/>
                  <a:gd name="T56" fmla="*/ 106 w 239"/>
                  <a:gd name="T57" fmla="*/ 287 h 291"/>
                  <a:gd name="T58" fmla="*/ 153 w 239"/>
                  <a:gd name="T59" fmla="*/ 216 h 291"/>
                  <a:gd name="T60" fmla="*/ 156 w 239"/>
                  <a:gd name="T61" fmla="*/ 211 h 291"/>
                  <a:gd name="T62" fmla="*/ 156 w 239"/>
                  <a:gd name="T63" fmla="*/ 204 h 291"/>
                  <a:gd name="T64" fmla="*/ 148 w 239"/>
                  <a:gd name="T65" fmla="*/ 193 h 291"/>
                  <a:gd name="T66" fmla="*/ 82 w 239"/>
                  <a:gd name="T67" fmla="*/ 152 h 291"/>
                  <a:gd name="T68" fmla="*/ 79 w 239"/>
                  <a:gd name="T69" fmla="*/ 147 h 291"/>
                  <a:gd name="T70" fmla="*/ 82 w 239"/>
                  <a:gd name="T71" fmla="*/ 143 h 291"/>
                  <a:gd name="T72" fmla="*/ 167 w 239"/>
                  <a:gd name="T73" fmla="*/ 146 h 291"/>
                  <a:gd name="T74" fmla="*/ 172 w 239"/>
                  <a:gd name="T75" fmla="*/ 150 h 291"/>
                  <a:gd name="T76" fmla="*/ 179 w 239"/>
                  <a:gd name="T77" fmla="*/ 152 h 291"/>
                  <a:gd name="T78" fmla="*/ 187 w 239"/>
                  <a:gd name="T79" fmla="*/ 149 h 291"/>
                  <a:gd name="T80" fmla="*/ 233 w 239"/>
                  <a:gd name="T81" fmla="*/ 121 h 291"/>
                  <a:gd name="T82" fmla="*/ 239 w 239"/>
                  <a:gd name="T83" fmla="*/ 110 h 291"/>
                  <a:gd name="T84" fmla="*/ 237 w 239"/>
                  <a:gd name="T85" fmla="*/ 96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39" h="291">
                    <a:moveTo>
                      <a:pt x="237" y="96"/>
                    </a:moveTo>
                    <a:lnTo>
                      <a:pt x="237" y="96"/>
                    </a:lnTo>
                    <a:lnTo>
                      <a:pt x="233" y="92"/>
                    </a:lnTo>
                    <a:lnTo>
                      <a:pt x="226" y="90"/>
                    </a:lnTo>
                    <a:lnTo>
                      <a:pt x="219" y="90"/>
                    </a:lnTo>
                    <a:lnTo>
                      <a:pt x="214" y="92"/>
                    </a:lnTo>
                    <a:lnTo>
                      <a:pt x="180" y="113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67" y="1"/>
                    </a:lnTo>
                    <a:lnTo>
                      <a:pt x="62" y="0"/>
                    </a:lnTo>
                    <a:lnTo>
                      <a:pt x="57" y="1"/>
                    </a:lnTo>
                    <a:lnTo>
                      <a:pt x="51" y="4"/>
                    </a:lnTo>
                    <a:lnTo>
                      <a:pt x="7" y="37"/>
                    </a:lnTo>
                    <a:lnTo>
                      <a:pt x="7" y="37"/>
                    </a:lnTo>
                    <a:lnTo>
                      <a:pt x="3" y="41"/>
                    </a:lnTo>
                    <a:lnTo>
                      <a:pt x="0" y="47"/>
                    </a:lnTo>
                    <a:lnTo>
                      <a:pt x="0" y="52"/>
                    </a:lnTo>
                    <a:lnTo>
                      <a:pt x="2" y="57"/>
                    </a:lnTo>
                    <a:lnTo>
                      <a:pt x="2" y="57"/>
                    </a:lnTo>
                    <a:lnTo>
                      <a:pt x="3" y="61"/>
                    </a:lnTo>
                    <a:lnTo>
                      <a:pt x="6" y="64"/>
                    </a:lnTo>
                    <a:lnTo>
                      <a:pt x="12" y="67"/>
                    </a:lnTo>
                    <a:lnTo>
                      <a:pt x="19" y="67"/>
                    </a:lnTo>
                    <a:lnTo>
                      <a:pt x="23" y="66"/>
                    </a:lnTo>
                    <a:lnTo>
                      <a:pt x="26" y="64"/>
                    </a:lnTo>
                    <a:lnTo>
                      <a:pt x="59" y="39"/>
                    </a:lnTo>
                    <a:lnTo>
                      <a:pt x="98" y="79"/>
                    </a:lnTo>
                    <a:lnTo>
                      <a:pt x="54" y="123"/>
                    </a:lnTo>
                    <a:lnTo>
                      <a:pt x="54" y="123"/>
                    </a:lnTo>
                    <a:lnTo>
                      <a:pt x="50" y="129"/>
                    </a:lnTo>
                    <a:lnTo>
                      <a:pt x="46" y="134"/>
                    </a:lnTo>
                    <a:lnTo>
                      <a:pt x="45" y="139"/>
                    </a:lnTo>
                    <a:lnTo>
                      <a:pt x="43" y="146"/>
                    </a:lnTo>
                    <a:lnTo>
                      <a:pt x="43" y="146"/>
                    </a:lnTo>
                    <a:lnTo>
                      <a:pt x="43" y="156"/>
                    </a:lnTo>
                    <a:lnTo>
                      <a:pt x="47" y="164"/>
                    </a:lnTo>
                    <a:lnTo>
                      <a:pt x="51" y="170"/>
                    </a:lnTo>
                    <a:lnTo>
                      <a:pt x="59" y="177"/>
                    </a:lnTo>
                    <a:lnTo>
                      <a:pt x="116" y="212"/>
                    </a:lnTo>
                    <a:lnTo>
                      <a:pt x="81" y="264"/>
                    </a:lnTo>
                    <a:lnTo>
                      <a:pt x="81" y="264"/>
                    </a:lnTo>
                    <a:lnTo>
                      <a:pt x="78" y="270"/>
                    </a:lnTo>
                    <a:lnTo>
                      <a:pt x="78" y="276"/>
                    </a:lnTo>
                    <a:lnTo>
                      <a:pt x="81" y="283"/>
                    </a:lnTo>
                    <a:lnTo>
                      <a:pt x="85" y="287"/>
                    </a:lnTo>
                    <a:lnTo>
                      <a:pt x="85" y="287"/>
                    </a:lnTo>
                    <a:lnTo>
                      <a:pt x="89" y="290"/>
                    </a:lnTo>
                    <a:lnTo>
                      <a:pt x="94" y="291"/>
                    </a:lnTo>
                    <a:lnTo>
                      <a:pt x="94" y="291"/>
                    </a:lnTo>
                    <a:lnTo>
                      <a:pt x="98" y="290"/>
                    </a:lnTo>
                    <a:lnTo>
                      <a:pt x="102" y="289"/>
                    </a:lnTo>
                    <a:lnTo>
                      <a:pt x="106" y="287"/>
                    </a:lnTo>
                    <a:lnTo>
                      <a:pt x="109" y="283"/>
                    </a:lnTo>
                    <a:lnTo>
                      <a:pt x="153" y="216"/>
                    </a:lnTo>
                    <a:lnTo>
                      <a:pt x="153" y="216"/>
                    </a:lnTo>
                    <a:lnTo>
                      <a:pt x="156" y="211"/>
                    </a:lnTo>
                    <a:lnTo>
                      <a:pt x="156" y="204"/>
                    </a:lnTo>
                    <a:lnTo>
                      <a:pt x="156" y="204"/>
                    </a:lnTo>
                    <a:lnTo>
                      <a:pt x="153" y="197"/>
                    </a:lnTo>
                    <a:lnTo>
                      <a:pt x="148" y="193"/>
                    </a:lnTo>
                    <a:lnTo>
                      <a:pt x="82" y="152"/>
                    </a:lnTo>
                    <a:lnTo>
                      <a:pt x="82" y="152"/>
                    </a:lnTo>
                    <a:lnTo>
                      <a:pt x="81" y="150"/>
                    </a:lnTo>
                    <a:lnTo>
                      <a:pt x="79" y="147"/>
                    </a:lnTo>
                    <a:lnTo>
                      <a:pt x="81" y="145"/>
                    </a:lnTo>
                    <a:lnTo>
                      <a:pt x="82" y="143"/>
                    </a:lnTo>
                    <a:lnTo>
                      <a:pt x="122" y="102"/>
                    </a:lnTo>
                    <a:lnTo>
                      <a:pt x="167" y="146"/>
                    </a:lnTo>
                    <a:lnTo>
                      <a:pt x="167" y="146"/>
                    </a:lnTo>
                    <a:lnTo>
                      <a:pt x="172" y="150"/>
                    </a:lnTo>
                    <a:lnTo>
                      <a:pt x="179" y="152"/>
                    </a:lnTo>
                    <a:lnTo>
                      <a:pt x="179" y="152"/>
                    </a:lnTo>
                    <a:lnTo>
                      <a:pt x="183" y="150"/>
                    </a:lnTo>
                    <a:lnTo>
                      <a:pt x="187" y="149"/>
                    </a:lnTo>
                    <a:lnTo>
                      <a:pt x="233" y="121"/>
                    </a:lnTo>
                    <a:lnTo>
                      <a:pt x="233" y="121"/>
                    </a:lnTo>
                    <a:lnTo>
                      <a:pt x="237" y="115"/>
                    </a:lnTo>
                    <a:lnTo>
                      <a:pt x="239" y="110"/>
                    </a:lnTo>
                    <a:lnTo>
                      <a:pt x="239" y="103"/>
                    </a:lnTo>
                    <a:lnTo>
                      <a:pt x="237" y="96"/>
                    </a:lnTo>
                    <a:lnTo>
                      <a:pt x="237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20" name="Freeform 207">
                <a:extLst>
                  <a:ext uri="{FF2B5EF4-FFF2-40B4-BE49-F238E27FC236}">
                    <a16:creationId xmlns:a16="http://schemas.microsoft.com/office/drawing/2014/main" id="{3FE3CBA0-FB51-5FFE-B521-4F04B2258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2148" y="6287466"/>
                <a:ext cx="110900" cy="52903"/>
              </a:xfrm>
              <a:custGeom>
                <a:avLst/>
                <a:gdLst>
                  <a:gd name="T0" fmla="*/ 93 w 122"/>
                  <a:gd name="T1" fmla="*/ 6 h 61"/>
                  <a:gd name="T2" fmla="*/ 71 w 122"/>
                  <a:gd name="T3" fmla="*/ 27 h 61"/>
                  <a:gd name="T4" fmla="*/ 16 w 122"/>
                  <a:gd name="T5" fmla="*/ 27 h 61"/>
                  <a:gd name="T6" fmla="*/ 16 w 122"/>
                  <a:gd name="T7" fmla="*/ 27 h 61"/>
                  <a:gd name="T8" fmla="*/ 9 w 122"/>
                  <a:gd name="T9" fmla="*/ 29 h 61"/>
                  <a:gd name="T10" fmla="*/ 4 w 122"/>
                  <a:gd name="T11" fmla="*/ 33 h 61"/>
                  <a:gd name="T12" fmla="*/ 1 w 122"/>
                  <a:gd name="T13" fmla="*/ 38 h 61"/>
                  <a:gd name="T14" fmla="*/ 0 w 122"/>
                  <a:gd name="T15" fmla="*/ 45 h 61"/>
                  <a:gd name="T16" fmla="*/ 0 w 122"/>
                  <a:gd name="T17" fmla="*/ 45 h 61"/>
                  <a:gd name="T18" fmla="*/ 1 w 122"/>
                  <a:gd name="T19" fmla="*/ 51 h 61"/>
                  <a:gd name="T20" fmla="*/ 4 w 122"/>
                  <a:gd name="T21" fmla="*/ 57 h 61"/>
                  <a:gd name="T22" fmla="*/ 9 w 122"/>
                  <a:gd name="T23" fmla="*/ 59 h 61"/>
                  <a:gd name="T24" fmla="*/ 16 w 122"/>
                  <a:gd name="T25" fmla="*/ 61 h 61"/>
                  <a:gd name="T26" fmla="*/ 78 w 122"/>
                  <a:gd name="T27" fmla="*/ 61 h 61"/>
                  <a:gd name="T28" fmla="*/ 78 w 122"/>
                  <a:gd name="T29" fmla="*/ 61 h 61"/>
                  <a:gd name="T30" fmla="*/ 84 w 122"/>
                  <a:gd name="T31" fmla="*/ 59 h 61"/>
                  <a:gd name="T32" fmla="*/ 90 w 122"/>
                  <a:gd name="T33" fmla="*/ 57 h 61"/>
                  <a:gd name="T34" fmla="*/ 117 w 122"/>
                  <a:gd name="T35" fmla="*/ 29 h 61"/>
                  <a:gd name="T36" fmla="*/ 117 w 122"/>
                  <a:gd name="T37" fmla="*/ 29 h 61"/>
                  <a:gd name="T38" fmla="*/ 121 w 122"/>
                  <a:gd name="T39" fmla="*/ 23 h 61"/>
                  <a:gd name="T40" fmla="*/ 122 w 122"/>
                  <a:gd name="T41" fmla="*/ 16 h 61"/>
                  <a:gd name="T42" fmla="*/ 121 w 122"/>
                  <a:gd name="T43" fmla="*/ 11 h 61"/>
                  <a:gd name="T44" fmla="*/ 117 w 122"/>
                  <a:gd name="T45" fmla="*/ 6 h 61"/>
                  <a:gd name="T46" fmla="*/ 117 w 122"/>
                  <a:gd name="T47" fmla="*/ 6 h 61"/>
                  <a:gd name="T48" fmla="*/ 111 w 122"/>
                  <a:gd name="T49" fmla="*/ 2 h 61"/>
                  <a:gd name="T50" fmla="*/ 105 w 122"/>
                  <a:gd name="T51" fmla="*/ 0 h 61"/>
                  <a:gd name="T52" fmla="*/ 99 w 122"/>
                  <a:gd name="T53" fmla="*/ 2 h 61"/>
                  <a:gd name="T54" fmla="*/ 93 w 122"/>
                  <a:gd name="T55" fmla="*/ 6 h 61"/>
                  <a:gd name="T56" fmla="*/ 93 w 122"/>
                  <a:gd name="T57" fmla="*/ 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2" h="61">
                    <a:moveTo>
                      <a:pt x="93" y="6"/>
                    </a:moveTo>
                    <a:lnTo>
                      <a:pt x="71" y="27"/>
                    </a:lnTo>
                    <a:lnTo>
                      <a:pt x="16" y="27"/>
                    </a:lnTo>
                    <a:lnTo>
                      <a:pt x="16" y="27"/>
                    </a:lnTo>
                    <a:lnTo>
                      <a:pt x="9" y="29"/>
                    </a:lnTo>
                    <a:lnTo>
                      <a:pt x="4" y="33"/>
                    </a:lnTo>
                    <a:lnTo>
                      <a:pt x="1" y="38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1" y="51"/>
                    </a:lnTo>
                    <a:lnTo>
                      <a:pt x="4" y="57"/>
                    </a:lnTo>
                    <a:lnTo>
                      <a:pt x="9" y="59"/>
                    </a:lnTo>
                    <a:lnTo>
                      <a:pt x="16" y="61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84" y="59"/>
                    </a:lnTo>
                    <a:lnTo>
                      <a:pt x="90" y="57"/>
                    </a:lnTo>
                    <a:lnTo>
                      <a:pt x="117" y="29"/>
                    </a:lnTo>
                    <a:lnTo>
                      <a:pt x="117" y="29"/>
                    </a:lnTo>
                    <a:lnTo>
                      <a:pt x="121" y="23"/>
                    </a:lnTo>
                    <a:lnTo>
                      <a:pt x="122" y="16"/>
                    </a:lnTo>
                    <a:lnTo>
                      <a:pt x="121" y="11"/>
                    </a:lnTo>
                    <a:lnTo>
                      <a:pt x="117" y="6"/>
                    </a:lnTo>
                    <a:lnTo>
                      <a:pt x="117" y="6"/>
                    </a:lnTo>
                    <a:lnTo>
                      <a:pt x="111" y="2"/>
                    </a:lnTo>
                    <a:lnTo>
                      <a:pt x="105" y="0"/>
                    </a:lnTo>
                    <a:lnTo>
                      <a:pt x="99" y="2"/>
                    </a:lnTo>
                    <a:lnTo>
                      <a:pt x="93" y="6"/>
                    </a:lnTo>
                    <a:lnTo>
                      <a:pt x="9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7" name="Freeform: Shape 234">
              <a:extLst>
                <a:ext uri="{FF2B5EF4-FFF2-40B4-BE49-F238E27FC236}">
                  <a16:creationId xmlns:a16="http://schemas.microsoft.com/office/drawing/2014/main" id="{28497220-7DDF-2DDD-DC24-F181318D8623}"/>
                </a:ext>
              </a:extLst>
            </p:cNvPr>
            <p:cNvSpPr/>
            <p:nvPr/>
          </p:nvSpPr>
          <p:spPr>
            <a:xfrm rot="10800000">
              <a:off x="7252701" y="5921919"/>
              <a:ext cx="99520" cy="96527"/>
            </a:xfrm>
            <a:custGeom>
              <a:avLst/>
              <a:gdLst>
                <a:gd name="connsiteX0" fmla="*/ 0 w 42079"/>
                <a:gd name="connsiteY0" fmla="*/ 0 h 42079"/>
                <a:gd name="connsiteX1" fmla="*/ 42079 w 42079"/>
                <a:gd name="connsiteY1" fmla="*/ 0 h 42079"/>
                <a:gd name="connsiteX2" fmla="*/ 42079 w 42079"/>
                <a:gd name="connsiteY2" fmla="*/ 42079 h 42079"/>
                <a:gd name="connsiteX3" fmla="*/ 0 w 42079"/>
                <a:gd name="connsiteY3" fmla="*/ 42079 h 42079"/>
                <a:gd name="connsiteX4" fmla="*/ 0 w 42079"/>
                <a:gd name="connsiteY4" fmla="*/ 0 h 4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9" h="42079">
                  <a:moveTo>
                    <a:pt x="42079" y="0"/>
                  </a:moveTo>
                  <a:lnTo>
                    <a:pt x="0" y="0"/>
                  </a:lnTo>
                  <a:lnTo>
                    <a:pt x="0" y="42079"/>
                  </a:lnTo>
                  <a:lnTo>
                    <a:pt x="42079" y="42079"/>
                  </a:lnTo>
                  <a:lnTo>
                    <a:pt x="42079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49" tIns="6351" rIns="6351" bIns="6349" numCol="1" spcCol="1270" anchor="ctr" anchorCtr="0">
              <a:noAutofit/>
            </a:bodyPr>
            <a:lstStyle/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8" name="Arrow: Circular 32">
              <a:extLst>
                <a:ext uri="{FF2B5EF4-FFF2-40B4-BE49-F238E27FC236}">
                  <a16:creationId xmlns:a16="http://schemas.microsoft.com/office/drawing/2014/main" id="{1AEDD53E-224F-2698-E59C-4BE9783F38A6}"/>
                </a:ext>
              </a:extLst>
            </p:cNvPr>
            <p:cNvSpPr/>
            <p:nvPr/>
          </p:nvSpPr>
          <p:spPr>
            <a:xfrm>
              <a:off x="6184260" y="5596614"/>
              <a:ext cx="1306927" cy="1267638"/>
            </a:xfrm>
            <a:prstGeom prst="circularArrow">
              <a:avLst>
                <a:gd name="adj1" fmla="val 8252"/>
                <a:gd name="adj2" fmla="val 576425"/>
                <a:gd name="adj3" fmla="val 4498028"/>
                <a:gd name="adj4" fmla="val 20157980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33">
              <a:extLst>
                <a:ext uri="{FF2B5EF4-FFF2-40B4-BE49-F238E27FC236}">
                  <a16:creationId xmlns:a16="http://schemas.microsoft.com/office/drawing/2014/main" id="{219FE953-0093-CCDB-1FBF-0D715AAC61B6}"/>
                </a:ext>
              </a:extLst>
            </p:cNvPr>
            <p:cNvSpPr/>
            <p:nvPr/>
          </p:nvSpPr>
          <p:spPr>
            <a:xfrm rot="10800000">
              <a:off x="6786983" y="6701707"/>
              <a:ext cx="101486" cy="98435"/>
            </a:xfrm>
            <a:custGeom>
              <a:avLst/>
              <a:gdLst>
                <a:gd name="connsiteX0" fmla="*/ 0 w 42910"/>
                <a:gd name="connsiteY0" fmla="*/ 0 h 42910"/>
                <a:gd name="connsiteX1" fmla="*/ 42910 w 42910"/>
                <a:gd name="connsiteY1" fmla="*/ 0 h 42910"/>
                <a:gd name="connsiteX2" fmla="*/ 42910 w 42910"/>
                <a:gd name="connsiteY2" fmla="*/ 42910 h 42910"/>
                <a:gd name="connsiteX3" fmla="*/ 0 w 42910"/>
                <a:gd name="connsiteY3" fmla="*/ 42910 h 42910"/>
                <a:gd name="connsiteX4" fmla="*/ 0 w 42910"/>
                <a:gd name="connsiteY4" fmla="*/ 0 h 4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10" h="42910">
                  <a:moveTo>
                    <a:pt x="42910" y="0"/>
                  </a:moveTo>
                  <a:lnTo>
                    <a:pt x="0" y="0"/>
                  </a:lnTo>
                  <a:lnTo>
                    <a:pt x="0" y="42910"/>
                  </a:lnTo>
                  <a:lnTo>
                    <a:pt x="42910" y="42910"/>
                  </a:lnTo>
                  <a:lnTo>
                    <a:pt x="4291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48" rIns="6350" bIns="6352" numCol="1" spcCol="1270" anchor="ctr" anchorCtr="0">
              <a:noAutofit/>
            </a:bodyPr>
            <a:lstStyle/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1" name="Arrow: Circular 34">
              <a:extLst>
                <a:ext uri="{FF2B5EF4-FFF2-40B4-BE49-F238E27FC236}">
                  <a16:creationId xmlns:a16="http://schemas.microsoft.com/office/drawing/2014/main" id="{80E861C3-8A8A-F318-55B9-286D3B832B92}"/>
                </a:ext>
              </a:extLst>
            </p:cNvPr>
            <p:cNvSpPr/>
            <p:nvPr/>
          </p:nvSpPr>
          <p:spPr>
            <a:xfrm>
              <a:off x="6184260" y="5596614"/>
              <a:ext cx="1306927" cy="1206867"/>
            </a:xfrm>
            <a:prstGeom prst="circularArrow">
              <a:avLst>
                <a:gd name="adj1" fmla="val 8252"/>
                <a:gd name="adj2" fmla="val 576425"/>
                <a:gd name="adj3" fmla="val 11618312"/>
                <a:gd name="adj4" fmla="val 5725546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35">
              <a:extLst>
                <a:ext uri="{FF2B5EF4-FFF2-40B4-BE49-F238E27FC236}">
                  <a16:creationId xmlns:a16="http://schemas.microsoft.com/office/drawing/2014/main" id="{0A70F10B-55E2-C702-4E7E-0FCB9DACD528}"/>
                </a:ext>
              </a:extLst>
            </p:cNvPr>
            <p:cNvSpPr/>
            <p:nvPr/>
          </p:nvSpPr>
          <p:spPr>
            <a:xfrm rot="10800000">
              <a:off x="6316469" y="5915361"/>
              <a:ext cx="113039" cy="109642"/>
            </a:xfrm>
            <a:custGeom>
              <a:avLst/>
              <a:gdLst>
                <a:gd name="connsiteX0" fmla="*/ 0 w 47797"/>
                <a:gd name="connsiteY0" fmla="*/ 0 h 47797"/>
                <a:gd name="connsiteX1" fmla="*/ 47797 w 47797"/>
                <a:gd name="connsiteY1" fmla="*/ 0 h 47797"/>
                <a:gd name="connsiteX2" fmla="*/ 47797 w 47797"/>
                <a:gd name="connsiteY2" fmla="*/ 47797 h 47797"/>
                <a:gd name="connsiteX3" fmla="*/ 0 w 47797"/>
                <a:gd name="connsiteY3" fmla="*/ 47797 h 47797"/>
                <a:gd name="connsiteX4" fmla="*/ 0 w 47797"/>
                <a:gd name="connsiteY4" fmla="*/ 0 h 4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97" h="47797">
                  <a:moveTo>
                    <a:pt x="47797" y="0"/>
                  </a:moveTo>
                  <a:lnTo>
                    <a:pt x="0" y="0"/>
                  </a:lnTo>
                  <a:lnTo>
                    <a:pt x="0" y="47797"/>
                  </a:lnTo>
                  <a:lnTo>
                    <a:pt x="47797" y="47797"/>
                  </a:lnTo>
                  <a:lnTo>
                    <a:pt x="47797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39" tIns="2539" rIns="2541" bIns="2541" numCol="1" spcCol="1270" anchor="ctr" anchorCtr="0">
              <a:noAutofit/>
            </a:bodyPr>
            <a:lstStyle/>
            <a:p>
              <a:pPr marL="0" marR="0" lvl="0" indent="0" algn="ctr" defTabSz="88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4" name="Arrow: Circular 36">
              <a:extLst>
                <a:ext uri="{FF2B5EF4-FFF2-40B4-BE49-F238E27FC236}">
                  <a16:creationId xmlns:a16="http://schemas.microsoft.com/office/drawing/2014/main" id="{3E6CABD4-BC2D-C617-5784-9A7AB08B3EAF}"/>
                </a:ext>
              </a:extLst>
            </p:cNvPr>
            <p:cNvSpPr/>
            <p:nvPr/>
          </p:nvSpPr>
          <p:spPr>
            <a:xfrm>
              <a:off x="6183149" y="5601342"/>
              <a:ext cx="1306927" cy="1206867"/>
            </a:xfrm>
            <a:prstGeom prst="circularArrow">
              <a:avLst>
                <a:gd name="adj1" fmla="val 8252"/>
                <a:gd name="adj2" fmla="val 576425"/>
                <a:gd name="adj3" fmla="val 18842530"/>
                <a:gd name="adj4" fmla="val 13035139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CBAE780-1963-5EEE-2B07-DC9AFADBBF14}"/>
              </a:ext>
            </a:extLst>
          </p:cNvPr>
          <p:cNvGraphicFramePr>
            <a:graphicFrameLocks noGrp="1"/>
          </p:cNvGraphicFramePr>
          <p:nvPr/>
        </p:nvGraphicFramePr>
        <p:xfrm>
          <a:off x="2109217" y="757555"/>
          <a:ext cx="9474084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67">
                  <a:extLst>
                    <a:ext uri="{9D8B030D-6E8A-4147-A177-3AD203B41FA5}">
                      <a16:colId xmlns:a16="http://schemas.microsoft.com/office/drawing/2014/main" val="2702407251"/>
                    </a:ext>
                  </a:extLst>
                </a:gridCol>
                <a:gridCol w="362005">
                  <a:extLst>
                    <a:ext uri="{9D8B030D-6E8A-4147-A177-3AD203B41FA5}">
                      <a16:colId xmlns:a16="http://schemas.microsoft.com/office/drawing/2014/main" val="1092353643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491524905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473393998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2910182926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2622091704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2301508109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763206724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1743599356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865703528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449892733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4222471394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872760286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2874719704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677833108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2000074396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53815911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1707594172"/>
                    </a:ext>
                  </a:extLst>
                </a:gridCol>
                <a:gridCol w="498636">
                  <a:extLst>
                    <a:ext uri="{9D8B030D-6E8A-4147-A177-3AD203B41FA5}">
                      <a16:colId xmlns:a16="http://schemas.microsoft.com/office/drawing/2014/main" val="3039987097"/>
                    </a:ext>
                  </a:extLst>
                </a:gridCol>
              </a:tblGrid>
              <a:tr h="156483">
                <a:tc>
                  <a:txBody>
                    <a:bodyPr/>
                    <a:lstStyle/>
                    <a:p>
                      <a:pPr algn="ctr"/>
                      <a:endParaRPr lang="en-US" sz="1050" b="1">
                        <a:solidFill>
                          <a:schemeClr val="bg1"/>
                        </a:solidFill>
                        <a:latin typeface="+mn-lt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904221"/>
                  </a:ext>
                </a:extLst>
              </a:tr>
              <a:tr h="151881">
                <a:tc>
                  <a:txBody>
                    <a:bodyPr/>
                    <a:lstStyle/>
                    <a:p>
                      <a:pPr algn="ctr"/>
                      <a:endParaRPr lang="en-US" sz="1050" b="0">
                        <a:solidFill>
                          <a:schemeClr val="tx1"/>
                        </a:solidFill>
                        <a:latin typeface="+mn-lt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Jul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Aug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Sep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Oct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Nov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Dec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Jan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Feb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Mar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Apr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May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Jun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Jul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Aug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Sep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Oct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Nov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Dec</a:t>
                      </a: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53796"/>
                  </a:ext>
                </a:extLst>
              </a:tr>
              <a:tr h="128869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+mn-lt"/>
                        </a:rPr>
                        <a:t>Discovery</a:t>
                      </a:r>
                    </a:p>
                  </a:txBody>
                  <a:tcPr marL="0" marR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600845"/>
                  </a:ext>
                </a:extLst>
              </a:tr>
              <a:tr h="128869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+mn-lt"/>
                        </a:rPr>
                        <a:t>Initiation</a:t>
                      </a:r>
                    </a:p>
                  </a:txBody>
                  <a:tcPr marL="0" marR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694113"/>
                  </a:ext>
                </a:extLst>
              </a:tr>
              <a:tr h="237880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+mn-lt"/>
                        </a:rPr>
                        <a:t>Planning</a:t>
                      </a:r>
                    </a:p>
                  </a:txBody>
                  <a:tcPr marL="0" marR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161748"/>
                  </a:ext>
                </a:extLst>
              </a:tr>
              <a:tr h="128869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+mn-lt"/>
                        </a:rPr>
                        <a:t>Execution</a:t>
                      </a:r>
                    </a:p>
                  </a:txBody>
                  <a:tcPr marL="0" marR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690045"/>
                  </a:ext>
                </a:extLst>
              </a:tr>
              <a:tr h="128869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+mn-lt"/>
                        </a:rPr>
                        <a:t>Closure</a:t>
                      </a:r>
                    </a:p>
                  </a:txBody>
                  <a:tcPr marL="0" marR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>
                        <a:latin typeface="+mn-lt"/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981226"/>
                  </a:ext>
                </a:extLst>
              </a:tr>
            </a:tbl>
          </a:graphicData>
        </a:graphic>
      </p:graphicFrame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22EC8C35-EE90-FC64-8E51-5691FBC8CE0E}"/>
              </a:ext>
            </a:extLst>
          </p:cNvPr>
          <p:cNvSpPr/>
          <p:nvPr/>
        </p:nvSpPr>
        <p:spPr>
          <a:xfrm>
            <a:off x="8272741" y="2061027"/>
            <a:ext cx="540000" cy="136635"/>
          </a:xfrm>
          <a:prstGeom prst="homePlat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807236F9-0A45-91DB-255D-BD88819E89BE}"/>
              </a:ext>
            </a:extLst>
          </p:cNvPr>
          <p:cNvSpPr/>
          <p:nvPr/>
        </p:nvSpPr>
        <p:spPr>
          <a:xfrm>
            <a:off x="5519133" y="1796122"/>
            <a:ext cx="864000" cy="136635"/>
          </a:xfrm>
          <a:prstGeom prst="homePlat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195C475E-3964-C614-5ECB-2916CD03F661}"/>
              </a:ext>
            </a:extLst>
          </p:cNvPr>
          <p:cNvSpPr/>
          <p:nvPr/>
        </p:nvSpPr>
        <p:spPr>
          <a:xfrm>
            <a:off x="4399628" y="1544834"/>
            <a:ext cx="540000" cy="136635"/>
          </a:xfrm>
          <a:prstGeom prst="homePlat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979AB40A-DF6C-088D-BF16-20B9F091041C}"/>
              </a:ext>
            </a:extLst>
          </p:cNvPr>
          <p:cNvSpPr/>
          <p:nvPr/>
        </p:nvSpPr>
        <p:spPr>
          <a:xfrm>
            <a:off x="4108995" y="1543447"/>
            <a:ext cx="640080" cy="1366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A95B5140-9322-AFCC-B9E1-BA626EB96354}"/>
              </a:ext>
            </a:extLst>
          </p:cNvPr>
          <p:cNvSpPr/>
          <p:nvPr/>
        </p:nvSpPr>
        <p:spPr>
          <a:xfrm>
            <a:off x="4642975" y="1796123"/>
            <a:ext cx="1011545" cy="1366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D5653D77-53EE-A42F-F654-72653CE8048A}"/>
              </a:ext>
            </a:extLst>
          </p:cNvPr>
          <p:cNvSpPr/>
          <p:nvPr/>
        </p:nvSpPr>
        <p:spPr>
          <a:xfrm>
            <a:off x="5931465" y="2058085"/>
            <a:ext cx="2560320" cy="1366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4BAC4441-8E4D-0DF6-9CD1-4C6D22CB0E60}"/>
              </a:ext>
            </a:extLst>
          </p:cNvPr>
          <p:cNvSpPr/>
          <p:nvPr/>
        </p:nvSpPr>
        <p:spPr>
          <a:xfrm>
            <a:off x="8892110" y="2304422"/>
            <a:ext cx="759988" cy="1366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B5975A-8256-D2E9-4472-447653C14016}"/>
              </a:ext>
            </a:extLst>
          </p:cNvPr>
          <p:cNvCxnSpPr/>
          <p:nvPr/>
        </p:nvCxnSpPr>
        <p:spPr>
          <a:xfrm>
            <a:off x="6461315" y="1305054"/>
            <a:ext cx="0" cy="1228956"/>
          </a:xfrm>
          <a:prstGeom prst="line">
            <a:avLst/>
          </a:prstGeom>
          <a:ln w="19050">
            <a:solidFill>
              <a:srgbClr val="8B8B8B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24262B-ACDD-1651-C63B-5ADAFD82D486}"/>
              </a:ext>
            </a:extLst>
          </p:cNvPr>
          <p:cNvGrpSpPr/>
          <p:nvPr/>
        </p:nvGrpSpPr>
        <p:grpSpPr>
          <a:xfrm>
            <a:off x="3857479" y="1496518"/>
            <a:ext cx="251516" cy="243746"/>
            <a:chOff x="6183149" y="5596614"/>
            <a:chExt cx="1308038" cy="1267638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6D279C9-1E12-08FA-C68E-1EB246AE1E0F}"/>
                </a:ext>
              </a:extLst>
            </p:cNvPr>
            <p:cNvSpPr/>
            <p:nvPr/>
          </p:nvSpPr>
          <p:spPr>
            <a:xfrm>
              <a:off x="6566982" y="5943317"/>
              <a:ext cx="583894" cy="5663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5" name="Freeform 195">
              <a:extLst>
                <a:ext uri="{FF2B5EF4-FFF2-40B4-BE49-F238E27FC236}">
                  <a16:creationId xmlns:a16="http://schemas.microsoft.com/office/drawing/2014/main" id="{C296D5C5-3290-A403-D42D-D83535B51F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3776" y="5878813"/>
              <a:ext cx="709000" cy="687681"/>
            </a:xfrm>
            <a:custGeom>
              <a:avLst/>
              <a:gdLst>
                <a:gd name="T0" fmla="*/ 312 w 659"/>
                <a:gd name="T1" fmla="*/ 657 h 657"/>
                <a:gd name="T2" fmla="*/ 264 w 659"/>
                <a:gd name="T3" fmla="*/ 650 h 657"/>
                <a:gd name="T4" fmla="*/ 202 w 659"/>
                <a:gd name="T5" fmla="*/ 631 h 657"/>
                <a:gd name="T6" fmla="*/ 120 w 659"/>
                <a:gd name="T7" fmla="*/ 582 h 657"/>
                <a:gd name="T8" fmla="*/ 57 w 659"/>
                <a:gd name="T9" fmla="*/ 512 h 657"/>
                <a:gd name="T10" fmla="*/ 15 w 659"/>
                <a:gd name="T11" fmla="*/ 426 h 657"/>
                <a:gd name="T12" fmla="*/ 4 w 659"/>
                <a:gd name="T13" fmla="*/ 379 h 657"/>
                <a:gd name="T14" fmla="*/ 0 w 659"/>
                <a:gd name="T15" fmla="*/ 328 h 657"/>
                <a:gd name="T16" fmla="*/ 3 w 659"/>
                <a:gd name="T17" fmla="*/ 294 h 657"/>
                <a:gd name="T18" fmla="*/ 11 w 659"/>
                <a:gd name="T19" fmla="*/ 246 h 657"/>
                <a:gd name="T20" fmla="*/ 41 w 659"/>
                <a:gd name="T21" fmla="*/ 172 h 657"/>
                <a:gd name="T22" fmla="*/ 97 w 659"/>
                <a:gd name="T23" fmla="*/ 95 h 657"/>
                <a:gd name="T24" fmla="*/ 172 w 659"/>
                <a:gd name="T25" fmla="*/ 39 h 657"/>
                <a:gd name="T26" fmla="*/ 248 w 659"/>
                <a:gd name="T27" fmla="*/ 9 h 657"/>
                <a:gd name="T28" fmla="*/ 296 w 659"/>
                <a:gd name="T29" fmla="*/ 1 h 657"/>
                <a:gd name="T30" fmla="*/ 330 w 659"/>
                <a:gd name="T31" fmla="*/ 0 h 657"/>
                <a:gd name="T32" fmla="*/ 379 w 659"/>
                <a:gd name="T33" fmla="*/ 2 h 657"/>
                <a:gd name="T34" fmla="*/ 428 w 659"/>
                <a:gd name="T35" fmla="*/ 15 h 657"/>
                <a:gd name="T36" fmla="*/ 514 w 659"/>
                <a:gd name="T37" fmla="*/ 55 h 657"/>
                <a:gd name="T38" fmla="*/ 583 w 659"/>
                <a:gd name="T39" fmla="*/ 119 h 657"/>
                <a:gd name="T40" fmla="*/ 633 w 659"/>
                <a:gd name="T41" fmla="*/ 200 h 657"/>
                <a:gd name="T42" fmla="*/ 652 w 659"/>
                <a:gd name="T43" fmla="*/ 262 h 657"/>
                <a:gd name="T44" fmla="*/ 657 w 659"/>
                <a:gd name="T45" fmla="*/ 311 h 657"/>
                <a:gd name="T46" fmla="*/ 657 w 659"/>
                <a:gd name="T47" fmla="*/ 345 h 657"/>
                <a:gd name="T48" fmla="*/ 652 w 659"/>
                <a:gd name="T49" fmla="*/ 395 h 657"/>
                <a:gd name="T50" fmla="*/ 633 w 659"/>
                <a:gd name="T51" fmla="*/ 457 h 657"/>
                <a:gd name="T52" fmla="*/ 583 w 659"/>
                <a:gd name="T53" fmla="*/ 537 h 657"/>
                <a:gd name="T54" fmla="*/ 514 w 659"/>
                <a:gd name="T55" fmla="*/ 600 h 657"/>
                <a:gd name="T56" fmla="*/ 428 w 659"/>
                <a:gd name="T57" fmla="*/ 642 h 657"/>
                <a:gd name="T58" fmla="*/ 379 w 659"/>
                <a:gd name="T59" fmla="*/ 653 h 657"/>
                <a:gd name="T60" fmla="*/ 330 w 659"/>
                <a:gd name="T61" fmla="*/ 657 h 657"/>
                <a:gd name="T62" fmla="*/ 330 w 659"/>
                <a:gd name="T63" fmla="*/ 37 h 657"/>
                <a:gd name="T64" fmla="*/ 244 w 659"/>
                <a:gd name="T65" fmla="*/ 49 h 657"/>
                <a:gd name="T66" fmla="*/ 167 w 659"/>
                <a:gd name="T67" fmla="*/ 87 h 657"/>
                <a:gd name="T68" fmla="*/ 105 w 659"/>
                <a:gd name="T69" fmla="*/ 144 h 657"/>
                <a:gd name="T70" fmla="*/ 61 w 659"/>
                <a:gd name="T71" fmla="*/ 215 h 657"/>
                <a:gd name="T72" fmla="*/ 39 w 659"/>
                <a:gd name="T73" fmla="*/ 298 h 657"/>
                <a:gd name="T74" fmla="*/ 39 w 659"/>
                <a:gd name="T75" fmla="*/ 357 h 657"/>
                <a:gd name="T76" fmla="*/ 61 w 659"/>
                <a:gd name="T77" fmla="*/ 442 h 657"/>
                <a:gd name="T78" fmla="*/ 105 w 659"/>
                <a:gd name="T79" fmla="*/ 513 h 657"/>
                <a:gd name="T80" fmla="*/ 167 w 659"/>
                <a:gd name="T81" fmla="*/ 569 h 657"/>
                <a:gd name="T82" fmla="*/ 244 w 659"/>
                <a:gd name="T83" fmla="*/ 606 h 657"/>
                <a:gd name="T84" fmla="*/ 330 w 659"/>
                <a:gd name="T85" fmla="*/ 619 h 657"/>
                <a:gd name="T86" fmla="*/ 389 w 659"/>
                <a:gd name="T87" fmla="*/ 614 h 657"/>
                <a:gd name="T88" fmla="*/ 468 w 659"/>
                <a:gd name="T89" fmla="*/ 584 h 657"/>
                <a:gd name="T90" fmla="*/ 535 w 659"/>
                <a:gd name="T91" fmla="*/ 535 h 657"/>
                <a:gd name="T92" fmla="*/ 586 w 659"/>
                <a:gd name="T93" fmla="*/ 467 h 657"/>
                <a:gd name="T94" fmla="*/ 614 w 659"/>
                <a:gd name="T95" fmla="*/ 387 h 657"/>
                <a:gd name="T96" fmla="*/ 621 w 659"/>
                <a:gd name="T97" fmla="*/ 328 h 657"/>
                <a:gd name="T98" fmla="*/ 608 w 659"/>
                <a:gd name="T99" fmla="*/ 242 h 657"/>
                <a:gd name="T100" fmla="*/ 571 w 659"/>
                <a:gd name="T101" fmla="*/ 165 h 657"/>
                <a:gd name="T102" fmla="*/ 515 w 659"/>
                <a:gd name="T103" fmla="*/ 103 h 657"/>
                <a:gd name="T104" fmla="*/ 442 w 659"/>
                <a:gd name="T105" fmla="*/ 60 h 657"/>
                <a:gd name="T106" fmla="*/ 359 w 659"/>
                <a:gd name="T107" fmla="*/ 3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7">
                  <a:moveTo>
                    <a:pt x="330" y="657"/>
                  </a:moveTo>
                  <a:lnTo>
                    <a:pt x="330" y="657"/>
                  </a:lnTo>
                  <a:lnTo>
                    <a:pt x="312" y="657"/>
                  </a:lnTo>
                  <a:lnTo>
                    <a:pt x="296" y="655"/>
                  </a:lnTo>
                  <a:lnTo>
                    <a:pt x="280" y="653"/>
                  </a:lnTo>
                  <a:lnTo>
                    <a:pt x="264" y="650"/>
                  </a:lnTo>
                  <a:lnTo>
                    <a:pt x="248" y="646"/>
                  </a:lnTo>
                  <a:lnTo>
                    <a:pt x="231" y="642"/>
                  </a:lnTo>
                  <a:lnTo>
                    <a:pt x="202" y="631"/>
                  </a:lnTo>
                  <a:lnTo>
                    <a:pt x="172" y="618"/>
                  </a:lnTo>
                  <a:lnTo>
                    <a:pt x="145" y="600"/>
                  </a:lnTo>
                  <a:lnTo>
                    <a:pt x="120" y="582"/>
                  </a:lnTo>
                  <a:lnTo>
                    <a:pt x="97" y="560"/>
                  </a:lnTo>
                  <a:lnTo>
                    <a:pt x="76" y="537"/>
                  </a:lnTo>
                  <a:lnTo>
                    <a:pt x="57" y="512"/>
                  </a:lnTo>
                  <a:lnTo>
                    <a:pt x="41" y="485"/>
                  </a:lnTo>
                  <a:lnTo>
                    <a:pt x="27" y="457"/>
                  </a:lnTo>
                  <a:lnTo>
                    <a:pt x="15" y="426"/>
                  </a:lnTo>
                  <a:lnTo>
                    <a:pt x="11" y="410"/>
                  </a:lnTo>
                  <a:lnTo>
                    <a:pt x="7" y="395"/>
                  </a:lnTo>
                  <a:lnTo>
                    <a:pt x="4" y="379"/>
                  </a:lnTo>
                  <a:lnTo>
                    <a:pt x="3" y="361"/>
                  </a:lnTo>
                  <a:lnTo>
                    <a:pt x="2" y="345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2" y="311"/>
                  </a:lnTo>
                  <a:lnTo>
                    <a:pt x="3" y="294"/>
                  </a:lnTo>
                  <a:lnTo>
                    <a:pt x="4" y="278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5" y="231"/>
                  </a:lnTo>
                  <a:lnTo>
                    <a:pt x="27" y="200"/>
                  </a:lnTo>
                  <a:lnTo>
                    <a:pt x="41" y="172"/>
                  </a:lnTo>
                  <a:lnTo>
                    <a:pt x="57" y="145"/>
                  </a:lnTo>
                  <a:lnTo>
                    <a:pt x="76" y="119"/>
                  </a:lnTo>
                  <a:lnTo>
                    <a:pt x="97" y="95"/>
                  </a:lnTo>
                  <a:lnTo>
                    <a:pt x="120" y="75"/>
                  </a:lnTo>
                  <a:lnTo>
                    <a:pt x="145" y="55"/>
                  </a:lnTo>
                  <a:lnTo>
                    <a:pt x="172" y="39"/>
                  </a:lnTo>
                  <a:lnTo>
                    <a:pt x="202" y="25"/>
                  </a:lnTo>
                  <a:lnTo>
                    <a:pt x="231" y="15"/>
                  </a:lnTo>
                  <a:lnTo>
                    <a:pt x="248" y="9"/>
                  </a:lnTo>
                  <a:lnTo>
                    <a:pt x="264" y="6"/>
                  </a:lnTo>
                  <a:lnTo>
                    <a:pt x="280" y="2"/>
                  </a:lnTo>
                  <a:lnTo>
                    <a:pt x="296" y="1"/>
                  </a:lnTo>
                  <a:lnTo>
                    <a:pt x="312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47" y="0"/>
                  </a:lnTo>
                  <a:lnTo>
                    <a:pt x="363" y="1"/>
                  </a:lnTo>
                  <a:lnTo>
                    <a:pt x="379" y="2"/>
                  </a:lnTo>
                  <a:lnTo>
                    <a:pt x="395" y="6"/>
                  </a:lnTo>
                  <a:lnTo>
                    <a:pt x="411" y="9"/>
                  </a:lnTo>
                  <a:lnTo>
                    <a:pt x="428" y="15"/>
                  </a:lnTo>
                  <a:lnTo>
                    <a:pt x="457" y="25"/>
                  </a:lnTo>
                  <a:lnTo>
                    <a:pt x="487" y="39"/>
                  </a:lnTo>
                  <a:lnTo>
                    <a:pt x="514" y="55"/>
                  </a:lnTo>
                  <a:lnTo>
                    <a:pt x="539" y="75"/>
                  </a:lnTo>
                  <a:lnTo>
                    <a:pt x="562" y="95"/>
                  </a:lnTo>
                  <a:lnTo>
                    <a:pt x="583" y="119"/>
                  </a:lnTo>
                  <a:lnTo>
                    <a:pt x="602" y="145"/>
                  </a:lnTo>
                  <a:lnTo>
                    <a:pt x="618" y="172"/>
                  </a:lnTo>
                  <a:lnTo>
                    <a:pt x="633" y="200"/>
                  </a:lnTo>
                  <a:lnTo>
                    <a:pt x="644" y="231"/>
                  </a:lnTo>
                  <a:lnTo>
                    <a:pt x="648" y="246"/>
                  </a:lnTo>
                  <a:lnTo>
                    <a:pt x="652" y="262"/>
                  </a:lnTo>
                  <a:lnTo>
                    <a:pt x="655" y="278"/>
                  </a:lnTo>
                  <a:lnTo>
                    <a:pt x="657" y="294"/>
                  </a:lnTo>
                  <a:lnTo>
                    <a:pt x="657" y="311"/>
                  </a:lnTo>
                  <a:lnTo>
                    <a:pt x="659" y="328"/>
                  </a:lnTo>
                  <a:lnTo>
                    <a:pt x="659" y="328"/>
                  </a:lnTo>
                  <a:lnTo>
                    <a:pt x="657" y="345"/>
                  </a:lnTo>
                  <a:lnTo>
                    <a:pt x="657" y="361"/>
                  </a:lnTo>
                  <a:lnTo>
                    <a:pt x="655" y="379"/>
                  </a:lnTo>
                  <a:lnTo>
                    <a:pt x="652" y="395"/>
                  </a:lnTo>
                  <a:lnTo>
                    <a:pt x="648" y="410"/>
                  </a:lnTo>
                  <a:lnTo>
                    <a:pt x="644" y="426"/>
                  </a:lnTo>
                  <a:lnTo>
                    <a:pt x="633" y="457"/>
                  </a:lnTo>
                  <a:lnTo>
                    <a:pt x="618" y="485"/>
                  </a:lnTo>
                  <a:lnTo>
                    <a:pt x="602" y="512"/>
                  </a:lnTo>
                  <a:lnTo>
                    <a:pt x="583" y="537"/>
                  </a:lnTo>
                  <a:lnTo>
                    <a:pt x="562" y="560"/>
                  </a:lnTo>
                  <a:lnTo>
                    <a:pt x="539" y="582"/>
                  </a:lnTo>
                  <a:lnTo>
                    <a:pt x="514" y="600"/>
                  </a:lnTo>
                  <a:lnTo>
                    <a:pt x="487" y="618"/>
                  </a:lnTo>
                  <a:lnTo>
                    <a:pt x="457" y="631"/>
                  </a:lnTo>
                  <a:lnTo>
                    <a:pt x="428" y="642"/>
                  </a:lnTo>
                  <a:lnTo>
                    <a:pt x="411" y="646"/>
                  </a:lnTo>
                  <a:lnTo>
                    <a:pt x="395" y="650"/>
                  </a:lnTo>
                  <a:lnTo>
                    <a:pt x="379" y="653"/>
                  </a:lnTo>
                  <a:lnTo>
                    <a:pt x="363" y="655"/>
                  </a:lnTo>
                  <a:lnTo>
                    <a:pt x="347" y="657"/>
                  </a:lnTo>
                  <a:lnTo>
                    <a:pt x="330" y="657"/>
                  </a:lnTo>
                  <a:lnTo>
                    <a:pt x="330" y="657"/>
                  </a:lnTo>
                  <a:close/>
                  <a:moveTo>
                    <a:pt x="330" y="37"/>
                  </a:moveTo>
                  <a:lnTo>
                    <a:pt x="330" y="37"/>
                  </a:lnTo>
                  <a:lnTo>
                    <a:pt x="300" y="39"/>
                  </a:lnTo>
                  <a:lnTo>
                    <a:pt x="270" y="43"/>
                  </a:lnTo>
                  <a:lnTo>
                    <a:pt x="244" y="49"/>
                  </a:lnTo>
                  <a:lnTo>
                    <a:pt x="217" y="60"/>
                  </a:lnTo>
                  <a:lnTo>
                    <a:pt x="191" y="72"/>
                  </a:lnTo>
                  <a:lnTo>
                    <a:pt x="167" y="87"/>
                  </a:lnTo>
                  <a:lnTo>
                    <a:pt x="144" y="103"/>
                  </a:lnTo>
                  <a:lnTo>
                    <a:pt x="124" y="122"/>
                  </a:lnTo>
                  <a:lnTo>
                    <a:pt x="105" y="144"/>
                  </a:lnTo>
                  <a:lnTo>
                    <a:pt x="88" y="165"/>
                  </a:lnTo>
                  <a:lnTo>
                    <a:pt x="73" y="189"/>
                  </a:lnTo>
                  <a:lnTo>
                    <a:pt x="61" y="215"/>
                  </a:lnTo>
                  <a:lnTo>
                    <a:pt x="51" y="242"/>
                  </a:lnTo>
                  <a:lnTo>
                    <a:pt x="45" y="270"/>
                  </a:lnTo>
                  <a:lnTo>
                    <a:pt x="39" y="298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39" y="357"/>
                  </a:lnTo>
                  <a:lnTo>
                    <a:pt x="45" y="387"/>
                  </a:lnTo>
                  <a:lnTo>
                    <a:pt x="51" y="415"/>
                  </a:lnTo>
                  <a:lnTo>
                    <a:pt x="61" y="442"/>
                  </a:lnTo>
                  <a:lnTo>
                    <a:pt x="73" y="467"/>
                  </a:lnTo>
                  <a:lnTo>
                    <a:pt x="88" y="490"/>
                  </a:lnTo>
                  <a:lnTo>
                    <a:pt x="105" y="513"/>
                  </a:lnTo>
                  <a:lnTo>
                    <a:pt x="124" y="535"/>
                  </a:lnTo>
                  <a:lnTo>
                    <a:pt x="144" y="553"/>
                  </a:lnTo>
                  <a:lnTo>
                    <a:pt x="167" y="569"/>
                  </a:lnTo>
                  <a:lnTo>
                    <a:pt x="191" y="584"/>
                  </a:lnTo>
                  <a:lnTo>
                    <a:pt x="217" y="596"/>
                  </a:lnTo>
                  <a:lnTo>
                    <a:pt x="244" y="606"/>
                  </a:lnTo>
                  <a:lnTo>
                    <a:pt x="270" y="614"/>
                  </a:lnTo>
                  <a:lnTo>
                    <a:pt x="300" y="618"/>
                  </a:lnTo>
                  <a:lnTo>
                    <a:pt x="330" y="619"/>
                  </a:lnTo>
                  <a:lnTo>
                    <a:pt x="330" y="619"/>
                  </a:lnTo>
                  <a:lnTo>
                    <a:pt x="359" y="618"/>
                  </a:lnTo>
                  <a:lnTo>
                    <a:pt x="389" y="614"/>
                  </a:lnTo>
                  <a:lnTo>
                    <a:pt x="415" y="606"/>
                  </a:lnTo>
                  <a:lnTo>
                    <a:pt x="442" y="596"/>
                  </a:lnTo>
                  <a:lnTo>
                    <a:pt x="468" y="584"/>
                  </a:lnTo>
                  <a:lnTo>
                    <a:pt x="492" y="569"/>
                  </a:lnTo>
                  <a:lnTo>
                    <a:pt x="515" y="553"/>
                  </a:lnTo>
                  <a:lnTo>
                    <a:pt x="535" y="535"/>
                  </a:lnTo>
                  <a:lnTo>
                    <a:pt x="554" y="513"/>
                  </a:lnTo>
                  <a:lnTo>
                    <a:pt x="571" y="490"/>
                  </a:lnTo>
                  <a:lnTo>
                    <a:pt x="586" y="467"/>
                  </a:lnTo>
                  <a:lnTo>
                    <a:pt x="598" y="442"/>
                  </a:lnTo>
                  <a:lnTo>
                    <a:pt x="608" y="415"/>
                  </a:lnTo>
                  <a:lnTo>
                    <a:pt x="614" y="387"/>
                  </a:lnTo>
                  <a:lnTo>
                    <a:pt x="620" y="357"/>
                  </a:lnTo>
                  <a:lnTo>
                    <a:pt x="621" y="328"/>
                  </a:lnTo>
                  <a:lnTo>
                    <a:pt x="621" y="328"/>
                  </a:lnTo>
                  <a:lnTo>
                    <a:pt x="620" y="298"/>
                  </a:lnTo>
                  <a:lnTo>
                    <a:pt x="614" y="270"/>
                  </a:lnTo>
                  <a:lnTo>
                    <a:pt x="608" y="242"/>
                  </a:lnTo>
                  <a:lnTo>
                    <a:pt x="598" y="215"/>
                  </a:lnTo>
                  <a:lnTo>
                    <a:pt x="586" y="189"/>
                  </a:lnTo>
                  <a:lnTo>
                    <a:pt x="571" y="165"/>
                  </a:lnTo>
                  <a:lnTo>
                    <a:pt x="554" y="144"/>
                  </a:lnTo>
                  <a:lnTo>
                    <a:pt x="535" y="122"/>
                  </a:lnTo>
                  <a:lnTo>
                    <a:pt x="515" y="103"/>
                  </a:lnTo>
                  <a:lnTo>
                    <a:pt x="492" y="87"/>
                  </a:lnTo>
                  <a:lnTo>
                    <a:pt x="468" y="72"/>
                  </a:lnTo>
                  <a:lnTo>
                    <a:pt x="442" y="60"/>
                  </a:lnTo>
                  <a:lnTo>
                    <a:pt x="415" y="49"/>
                  </a:lnTo>
                  <a:lnTo>
                    <a:pt x="389" y="43"/>
                  </a:lnTo>
                  <a:lnTo>
                    <a:pt x="359" y="39"/>
                  </a:lnTo>
                  <a:lnTo>
                    <a:pt x="330" y="37"/>
                  </a:lnTo>
                  <a:lnTo>
                    <a:pt x="330" y="37"/>
                  </a:ln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9DF6BA6-BECC-7410-D1A0-1D827158E2D4}"/>
                </a:ext>
              </a:extLst>
            </p:cNvPr>
            <p:cNvGrpSpPr/>
            <p:nvPr/>
          </p:nvGrpSpPr>
          <p:grpSpPr>
            <a:xfrm>
              <a:off x="6636674" y="6047446"/>
              <a:ext cx="411817" cy="361839"/>
              <a:chOff x="6670972" y="6125666"/>
              <a:chExt cx="309070" cy="271563"/>
            </a:xfrm>
          </p:grpSpPr>
          <p:sp>
            <p:nvSpPr>
              <p:cNvPr id="43" name="Freeform 203">
                <a:extLst>
                  <a:ext uri="{FF2B5EF4-FFF2-40B4-BE49-F238E27FC236}">
                    <a16:creationId xmlns:a16="http://schemas.microsoft.com/office/drawing/2014/main" id="{B89A2DC0-048A-D09E-B1E0-803635D2A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0972" y="6268501"/>
                <a:ext cx="59995" cy="8817"/>
              </a:xfrm>
              <a:custGeom>
                <a:avLst/>
                <a:gdLst>
                  <a:gd name="T0" fmla="*/ 61 w 66"/>
                  <a:gd name="T1" fmla="*/ 11 h 11"/>
                  <a:gd name="T2" fmla="*/ 61 w 66"/>
                  <a:gd name="T3" fmla="*/ 11 h 11"/>
                  <a:gd name="T4" fmla="*/ 64 w 66"/>
                  <a:gd name="T5" fmla="*/ 11 h 11"/>
                  <a:gd name="T6" fmla="*/ 65 w 66"/>
                  <a:gd name="T7" fmla="*/ 10 h 11"/>
                  <a:gd name="T8" fmla="*/ 66 w 66"/>
                  <a:gd name="T9" fmla="*/ 7 h 11"/>
                  <a:gd name="T10" fmla="*/ 66 w 66"/>
                  <a:gd name="T11" fmla="*/ 6 h 11"/>
                  <a:gd name="T12" fmla="*/ 66 w 66"/>
                  <a:gd name="T13" fmla="*/ 6 h 11"/>
                  <a:gd name="T14" fmla="*/ 66 w 66"/>
                  <a:gd name="T15" fmla="*/ 3 h 11"/>
                  <a:gd name="T16" fmla="*/ 65 w 66"/>
                  <a:gd name="T17" fmla="*/ 1 h 11"/>
                  <a:gd name="T18" fmla="*/ 64 w 66"/>
                  <a:gd name="T19" fmla="*/ 0 h 11"/>
                  <a:gd name="T20" fmla="*/ 61 w 66"/>
                  <a:gd name="T21" fmla="*/ 0 h 11"/>
                  <a:gd name="T22" fmla="*/ 6 w 66"/>
                  <a:gd name="T23" fmla="*/ 0 h 11"/>
                  <a:gd name="T24" fmla="*/ 6 w 66"/>
                  <a:gd name="T25" fmla="*/ 0 h 11"/>
                  <a:gd name="T26" fmla="*/ 3 w 66"/>
                  <a:gd name="T27" fmla="*/ 0 h 11"/>
                  <a:gd name="T28" fmla="*/ 2 w 66"/>
                  <a:gd name="T29" fmla="*/ 1 h 11"/>
                  <a:gd name="T30" fmla="*/ 0 w 66"/>
                  <a:gd name="T31" fmla="*/ 3 h 11"/>
                  <a:gd name="T32" fmla="*/ 0 w 66"/>
                  <a:gd name="T33" fmla="*/ 6 h 11"/>
                  <a:gd name="T34" fmla="*/ 0 w 66"/>
                  <a:gd name="T35" fmla="*/ 6 h 11"/>
                  <a:gd name="T36" fmla="*/ 0 w 66"/>
                  <a:gd name="T37" fmla="*/ 7 h 11"/>
                  <a:gd name="T38" fmla="*/ 2 w 66"/>
                  <a:gd name="T39" fmla="*/ 10 h 11"/>
                  <a:gd name="T40" fmla="*/ 3 w 66"/>
                  <a:gd name="T41" fmla="*/ 11 h 11"/>
                  <a:gd name="T42" fmla="*/ 6 w 66"/>
                  <a:gd name="T43" fmla="*/ 11 h 11"/>
                  <a:gd name="T44" fmla="*/ 61 w 66"/>
                  <a:gd name="T4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6" h="11">
                    <a:moveTo>
                      <a:pt x="61" y="11"/>
                    </a:moveTo>
                    <a:lnTo>
                      <a:pt x="61" y="11"/>
                    </a:lnTo>
                    <a:lnTo>
                      <a:pt x="64" y="11"/>
                    </a:lnTo>
                    <a:lnTo>
                      <a:pt x="65" y="10"/>
                    </a:lnTo>
                    <a:lnTo>
                      <a:pt x="66" y="7"/>
                    </a:lnTo>
                    <a:lnTo>
                      <a:pt x="66" y="6"/>
                    </a:lnTo>
                    <a:lnTo>
                      <a:pt x="66" y="6"/>
                    </a:lnTo>
                    <a:lnTo>
                      <a:pt x="66" y="3"/>
                    </a:lnTo>
                    <a:lnTo>
                      <a:pt x="65" y="1"/>
                    </a:lnTo>
                    <a:lnTo>
                      <a:pt x="64" y="0"/>
                    </a:lnTo>
                    <a:lnTo>
                      <a:pt x="61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2" y="10"/>
                    </a:lnTo>
                    <a:lnTo>
                      <a:pt x="3" y="11"/>
                    </a:lnTo>
                    <a:lnTo>
                      <a:pt x="6" y="11"/>
                    </a:lnTo>
                    <a:lnTo>
                      <a:pt x="61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44" name="Freeform 204">
                <a:extLst>
                  <a:ext uri="{FF2B5EF4-FFF2-40B4-BE49-F238E27FC236}">
                    <a16:creationId xmlns:a16="http://schemas.microsoft.com/office/drawing/2014/main" id="{58AA97BB-9260-45D3-1DC4-3E612075B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0969" y="6227943"/>
                <a:ext cx="61814" cy="10578"/>
              </a:xfrm>
              <a:custGeom>
                <a:avLst/>
                <a:gdLst>
                  <a:gd name="T0" fmla="*/ 5 w 67"/>
                  <a:gd name="T1" fmla="*/ 13 h 13"/>
                  <a:gd name="T2" fmla="*/ 62 w 67"/>
                  <a:gd name="T3" fmla="*/ 13 h 13"/>
                  <a:gd name="T4" fmla="*/ 62 w 67"/>
                  <a:gd name="T5" fmla="*/ 13 h 13"/>
                  <a:gd name="T6" fmla="*/ 63 w 67"/>
                  <a:gd name="T7" fmla="*/ 11 h 13"/>
                  <a:gd name="T8" fmla="*/ 66 w 67"/>
                  <a:gd name="T9" fmla="*/ 10 h 13"/>
                  <a:gd name="T10" fmla="*/ 66 w 67"/>
                  <a:gd name="T11" fmla="*/ 9 h 13"/>
                  <a:gd name="T12" fmla="*/ 67 w 67"/>
                  <a:gd name="T13" fmla="*/ 6 h 13"/>
                  <a:gd name="T14" fmla="*/ 67 w 67"/>
                  <a:gd name="T15" fmla="*/ 6 h 13"/>
                  <a:gd name="T16" fmla="*/ 66 w 67"/>
                  <a:gd name="T17" fmla="*/ 4 h 13"/>
                  <a:gd name="T18" fmla="*/ 66 w 67"/>
                  <a:gd name="T19" fmla="*/ 2 h 13"/>
                  <a:gd name="T20" fmla="*/ 63 w 67"/>
                  <a:gd name="T21" fmla="*/ 2 h 13"/>
                  <a:gd name="T22" fmla="*/ 62 w 67"/>
                  <a:gd name="T23" fmla="*/ 0 h 13"/>
                  <a:gd name="T24" fmla="*/ 5 w 67"/>
                  <a:gd name="T25" fmla="*/ 0 h 13"/>
                  <a:gd name="T26" fmla="*/ 5 w 67"/>
                  <a:gd name="T27" fmla="*/ 0 h 13"/>
                  <a:gd name="T28" fmla="*/ 2 w 67"/>
                  <a:gd name="T29" fmla="*/ 2 h 13"/>
                  <a:gd name="T30" fmla="*/ 1 w 67"/>
                  <a:gd name="T31" fmla="*/ 2 h 13"/>
                  <a:gd name="T32" fmla="*/ 0 w 67"/>
                  <a:gd name="T33" fmla="*/ 4 h 13"/>
                  <a:gd name="T34" fmla="*/ 0 w 67"/>
                  <a:gd name="T35" fmla="*/ 6 h 13"/>
                  <a:gd name="T36" fmla="*/ 0 w 67"/>
                  <a:gd name="T37" fmla="*/ 6 h 13"/>
                  <a:gd name="T38" fmla="*/ 0 w 67"/>
                  <a:gd name="T39" fmla="*/ 9 h 13"/>
                  <a:gd name="T40" fmla="*/ 1 w 67"/>
                  <a:gd name="T41" fmla="*/ 10 h 13"/>
                  <a:gd name="T42" fmla="*/ 2 w 67"/>
                  <a:gd name="T43" fmla="*/ 11 h 13"/>
                  <a:gd name="T44" fmla="*/ 5 w 67"/>
                  <a:gd name="T45" fmla="*/ 13 h 13"/>
                  <a:gd name="T46" fmla="*/ 5 w 67"/>
                  <a:gd name="T4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7" h="13">
                    <a:moveTo>
                      <a:pt x="5" y="13"/>
                    </a:moveTo>
                    <a:lnTo>
                      <a:pt x="62" y="13"/>
                    </a:lnTo>
                    <a:lnTo>
                      <a:pt x="62" y="13"/>
                    </a:lnTo>
                    <a:lnTo>
                      <a:pt x="63" y="11"/>
                    </a:lnTo>
                    <a:lnTo>
                      <a:pt x="66" y="10"/>
                    </a:lnTo>
                    <a:lnTo>
                      <a:pt x="66" y="9"/>
                    </a:lnTo>
                    <a:lnTo>
                      <a:pt x="67" y="6"/>
                    </a:lnTo>
                    <a:lnTo>
                      <a:pt x="67" y="6"/>
                    </a:lnTo>
                    <a:lnTo>
                      <a:pt x="66" y="4"/>
                    </a:lnTo>
                    <a:lnTo>
                      <a:pt x="66" y="2"/>
                    </a:lnTo>
                    <a:lnTo>
                      <a:pt x="63" y="2"/>
                    </a:lnTo>
                    <a:lnTo>
                      <a:pt x="62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1" y="10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5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53" name="Freeform 205">
                <a:extLst>
                  <a:ext uri="{FF2B5EF4-FFF2-40B4-BE49-F238E27FC236}">
                    <a16:creationId xmlns:a16="http://schemas.microsoft.com/office/drawing/2014/main" id="{CF4B3F40-EA4F-2CA7-73C5-F45E66282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9140" y="6125666"/>
                <a:ext cx="70904" cy="68775"/>
              </a:xfrm>
              <a:custGeom>
                <a:avLst/>
                <a:gdLst>
                  <a:gd name="T0" fmla="*/ 39 w 78"/>
                  <a:gd name="T1" fmla="*/ 77 h 77"/>
                  <a:gd name="T2" fmla="*/ 39 w 78"/>
                  <a:gd name="T3" fmla="*/ 77 h 77"/>
                  <a:gd name="T4" fmla="*/ 47 w 78"/>
                  <a:gd name="T5" fmla="*/ 77 h 77"/>
                  <a:gd name="T6" fmla="*/ 54 w 78"/>
                  <a:gd name="T7" fmla="*/ 75 h 77"/>
                  <a:gd name="T8" fmla="*/ 60 w 78"/>
                  <a:gd name="T9" fmla="*/ 71 h 77"/>
                  <a:gd name="T10" fmla="*/ 66 w 78"/>
                  <a:gd name="T11" fmla="*/ 67 h 77"/>
                  <a:gd name="T12" fmla="*/ 71 w 78"/>
                  <a:gd name="T13" fmla="*/ 60 h 77"/>
                  <a:gd name="T14" fmla="*/ 75 w 78"/>
                  <a:gd name="T15" fmla="*/ 53 h 77"/>
                  <a:gd name="T16" fmla="*/ 76 w 78"/>
                  <a:gd name="T17" fmla="*/ 47 h 77"/>
                  <a:gd name="T18" fmla="*/ 78 w 78"/>
                  <a:gd name="T19" fmla="*/ 39 h 77"/>
                  <a:gd name="T20" fmla="*/ 78 w 78"/>
                  <a:gd name="T21" fmla="*/ 39 h 77"/>
                  <a:gd name="T22" fmla="*/ 76 w 78"/>
                  <a:gd name="T23" fmla="*/ 30 h 77"/>
                  <a:gd name="T24" fmla="*/ 75 w 78"/>
                  <a:gd name="T25" fmla="*/ 24 h 77"/>
                  <a:gd name="T26" fmla="*/ 71 w 78"/>
                  <a:gd name="T27" fmla="*/ 17 h 77"/>
                  <a:gd name="T28" fmla="*/ 66 w 78"/>
                  <a:gd name="T29" fmla="*/ 10 h 77"/>
                  <a:gd name="T30" fmla="*/ 60 w 78"/>
                  <a:gd name="T31" fmla="*/ 6 h 77"/>
                  <a:gd name="T32" fmla="*/ 54 w 78"/>
                  <a:gd name="T33" fmla="*/ 2 h 77"/>
                  <a:gd name="T34" fmla="*/ 47 w 78"/>
                  <a:gd name="T35" fmla="*/ 0 h 77"/>
                  <a:gd name="T36" fmla="*/ 39 w 78"/>
                  <a:gd name="T37" fmla="*/ 0 h 77"/>
                  <a:gd name="T38" fmla="*/ 39 w 78"/>
                  <a:gd name="T39" fmla="*/ 0 h 77"/>
                  <a:gd name="T40" fmla="*/ 31 w 78"/>
                  <a:gd name="T41" fmla="*/ 0 h 77"/>
                  <a:gd name="T42" fmla="*/ 23 w 78"/>
                  <a:gd name="T43" fmla="*/ 2 h 77"/>
                  <a:gd name="T44" fmla="*/ 16 w 78"/>
                  <a:gd name="T45" fmla="*/ 6 h 77"/>
                  <a:gd name="T46" fmla="*/ 11 w 78"/>
                  <a:gd name="T47" fmla="*/ 10 h 77"/>
                  <a:gd name="T48" fmla="*/ 7 w 78"/>
                  <a:gd name="T49" fmla="*/ 17 h 77"/>
                  <a:gd name="T50" fmla="*/ 3 w 78"/>
                  <a:gd name="T51" fmla="*/ 24 h 77"/>
                  <a:gd name="T52" fmla="*/ 0 w 78"/>
                  <a:gd name="T53" fmla="*/ 30 h 77"/>
                  <a:gd name="T54" fmla="*/ 0 w 78"/>
                  <a:gd name="T55" fmla="*/ 39 h 77"/>
                  <a:gd name="T56" fmla="*/ 0 w 78"/>
                  <a:gd name="T57" fmla="*/ 39 h 77"/>
                  <a:gd name="T58" fmla="*/ 0 w 78"/>
                  <a:gd name="T59" fmla="*/ 47 h 77"/>
                  <a:gd name="T60" fmla="*/ 3 w 78"/>
                  <a:gd name="T61" fmla="*/ 53 h 77"/>
                  <a:gd name="T62" fmla="*/ 7 w 78"/>
                  <a:gd name="T63" fmla="*/ 60 h 77"/>
                  <a:gd name="T64" fmla="*/ 11 w 78"/>
                  <a:gd name="T65" fmla="*/ 67 h 77"/>
                  <a:gd name="T66" fmla="*/ 16 w 78"/>
                  <a:gd name="T67" fmla="*/ 71 h 77"/>
                  <a:gd name="T68" fmla="*/ 23 w 78"/>
                  <a:gd name="T69" fmla="*/ 75 h 77"/>
                  <a:gd name="T70" fmla="*/ 31 w 78"/>
                  <a:gd name="T71" fmla="*/ 77 h 77"/>
                  <a:gd name="T72" fmla="*/ 39 w 78"/>
                  <a:gd name="T73" fmla="*/ 77 h 77"/>
                  <a:gd name="T74" fmla="*/ 39 w 78"/>
                  <a:gd name="T7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8" h="77">
                    <a:moveTo>
                      <a:pt x="39" y="77"/>
                    </a:moveTo>
                    <a:lnTo>
                      <a:pt x="39" y="77"/>
                    </a:lnTo>
                    <a:lnTo>
                      <a:pt x="47" y="77"/>
                    </a:lnTo>
                    <a:lnTo>
                      <a:pt x="54" y="75"/>
                    </a:lnTo>
                    <a:lnTo>
                      <a:pt x="60" y="71"/>
                    </a:lnTo>
                    <a:lnTo>
                      <a:pt x="66" y="67"/>
                    </a:lnTo>
                    <a:lnTo>
                      <a:pt x="71" y="60"/>
                    </a:lnTo>
                    <a:lnTo>
                      <a:pt x="75" y="53"/>
                    </a:lnTo>
                    <a:lnTo>
                      <a:pt x="76" y="47"/>
                    </a:lnTo>
                    <a:lnTo>
                      <a:pt x="78" y="39"/>
                    </a:lnTo>
                    <a:lnTo>
                      <a:pt x="78" y="39"/>
                    </a:lnTo>
                    <a:lnTo>
                      <a:pt x="76" y="30"/>
                    </a:lnTo>
                    <a:lnTo>
                      <a:pt x="75" y="24"/>
                    </a:lnTo>
                    <a:lnTo>
                      <a:pt x="71" y="17"/>
                    </a:lnTo>
                    <a:lnTo>
                      <a:pt x="66" y="10"/>
                    </a:lnTo>
                    <a:lnTo>
                      <a:pt x="60" y="6"/>
                    </a:lnTo>
                    <a:lnTo>
                      <a:pt x="54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1" y="0"/>
                    </a:lnTo>
                    <a:lnTo>
                      <a:pt x="23" y="2"/>
                    </a:lnTo>
                    <a:lnTo>
                      <a:pt x="16" y="6"/>
                    </a:lnTo>
                    <a:lnTo>
                      <a:pt x="11" y="10"/>
                    </a:lnTo>
                    <a:lnTo>
                      <a:pt x="7" y="17"/>
                    </a:lnTo>
                    <a:lnTo>
                      <a:pt x="3" y="24"/>
                    </a:lnTo>
                    <a:lnTo>
                      <a:pt x="0" y="30"/>
                    </a:lnTo>
                    <a:lnTo>
                      <a:pt x="0" y="39"/>
                    </a:lnTo>
                    <a:lnTo>
                      <a:pt x="0" y="39"/>
                    </a:lnTo>
                    <a:lnTo>
                      <a:pt x="0" y="47"/>
                    </a:lnTo>
                    <a:lnTo>
                      <a:pt x="3" y="53"/>
                    </a:lnTo>
                    <a:lnTo>
                      <a:pt x="7" y="60"/>
                    </a:lnTo>
                    <a:lnTo>
                      <a:pt x="11" y="67"/>
                    </a:lnTo>
                    <a:lnTo>
                      <a:pt x="16" y="71"/>
                    </a:lnTo>
                    <a:lnTo>
                      <a:pt x="23" y="75"/>
                    </a:lnTo>
                    <a:lnTo>
                      <a:pt x="31" y="77"/>
                    </a:lnTo>
                    <a:lnTo>
                      <a:pt x="39" y="77"/>
                    </a:lnTo>
                    <a:lnTo>
                      <a:pt x="39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54" name="Freeform 206">
                <a:extLst>
                  <a:ext uri="{FF2B5EF4-FFF2-40B4-BE49-F238E27FC236}">
                    <a16:creationId xmlns:a16="http://schemas.microsoft.com/office/drawing/2014/main" id="{386C188C-FBDC-9E90-4F7E-CF187461F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63693" y="6139772"/>
                <a:ext cx="216349" cy="257457"/>
              </a:xfrm>
              <a:custGeom>
                <a:avLst/>
                <a:gdLst>
                  <a:gd name="T0" fmla="*/ 237 w 239"/>
                  <a:gd name="T1" fmla="*/ 96 h 291"/>
                  <a:gd name="T2" fmla="*/ 226 w 239"/>
                  <a:gd name="T3" fmla="*/ 90 h 291"/>
                  <a:gd name="T4" fmla="*/ 214 w 239"/>
                  <a:gd name="T5" fmla="*/ 92 h 291"/>
                  <a:gd name="T6" fmla="*/ 135 w 239"/>
                  <a:gd name="T7" fmla="*/ 67 h 291"/>
                  <a:gd name="T8" fmla="*/ 135 w 239"/>
                  <a:gd name="T9" fmla="*/ 67 h 291"/>
                  <a:gd name="T10" fmla="*/ 135 w 239"/>
                  <a:gd name="T11" fmla="*/ 67 h 291"/>
                  <a:gd name="T12" fmla="*/ 73 w 239"/>
                  <a:gd name="T13" fmla="*/ 5 h 291"/>
                  <a:gd name="T14" fmla="*/ 62 w 239"/>
                  <a:gd name="T15" fmla="*/ 0 h 291"/>
                  <a:gd name="T16" fmla="*/ 51 w 239"/>
                  <a:gd name="T17" fmla="*/ 4 h 291"/>
                  <a:gd name="T18" fmla="*/ 7 w 239"/>
                  <a:gd name="T19" fmla="*/ 37 h 291"/>
                  <a:gd name="T20" fmla="*/ 0 w 239"/>
                  <a:gd name="T21" fmla="*/ 47 h 291"/>
                  <a:gd name="T22" fmla="*/ 2 w 239"/>
                  <a:gd name="T23" fmla="*/ 57 h 291"/>
                  <a:gd name="T24" fmla="*/ 3 w 239"/>
                  <a:gd name="T25" fmla="*/ 61 h 291"/>
                  <a:gd name="T26" fmla="*/ 12 w 239"/>
                  <a:gd name="T27" fmla="*/ 67 h 291"/>
                  <a:gd name="T28" fmla="*/ 23 w 239"/>
                  <a:gd name="T29" fmla="*/ 66 h 291"/>
                  <a:gd name="T30" fmla="*/ 59 w 239"/>
                  <a:gd name="T31" fmla="*/ 39 h 291"/>
                  <a:gd name="T32" fmla="*/ 54 w 239"/>
                  <a:gd name="T33" fmla="*/ 123 h 291"/>
                  <a:gd name="T34" fmla="*/ 50 w 239"/>
                  <a:gd name="T35" fmla="*/ 129 h 291"/>
                  <a:gd name="T36" fmla="*/ 45 w 239"/>
                  <a:gd name="T37" fmla="*/ 139 h 291"/>
                  <a:gd name="T38" fmla="*/ 43 w 239"/>
                  <a:gd name="T39" fmla="*/ 146 h 291"/>
                  <a:gd name="T40" fmla="*/ 47 w 239"/>
                  <a:gd name="T41" fmla="*/ 164 h 291"/>
                  <a:gd name="T42" fmla="*/ 59 w 239"/>
                  <a:gd name="T43" fmla="*/ 177 h 291"/>
                  <a:gd name="T44" fmla="*/ 81 w 239"/>
                  <a:gd name="T45" fmla="*/ 264 h 291"/>
                  <a:gd name="T46" fmla="*/ 78 w 239"/>
                  <a:gd name="T47" fmla="*/ 270 h 291"/>
                  <a:gd name="T48" fmla="*/ 81 w 239"/>
                  <a:gd name="T49" fmla="*/ 283 h 291"/>
                  <a:gd name="T50" fmla="*/ 85 w 239"/>
                  <a:gd name="T51" fmla="*/ 287 h 291"/>
                  <a:gd name="T52" fmla="*/ 94 w 239"/>
                  <a:gd name="T53" fmla="*/ 291 h 291"/>
                  <a:gd name="T54" fmla="*/ 98 w 239"/>
                  <a:gd name="T55" fmla="*/ 290 h 291"/>
                  <a:gd name="T56" fmla="*/ 106 w 239"/>
                  <a:gd name="T57" fmla="*/ 287 h 291"/>
                  <a:gd name="T58" fmla="*/ 153 w 239"/>
                  <a:gd name="T59" fmla="*/ 216 h 291"/>
                  <a:gd name="T60" fmla="*/ 156 w 239"/>
                  <a:gd name="T61" fmla="*/ 211 h 291"/>
                  <a:gd name="T62" fmla="*/ 156 w 239"/>
                  <a:gd name="T63" fmla="*/ 204 h 291"/>
                  <a:gd name="T64" fmla="*/ 148 w 239"/>
                  <a:gd name="T65" fmla="*/ 193 h 291"/>
                  <a:gd name="T66" fmla="*/ 82 w 239"/>
                  <a:gd name="T67" fmla="*/ 152 h 291"/>
                  <a:gd name="T68" fmla="*/ 79 w 239"/>
                  <a:gd name="T69" fmla="*/ 147 h 291"/>
                  <a:gd name="T70" fmla="*/ 82 w 239"/>
                  <a:gd name="T71" fmla="*/ 143 h 291"/>
                  <a:gd name="T72" fmla="*/ 167 w 239"/>
                  <a:gd name="T73" fmla="*/ 146 h 291"/>
                  <a:gd name="T74" fmla="*/ 172 w 239"/>
                  <a:gd name="T75" fmla="*/ 150 h 291"/>
                  <a:gd name="T76" fmla="*/ 179 w 239"/>
                  <a:gd name="T77" fmla="*/ 152 h 291"/>
                  <a:gd name="T78" fmla="*/ 187 w 239"/>
                  <a:gd name="T79" fmla="*/ 149 h 291"/>
                  <a:gd name="T80" fmla="*/ 233 w 239"/>
                  <a:gd name="T81" fmla="*/ 121 h 291"/>
                  <a:gd name="T82" fmla="*/ 239 w 239"/>
                  <a:gd name="T83" fmla="*/ 110 h 291"/>
                  <a:gd name="T84" fmla="*/ 237 w 239"/>
                  <a:gd name="T85" fmla="*/ 96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39" h="291">
                    <a:moveTo>
                      <a:pt x="237" y="96"/>
                    </a:moveTo>
                    <a:lnTo>
                      <a:pt x="237" y="96"/>
                    </a:lnTo>
                    <a:lnTo>
                      <a:pt x="233" y="92"/>
                    </a:lnTo>
                    <a:lnTo>
                      <a:pt x="226" y="90"/>
                    </a:lnTo>
                    <a:lnTo>
                      <a:pt x="219" y="90"/>
                    </a:lnTo>
                    <a:lnTo>
                      <a:pt x="214" y="92"/>
                    </a:lnTo>
                    <a:lnTo>
                      <a:pt x="180" y="113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135" y="67"/>
                    </a:lnTo>
                    <a:lnTo>
                      <a:pt x="73" y="5"/>
                    </a:lnTo>
                    <a:lnTo>
                      <a:pt x="73" y="5"/>
                    </a:lnTo>
                    <a:lnTo>
                      <a:pt x="67" y="1"/>
                    </a:lnTo>
                    <a:lnTo>
                      <a:pt x="62" y="0"/>
                    </a:lnTo>
                    <a:lnTo>
                      <a:pt x="57" y="1"/>
                    </a:lnTo>
                    <a:lnTo>
                      <a:pt x="51" y="4"/>
                    </a:lnTo>
                    <a:lnTo>
                      <a:pt x="7" y="37"/>
                    </a:lnTo>
                    <a:lnTo>
                      <a:pt x="7" y="37"/>
                    </a:lnTo>
                    <a:lnTo>
                      <a:pt x="3" y="41"/>
                    </a:lnTo>
                    <a:lnTo>
                      <a:pt x="0" y="47"/>
                    </a:lnTo>
                    <a:lnTo>
                      <a:pt x="0" y="52"/>
                    </a:lnTo>
                    <a:lnTo>
                      <a:pt x="2" y="57"/>
                    </a:lnTo>
                    <a:lnTo>
                      <a:pt x="2" y="57"/>
                    </a:lnTo>
                    <a:lnTo>
                      <a:pt x="3" y="61"/>
                    </a:lnTo>
                    <a:lnTo>
                      <a:pt x="6" y="64"/>
                    </a:lnTo>
                    <a:lnTo>
                      <a:pt x="12" y="67"/>
                    </a:lnTo>
                    <a:lnTo>
                      <a:pt x="19" y="67"/>
                    </a:lnTo>
                    <a:lnTo>
                      <a:pt x="23" y="66"/>
                    </a:lnTo>
                    <a:lnTo>
                      <a:pt x="26" y="64"/>
                    </a:lnTo>
                    <a:lnTo>
                      <a:pt x="59" y="39"/>
                    </a:lnTo>
                    <a:lnTo>
                      <a:pt x="98" y="79"/>
                    </a:lnTo>
                    <a:lnTo>
                      <a:pt x="54" y="123"/>
                    </a:lnTo>
                    <a:lnTo>
                      <a:pt x="54" y="123"/>
                    </a:lnTo>
                    <a:lnTo>
                      <a:pt x="50" y="129"/>
                    </a:lnTo>
                    <a:lnTo>
                      <a:pt x="46" y="134"/>
                    </a:lnTo>
                    <a:lnTo>
                      <a:pt x="45" y="139"/>
                    </a:lnTo>
                    <a:lnTo>
                      <a:pt x="43" y="146"/>
                    </a:lnTo>
                    <a:lnTo>
                      <a:pt x="43" y="146"/>
                    </a:lnTo>
                    <a:lnTo>
                      <a:pt x="43" y="156"/>
                    </a:lnTo>
                    <a:lnTo>
                      <a:pt x="47" y="164"/>
                    </a:lnTo>
                    <a:lnTo>
                      <a:pt x="51" y="170"/>
                    </a:lnTo>
                    <a:lnTo>
                      <a:pt x="59" y="177"/>
                    </a:lnTo>
                    <a:lnTo>
                      <a:pt x="116" y="212"/>
                    </a:lnTo>
                    <a:lnTo>
                      <a:pt x="81" y="264"/>
                    </a:lnTo>
                    <a:lnTo>
                      <a:pt x="81" y="264"/>
                    </a:lnTo>
                    <a:lnTo>
                      <a:pt x="78" y="270"/>
                    </a:lnTo>
                    <a:lnTo>
                      <a:pt x="78" y="276"/>
                    </a:lnTo>
                    <a:lnTo>
                      <a:pt x="81" y="283"/>
                    </a:lnTo>
                    <a:lnTo>
                      <a:pt x="85" y="287"/>
                    </a:lnTo>
                    <a:lnTo>
                      <a:pt x="85" y="287"/>
                    </a:lnTo>
                    <a:lnTo>
                      <a:pt x="89" y="290"/>
                    </a:lnTo>
                    <a:lnTo>
                      <a:pt x="94" y="291"/>
                    </a:lnTo>
                    <a:lnTo>
                      <a:pt x="94" y="291"/>
                    </a:lnTo>
                    <a:lnTo>
                      <a:pt x="98" y="290"/>
                    </a:lnTo>
                    <a:lnTo>
                      <a:pt x="102" y="289"/>
                    </a:lnTo>
                    <a:lnTo>
                      <a:pt x="106" y="287"/>
                    </a:lnTo>
                    <a:lnTo>
                      <a:pt x="109" y="283"/>
                    </a:lnTo>
                    <a:lnTo>
                      <a:pt x="153" y="216"/>
                    </a:lnTo>
                    <a:lnTo>
                      <a:pt x="153" y="216"/>
                    </a:lnTo>
                    <a:lnTo>
                      <a:pt x="156" y="211"/>
                    </a:lnTo>
                    <a:lnTo>
                      <a:pt x="156" y="204"/>
                    </a:lnTo>
                    <a:lnTo>
                      <a:pt x="156" y="204"/>
                    </a:lnTo>
                    <a:lnTo>
                      <a:pt x="153" y="197"/>
                    </a:lnTo>
                    <a:lnTo>
                      <a:pt x="148" y="193"/>
                    </a:lnTo>
                    <a:lnTo>
                      <a:pt x="82" y="152"/>
                    </a:lnTo>
                    <a:lnTo>
                      <a:pt x="82" y="152"/>
                    </a:lnTo>
                    <a:lnTo>
                      <a:pt x="81" y="150"/>
                    </a:lnTo>
                    <a:lnTo>
                      <a:pt x="79" y="147"/>
                    </a:lnTo>
                    <a:lnTo>
                      <a:pt x="81" y="145"/>
                    </a:lnTo>
                    <a:lnTo>
                      <a:pt x="82" y="143"/>
                    </a:lnTo>
                    <a:lnTo>
                      <a:pt x="122" y="102"/>
                    </a:lnTo>
                    <a:lnTo>
                      <a:pt x="167" y="146"/>
                    </a:lnTo>
                    <a:lnTo>
                      <a:pt x="167" y="146"/>
                    </a:lnTo>
                    <a:lnTo>
                      <a:pt x="172" y="150"/>
                    </a:lnTo>
                    <a:lnTo>
                      <a:pt x="179" y="152"/>
                    </a:lnTo>
                    <a:lnTo>
                      <a:pt x="179" y="152"/>
                    </a:lnTo>
                    <a:lnTo>
                      <a:pt x="183" y="150"/>
                    </a:lnTo>
                    <a:lnTo>
                      <a:pt x="187" y="149"/>
                    </a:lnTo>
                    <a:lnTo>
                      <a:pt x="233" y="121"/>
                    </a:lnTo>
                    <a:lnTo>
                      <a:pt x="233" y="121"/>
                    </a:lnTo>
                    <a:lnTo>
                      <a:pt x="237" y="115"/>
                    </a:lnTo>
                    <a:lnTo>
                      <a:pt x="239" y="110"/>
                    </a:lnTo>
                    <a:lnTo>
                      <a:pt x="239" y="103"/>
                    </a:lnTo>
                    <a:lnTo>
                      <a:pt x="237" y="96"/>
                    </a:lnTo>
                    <a:lnTo>
                      <a:pt x="237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55" name="Freeform 207">
                <a:extLst>
                  <a:ext uri="{FF2B5EF4-FFF2-40B4-BE49-F238E27FC236}">
                    <a16:creationId xmlns:a16="http://schemas.microsoft.com/office/drawing/2014/main" id="{04ACDAA1-7434-C12F-1DF5-918908A5E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2148" y="6287466"/>
                <a:ext cx="110900" cy="52903"/>
              </a:xfrm>
              <a:custGeom>
                <a:avLst/>
                <a:gdLst>
                  <a:gd name="T0" fmla="*/ 93 w 122"/>
                  <a:gd name="T1" fmla="*/ 6 h 61"/>
                  <a:gd name="T2" fmla="*/ 71 w 122"/>
                  <a:gd name="T3" fmla="*/ 27 h 61"/>
                  <a:gd name="T4" fmla="*/ 16 w 122"/>
                  <a:gd name="T5" fmla="*/ 27 h 61"/>
                  <a:gd name="T6" fmla="*/ 16 w 122"/>
                  <a:gd name="T7" fmla="*/ 27 h 61"/>
                  <a:gd name="T8" fmla="*/ 9 w 122"/>
                  <a:gd name="T9" fmla="*/ 29 h 61"/>
                  <a:gd name="T10" fmla="*/ 4 w 122"/>
                  <a:gd name="T11" fmla="*/ 33 h 61"/>
                  <a:gd name="T12" fmla="*/ 1 w 122"/>
                  <a:gd name="T13" fmla="*/ 38 h 61"/>
                  <a:gd name="T14" fmla="*/ 0 w 122"/>
                  <a:gd name="T15" fmla="*/ 45 h 61"/>
                  <a:gd name="T16" fmla="*/ 0 w 122"/>
                  <a:gd name="T17" fmla="*/ 45 h 61"/>
                  <a:gd name="T18" fmla="*/ 1 w 122"/>
                  <a:gd name="T19" fmla="*/ 51 h 61"/>
                  <a:gd name="T20" fmla="*/ 4 w 122"/>
                  <a:gd name="T21" fmla="*/ 57 h 61"/>
                  <a:gd name="T22" fmla="*/ 9 w 122"/>
                  <a:gd name="T23" fmla="*/ 59 h 61"/>
                  <a:gd name="T24" fmla="*/ 16 w 122"/>
                  <a:gd name="T25" fmla="*/ 61 h 61"/>
                  <a:gd name="T26" fmla="*/ 78 w 122"/>
                  <a:gd name="T27" fmla="*/ 61 h 61"/>
                  <a:gd name="T28" fmla="*/ 78 w 122"/>
                  <a:gd name="T29" fmla="*/ 61 h 61"/>
                  <a:gd name="T30" fmla="*/ 84 w 122"/>
                  <a:gd name="T31" fmla="*/ 59 h 61"/>
                  <a:gd name="T32" fmla="*/ 90 w 122"/>
                  <a:gd name="T33" fmla="*/ 57 h 61"/>
                  <a:gd name="T34" fmla="*/ 117 w 122"/>
                  <a:gd name="T35" fmla="*/ 29 h 61"/>
                  <a:gd name="T36" fmla="*/ 117 w 122"/>
                  <a:gd name="T37" fmla="*/ 29 h 61"/>
                  <a:gd name="T38" fmla="*/ 121 w 122"/>
                  <a:gd name="T39" fmla="*/ 23 h 61"/>
                  <a:gd name="T40" fmla="*/ 122 w 122"/>
                  <a:gd name="T41" fmla="*/ 16 h 61"/>
                  <a:gd name="T42" fmla="*/ 121 w 122"/>
                  <a:gd name="T43" fmla="*/ 11 h 61"/>
                  <a:gd name="T44" fmla="*/ 117 w 122"/>
                  <a:gd name="T45" fmla="*/ 6 h 61"/>
                  <a:gd name="T46" fmla="*/ 117 w 122"/>
                  <a:gd name="T47" fmla="*/ 6 h 61"/>
                  <a:gd name="T48" fmla="*/ 111 w 122"/>
                  <a:gd name="T49" fmla="*/ 2 h 61"/>
                  <a:gd name="T50" fmla="*/ 105 w 122"/>
                  <a:gd name="T51" fmla="*/ 0 h 61"/>
                  <a:gd name="T52" fmla="*/ 99 w 122"/>
                  <a:gd name="T53" fmla="*/ 2 h 61"/>
                  <a:gd name="T54" fmla="*/ 93 w 122"/>
                  <a:gd name="T55" fmla="*/ 6 h 61"/>
                  <a:gd name="T56" fmla="*/ 93 w 122"/>
                  <a:gd name="T57" fmla="*/ 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2" h="61">
                    <a:moveTo>
                      <a:pt x="93" y="6"/>
                    </a:moveTo>
                    <a:lnTo>
                      <a:pt x="71" y="27"/>
                    </a:lnTo>
                    <a:lnTo>
                      <a:pt x="16" y="27"/>
                    </a:lnTo>
                    <a:lnTo>
                      <a:pt x="16" y="27"/>
                    </a:lnTo>
                    <a:lnTo>
                      <a:pt x="9" y="29"/>
                    </a:lnTo>
                    <a:lnTo>
                      <a:pt x="4" y="33"/>
                    </a:lnTo>
                    <a:lnTo>
                      <a:pt x="1" y="38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1" y="51"/>
                    </a:lnTo>
                    <a:lnTo>
                      <a:pt x="4" y="57"/>
                    </a:lnTo>
                    <a:lnTo>
                      <a:pt x="9" y="59"/>
                    </a:lnTo>
                    <a:lnTo>
                      <a:pt x="16" y="61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84" y="59"/>
                    </a:lnTo>
                    <a:lnTo>
                      <a:pt x="90" y="57"/>
                    </a:lnTo>
                    <a:lnTo>
                      <a:pt x="117" y="29"/>
                    </a:lnTo>
                    <a:lnTo>
                      <a:pt x="117" y="29"/>
                    </a:lnTo>
                    <a:lnTo>
                      <a:pt x="121" y="23"/>
                    </a:lnTo>
                    <a:lnTo>
                      <a:pt x="122" y="16"/>
                    </a:lnTo>
                    <a:lnTo>
                      <a:pt x="121" y="11"/>
                    </a:lnTo>
                    <a:lnTo>
                      <a:pt x="117" y="6"/>
                    </a:lnTo>
                    <a:lnTo>
                      <a:pt x="117" y="6"/>
                    </a:lnTo>
                    <a:lnTo>
                      <a:pt x="111" y="2"/>
                    </a:lnTo>
                    <a:lnTo>
                      <a:pt x="105" y="0"/>
                    </a:lnTo>
                    <a:lnTo>
                      <a:pt x="99" y="2"/>
                    </a:lnTo>
                    <a:lnTo>
                      <a:pt x="93" y="6"/>
                    </a:lnTo>
                    <a:lnTo>
                      <a:pt x="9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37" name="Freeform: Shape 234">
              <a:extLst>
                <a:ext uri="{FF2B5EF4-FFF2-40B4-BE49-F238E27FC236}">
                  <a16:creationId xmlns:a16="http://schemas.microsoft.com/office/drawing/2014/main" id="{0926C2FD-D283-8EE8-52E2-A4180D9DE909}"/>
                </a:ext>
              </a:extLst>
            </p:cNvPr>
            <p:cNvSpPr/>
            <p:nvPr/>
          </p:nvSpPr>
          <p:spPr>
            <a:xfrm rot="10800000">
              <a:off x="7252701" y="5921919"/>
              <a:ext cx="99520" cy="96527"/>
            </a:xfrm>
            <a:custGeom>
              <a:avLst/>
              <a:gdLst>
                <a:gd name="connsiteX0" fmla="*/ 0 w 42079"/>
                <a:gd name="connsiteY0" fmla="*/ 0 h 42079"/>
                <a:gd name="connsiteX1" fmla="*/ 42079 w 42079"/>
                <a:gd name="connsiteY1" fmla="*/ 0 h 42079"/>
                <a:gd name="connsiteX2" fmla="*/ 42079 w 42079"/>
                <a:gd name="connsiteY2" fmla="*/ 42079 h 42079"/>
                <a:gd name="connsiteX3" fmla="*/ 0 w 42079"/>
                <a:gd name="connsiteY3" fmla="*/ 42079 h 42079"/>
                <a:gd name="connsiteX4" fmla="*/ 0 w 42079"/>
                <a:gd name="connsiteY4" fmla="*/ 0 h 42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9" h="42079">
                  <a:moveTo>
                    <a:pt x="42079" y="0"/>
                  </a:moveTo>
                  <a:lnTo>
                    <a:pt x="0" y="0"/>
                  </a:lnTo>
                  <a:lnTo>
                    <a:pt x="0" y="42079"/>
                  </a:lnTo>
                  <a:lnTo>
                    <a:pt x="42079" y="42079"/>
                  </a:lnTo>
                  <a:lnTo>
                    <a:pt x="42079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49" tIns="6351" rIns="6351" bIns="6349" numCol="1" spcCol="1270" anchor="ctr" anchorCtr="0">
              <a:noAutofit/>
            </a:bodyPr>
            <a:lstStyle/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38" name="Arrow: Circular 32">
              <a:extLst>
                <a:ext uri="{FF2B5EF4-FFF2-40B4-BE49-F238E27FC236}">
                  <a16:creationId xmlns:a16="http://schemas.microsoft.com/office/drawing/2014/main" id="{41DEF601-BBC0-1AF4-3BDC-D181997C9669}"/>
                </a:ext>
              </a:extLst>
            </p:cNvPr>
            <p:cNvSpPr/>
            <p:nvPr/>
          </p:nvSpPr>
          <p:spPr>
            <a:xfrm>
              <a:off x="6184260" y="5596614"/>
              <a:ext cx="1306927" cy="1267638"/>
            </a:xfrm>
            <a:prstGeom prst="circularArrow">
              <a:avLst>
                <a:gd name="adj1" fmla="val 8252"/>
                <a:gd name="adj2" fmla="val 576425"/>
                <a:gd name="adj3" fmla="val 4498028"/>
                <a:gd name="adj4" fmla="val 20157980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: Shape 33">
              <a:extLst>
                <a:ext uri="{FF2B5EF4-FFF2-40B4-BE49-F238E27FC236}">
                  <a16:creationId xmlns:a16="http://schemas.microsoft.com/office/drawing/2014/main" id="{86418EF3-8AD6-1DBC-DBB4-56709928EBEC}"/>
                </a:ext>
              </a:extLst>
            </p:cNvPr>
            <p:cNvSpPr/>
            <p:nvPr/>
          </p:nvSpPr>
          <p:spPr>
            <a:xfrm rot="10800000">
              <a:off x="6786983" y="6701707"/>
              <a:ext cx="101486" cy="98435"/>
            </a:xfrm>
            <a:custGeom>
              <a:avLst/>
              <a:gdLst>
                <a:gd name="connsiteX0" fmla="*/ 0 w 42910"/>
                <a:gd name="connsiteY0" fmla="*/ 0 h 42910"/>
                <a:gd name="connsiteX1" fmla="*/ 42910 w 42910"/>
                <a:gd name="connsiteY1" fmla="*/ 0 h 42910"/>
                <a:gd name="connsiteX2" fmla="*/ 42910 w 42910"/>
                <a:gd name="connsiteY2" fmla="*/ 42910 h 42910"/>
                <a:gd name="connsiteX3" fmla="*/ 0 w 42910"/>
                <a:gd name="connsiteY3" fmla="*/ 42910 h 42910"/>
                <a:gd name="connsiteX4" fmla="*/ 0 w 42910"/>
                <a:gd name="connsiteY4" fmla="*/ 0 h 4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10" h="42910">
                  <a:moveTo>
                    <a:pt x="42910" y="0"/>
                  </a:moveTo>
                  <a:lnTo>
                    <a:pt x="0" y="0"/>
                  </a:lnTo>
                  <a:lnTo>
                    <a:pt x="0" y="42910"/>
                  </a:lnTo>
                  <a:lnTo>
                    <a:pt x="42910" y="42910"/>
                  </a:lnTo>
                  <a:lnTo>
                    <a:pt x="4291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50" tIns="6348" rIns="6350" bIns="6352" numCol="1" spcCol="1270" anchor="ctr" anchorCtr="0">
              <a:noAutofit/>
            </a:bodyPr>
            <a:lstStyle/>
            <a:p>
              <a:pPr marL="0" marR="0" lvl="0" indent="0" algn="ctr" defTabSz="222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40" name="Arrow: Circular 34">
              <a:extLst>
                <a:ext uri="{FF2B5EF4-FFF2-40B4-BE49-F238E27FC236}">
                  <a16:creationId xmlns:a16="http://schemas.microsoft.com/office/drawing/2014/main" id="{59DD76C4-8D2F-ACA6-5D5D-1269E18050BA}"/>
                </a:ext>
              </a:extLst>
            </p:cNvPr>
            <p:cNvSpPr/>
            <p:nvPr/>
          </p:nvSpPr>
          <p:spPr>
            <a:xfrm>
              <a:off x="6184260" y="5596614"/>
              <a:ext cx="1306927" cy="1206867"/>
            </a:xfrm>
            <a:prstGeom prst="circularArrow">
              <a:avLst>
                <a:gd name="adj1" fmla="val 8252"/>
                <a:gd name="adj2" fmla="val 576425"/>
                <a:gd name="adj3" fmla="val 11618312"/>
                <a:gd name="adj4" fmla="val 5725546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: Shape 35">
              <a:extLst>
                <a:ext uri="{FF2B5EF4-FFF2-40B4-BE49-F238E27FC236}">
                  <a16:creationId xmlns:a16="http://schemas.microsoft.com/office/drawing/2014/main" id="{B6B58E87-A16F-70E5-74F1-BF7A1EEDB420}"/>
                </a:ext>
              </a:extLst>
            </p:cNvPr>
            <p:cNvSpPr/>
            <p:nvPr/>
          </p:nvSpPr>
          <p:spPr>
            <a:xfrm rot="10800000">
              <a:off x="6316469" y="5915361"/>
              <a:ext cx="113039" cy="109642"/>
            </a:xfrm>
            <a:custGeom>
              <a:avLst/>
              <a:gdLst>
                <a:gd name="connsiteX0" fmla="*/ 0 w 47797"/>
                <a:gd name="connsiteY0" fmla="*/ 0 h 47797"/>
                <a:gd name="connsiteX1" fmla="*/ 47797 w 47797"/>
                <a:gd name="connsiteY1" fmla="*/ 0 h 47797"/>
                <a:gd name="connsiteX2" fmla="*/ 47797 w 47797"/>
                <a:gd name="connsiteY2" fmla="*/ 47797 h 47797"/>
                <a:gd name="connsiteX3" fmla="*/ 0 w 47797"/>
                <a:gd name="connsiteY3" fmla="*/ 47797 h 47797"/>
                <a:gd name="connsiteX4" fmla="*/ 0 w 47797"/>
                <a:gd name="connsiteY4" fmla="*/ 0 h 4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97" h="47797">
                  <a:moveTo>
                    <a:pt x="47797" y="0"/>
                  </a:moveTo>
                  <a:lnTo>
                    <a:pt x="0" y="0"/>
                  </a:lnTo>
                  <a:lnTo>
                    <a:pt x="0" y="47797"/>
                  </a:lnTo>
                  <a:lnTo>
                    <a:pt x="47797" y="47797"/>
                  </a:lnTo>
                  <a:lnTo>
                    <a:pt x="47797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39" tIns="2539" rIns="2541" bIns="2541" numCol="1" spcCol="1270" anchor="ctr" anchorCtr="0">
              <a:noAutofit/>
            </a:bodyPr>
            <a:lstStyle/>
            <a:p>
              <a:pPr marL="0" marR="0" lvl="0" indent="0" algn="ctr" defTabSz="889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42" name="Arrow: Circular 36">
              <a:extLst>
                <a:ext uri="{FF2B5EF4-FFF2-40B4-BE49-F238E27FC236}">
                  <a16:creationId xmlns:a16="http://schemas.microsoft.com/office/drawing/2014/main" id="{1BCB805B-69B5-D05F-AF0F-0E2D0B92DE90}"/>
                </a:ext>
              </a:extLst>
            </p:cNvPr>
            <p:cNvSpPr/>
            <p:nvPr/>
          </p:nvSpPr>
          <p:spPr>
            <a:xfrm>
              <a:off x="6183149" y="5601342"/>
              <a:ext cx="1306927" cy="1206867"/>
            </a:xfrm>
            <a:prstGeom prst="circularArrow">
              <a:avLst>
                <a:gd name="adj1" fmla="val 8252"/>
                <a:gd name="adj2" fmla="val 576425"/>
                <a:gd name="adj3" fmla="val 18842530"/>
                <a:gd name="adj4" fmla="val 13035139"/>
                <a:gd name="adj5" fmla="val 9627"/>
              </a:avLst>
            </a:prstGeom>
            <a:solidFill>
              <a:srgbClr val="6D6E71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5D5DA16-BC20-5B1F-D8D7-21D8287567A3}"/>
              </a:ext>
            </a:extLst>
          </p:cNvPr>
          <p:cNvGrpSpPr>
            <a:grpSpLocks noChangeAspect="1"/>
          </p:cNvGrpSpPr>
          <p:nvPr/>
        </p:nvGrpSpPr>
        <p:grpSpPr>
          <a:xfrm>
            <a:off x="5749691" y="2025890"/>
            <a:ext cx="201637" cy="201024"/>
            <a:chOff x="5834063" y="5856923"/>
            <a:chExt cx="522288" cy="520700"/>
          </a:xfrm>
          <a:solidFill>
            <a:srgbClr val="6D6E71"/>
          </a:solidFill>
        </p:grpSpPr>
        <p:sp>
          <p:nvSpPr>
            <p:cNvPr id="59" name="Freeform 44">
              <a:extLst>
                <a:ext uri="{FF2B5EF4-FFF2-40B4-BE49-F238E27FC236}">
                  <a16:creationId xmlns:a16="http://schemas.microsoft.com/office/drawing/2014/main" id="{E55A960B-5D05-99B8-7463-CAE2F07D70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4063" y="5856923"/>
              <a:ext cx="522288" cy="520700"/>
            </a:xfrm>
            <a:custGeom>
              <a:avLst/>
              <a:gdLst>
                <a:gd name="T0" fmla="*/ 312 w 657"/>
                <a:gd name="T1" fmla="*/ 658 h 658"/>
                <a:gd name="T2" fmla="*/ 262 w 657"/>
                <a:gd name="T3" fmla="*/ 651 h 658"/>
                <a:gd name="T4" fmla="*/ 201 w 657"/>
                <a:gd name="T5" fmla="*/ 632 h 658"/>
                <a:gd name="T6" fmla="*/ 119 w 657"/>
                <a:gd name="T7" fmla="*/ 582 h 658"/>
                <a:gd name="T8" fmla="*/ 56 w 657"/>
                <a:gd name="T9" fmla="*/ 512 h 658"/>
                <a:gd name="T10" fmla="*/ 15 w 657"/>
                <a:gd name="T11" fmla="*/ 426 h 658"/>
                <a:gd name="T12" fmla="*/ 4 w 657"/>
                <a:gd name="T13" fmla="*/ 379 h 658"/>
                <a:gd name="T14" fmla="*/ 0 w 657"/>
                <a:gd name="T15" fmla="*/ 330 h 658"/>
                <a:gd name="T16" fmla="*/ 1 w 657"/>
                <a:gd name="T17" fmla="*/ 296 h 658"/>
                <a:gd name="T18" fmla="*/ 10 w 657"/>
                <a:gd name="T19" fmla="*/ 248 h 658"/>
                <a:gd name="T20" fmla="*/ 40 w 657"/>
                <a:gd name="T21" fmla="*/ 172 h 658"/>
                <a:gd name="T22" fmla="*/ 96 w 657"/>
                <a:gd name="T23" fmla="*/ 97 h 658"/>
                <a:gd name="T24" fmla="*/ 172 w 657"/>
                <a:gd name="T25" fmla="*/ 39 h 658"/>
                <a:gd name="T26" fmla="*/ 247 w 657"/>
                <a:gd name="T27" fmla="*/ 11 h 658"/>
                <a:gd name="T28" fmla="*/ 295 w 657"/>
                <a:gd name="T29" fmla="*/ 2 h 658"/>
                <a:gd name="T30" fmla="*/ 329 w 657"/>
                <a:gd name="T31" fmla="*/ 0 h 658"/>
                <a:gd name="T32" fmla="*/ 379 w 657"/>
                <a:gd name="T33" fmla="*/ 4 h 658"/>
                <a:gd name="T34" fmla="*/ 426 w 657"/>
                <a:gd name="T35" fmla="*/ 15 h 658"/>
                <a:gd name="T36" fmla="*/ 512 w 657"/>
                <a:gd name="T37" fmla="*/ 57 h 658"/>
                <a:gd name="T38" fmla="*/ 582 w 657"/>
                <a:gd name="T39" fmla="*/ 120 h 658"/>
                <a:gd name="T40" fmla="*/ 631 w 657"/>
                <a:gd name="T41" fmla="*/ 201 h 658"/>
                <a:gd name="T42" fmla="*/ 650 w 657"/>
                <a:gd name="T43" fmla="*/ 262 h 658"/>
                <a:gd name="T44" fmla="*/ 657 w 657"/>
                <a:gd name="T45" fmla="*/ 312 h 658"/>
                <a:gd name="T46" fmla="*/ 657 w 657"/>
                <a:gd name="T47" fmla="*/ 346 h 658"/>
                <a:gd name="T48" fmla="*/ 650 w 657"/>
                <a:gd name="T49" fmla="*/ 396 h 658"/>
                <a:gd name="T50" fmla="*/ 631 w 657"/>
                <a:gd name="T51" fmla="*/ 457 h 658"/>
                <a:gd name="T52" fmla="*/ 582 w 657"/>
                <a:gd name="T53" fmla="*/ 538 h 658"/>
                <a:gd name="T54" fmla="*/ 512 w 657"/>
                <a:gd name="T55" fmla="*/ 603 h 658"/>
                <a:gd name="T56" fmla="*/ 426 w 657"/>
                <a:gd name="T57" fmla="*/ 643 h 658"/>
                <a:gd name="T58" fmla="*/ 379 w 657"/>
                <a:gd name="T59" fmla="*/ 655 h 658"/>
                <a:gd name="T60" fmla="*/ 329 w 657"/>
                <a:gd name="T61" fmla="*/ 658 h 658"/>
                <a:gd name="T62" fmla="*/ 329 w 657"/>
                <a:gd name="T63" fmla="*/ 38 h 658"/>
                <a:gd name="T64" fmla="*/ 242 w 657"/>
                <a:gd name="T65" fmla="*/ 51 h 658"/>
                <a:gd name="T66" fmla="*/ 166 w 657"/>
                <a:gd name="T67" fmla="*/ 88 h 658"/>
                <a:gd name="T68" fmla="*/ 103 w 657"/>
                <a:gd name="T69" fmla="*/ 144 h 658"/>
                <a:gd name="T70" fmla="*/ 60 w 657"/>
                <a:gd name="T71" fmla="*/ 215 h 658"/>
                <a:gd name="T72" fmla="*/ 39 w 657"/>
                <a:gd name="T73" fmla="*/ 299 h 658"/>
                <a:gd name="T74" fmla="*/ 39 w 657"/>
                <a:gd name="T75" fmla="*/ 359 h 658"/>
                <a:gd name="T76" fmla="*/ 60 w 657"/>
                <a:gd name="T77" fmla="*/ 443 h 658"/>
                <a:gd name="T78" fmla="*/ 103 w 657"/>
                <a:gd name="T79" fmla="*/ 514 h 658"/>
                <a:gd name="T80" fmla="*/ 166 w 657"/>
                <a:gd name="T81" fmla="*/ 570 h 658"/>
                <a:gd name="T82" fmla="*/ 242 w 657"/>
                <a:gd name="T83" fmla="*/ 608 h 658"/>
                <a:gd name="T84" fmla="*/ 329 w 657"/>
                <a:gd name="T85" fmla="*/ 620 h 658"/>
                <a:gd name="T86" fmla="*/ 387 w 657"/>
                <a:gd name="T87" fmla="*/ 615 h 658"/>
                <a:gd name="T88" fmla="*/ 467 w 657"/>
                <a:gd name="T89" fmla="*/ 585 h 658"/>
                <a:gd name="T90" fmla="*/ 535 w 657"/>
                <a:gd name="T91" fmla="*/ 535 h 658"/>
                <a:gd name="T92" fmla="*/ 584 w 657"/>
                <a:gd name="T93" fmla="*/ 468 h 658"/>
                <a:gd name="T94" fmla="*/ 614 w 657"/>
                <a:gd name="T95" fmla="*/ 387 h 658"/>
                <a:gd name="T96" fmla="*/ 619 w 657"/>
                <a:gd name="T97" fmla="*/ 330 h 658"/>
                <a:gd name="T98" fmla="*/ 607 w 657"/>
                <a:gd name="T99" fmla="*/ 242 h 658"/>
                <a:gd name="T100" fmla="*/ 570 w 657"/>
                <a:gd name="T101" fmla="*/ 167 h 658"/>
                <a:gd name="T102" fmla="*/ 513 w 657"/>
                <a:gd name="T103" fmla="*/ 104 h 658"/>
                <a:gd name="T104" fmla="*/ 442 w 657"/>
                <a:gd name="T105" fmla="*/ 61 h 658"/>
                <a:gd name="T106" fmla="*/ 359 w 657"/>
                <a:gd name="T107" fmla="*/ 39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7" h="658">
                  <a:moveTo>
                    <a:pt x="329" y="658"/>
                  </a:moveTo>
                  <a:lnTo>
                    <a:pt x="329" y="658"/>
                  </a:lnTo>
                  <a:lnTo>
                    <a:pt x="312" y="658"/>
                  </a:lnTo>
                  <a:lnTo>
                    <a:pt x="295" y="656"/>
                  </a:lnTo>
                  <a:lnTo>
                    <a:pt x="278" y="655"/>
                  </a:lnTo>
                  <a:lnTo>
                    <a:pt x="262" y="651"/>
                  </a:lnTo>
                  <a:lnTo>
                    <a:pt x="247" y="648"/>
                  </a:lnTo>
                  <a:lnTo>
                    <a:pt x="231" y="643"/>
                  </a:lnTo>
                  <a:lnTo>
                    <a:pt x="201" y="632"/>
                  </a:lnTo>
                  <a:lnTo>
                    <a:pt x="172" y="619"/>
                  </a:lnTo>
                  <a:lnTo>
                    <a:pt x="145" y="603"/>
                  </a:lnTo>
                  <a:lnTo>
                    <a:pt x="119" y="582"/>
                  </a:lnTo>
                  <a:lnTo>
                    <a:pt x="96" y="562"/>
                  </a:lnTo>
                  <a:lnTo>
                    <a:pt x="75" y="538"/>
                  </a:lnTo>
                  <a:lnTo>
                    <a:pt x="56" y="512"/>
                  </a:lnTo>
                  <a:lnTo>
                    <a:pt x="40" y="486"/>
                  </a:lnTo>
                  <a:lnTo>
                    <a:pt x="25" y="457"/>
                  </a:lnTo>
                  <a:lnTo>
                    <a:pt x="15" y="426"/>
                  </a:lnTo>
                  <a:lnTo>
                    <a:pt x="10" y="412"/>
                  </a:lnTo>
                  <a:lnTo>
                    <a:pt x="6" y="396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6"/>
                  </a:lnTo>
                  <a:lnTo>
                    <a:pt x="0" y="330"/>
                  </a:lnTo>
                  <a:lnTo>
                    <a:pt x="0" y="330"/>
                  </a:lnTo>
                  <a:lnTo>
                    <a:pt x="0" y="312"/>
                  </a:lnTo>
                  <a:lnTo>
                    <a:pt x="1" y="296"/>
                  </a:lnTo>
                  <a:lnTo>
                    <a:pt x="4" y="279"/>
                  </a:lnTo>
                  <a:lnTo>
                    <a:pt x="6" y="262"/>
                  </a:lnTo>
                  <a:lnTo>
                    <a:pt x="10" y="248"/>
                  </a:lnTo>
                  <a:lnTo>
                    <a:pt x="15" y="232"/>
                  </a:lnTo>
                  <a:lnTo>
                    <a:pt x="25" y="201"/>
                  </a:lnTo>
                  <a:lnTo>
                    <a:pt x="40" y="172"/>
                  </a:lnTo>
                  <a:lnTo>
                    <a:pt x="56" y="146"/>
                  </a:lnTo>
                  <a:lnTo>
                    <a:pt x="75" y="120"/>
                  </a:lnTo>
                  <a:lnTo>
                    <a:pt x="96" y="97"/>
                  </a:lnTo>
                  <a:lnTo>
                    <a:pt x="119" y="76"/>
                  </a:lnTo>
                  <a:lnTo>
                    <a:pt x="145" y="57"/>
                  </a:lnTo>
                  <a:lnTo>
                    <a:pt x="172" y="39"/>
                  </a:lnTo>
                  <a:lnTo>
                    <a:pt x="201" y="26"/>
                  </a:lnTo>
                  <a:lnTo>
                    <a:pt x="231" y="15"/>
                  </a:lnTo>
                  <a:lnTo>
                    <a:pt x="247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2"/>
                  </a:lnTo>
                  <a:lnTo>
                    <a:pt x="312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3" y="2"/>
                  </a:lnTo>
                  <a:lnTo>
                    <a:pt x="379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6" y="15"/>
                  </a:lnTo>
                  <a:lnTo>
                    <a:pt x="457" y="26"/>
                  </a:lnTo>
                  <a:lnTo>
                    <a:pt x="485" y="39"/>
                  </a:lnTo>
                  <a:lnTo>
                    <a:pt x="512" y="57"/>
                  </a:lnTo>
                  <a:lnTo>
                    <a:pt x="537" y="76"/>
                  </a:lnTo>
                  <a:lnTo>
                    <a:pt x="562" y="97"/>
                  </a:lnTo>
                  <a:lnTo>
                    <a:pt x="582" y="120"/>
                  </a:lnTo>
                  <a:lnTo>
                    <a:pt x="602" y="146"/>
                  </a:lnTo>
                  <a:lnTo>
                    <a:pt x="618" y="172"/>
                  </a:lnTo>
                  <a:lnTo>
                    <a:pt x="631" y="201"/>
                  </a:lnTo>
                  <a:lnTo>
                    <a:pt x="642" y="232"/>
                  </a:lnTo>
                  <a:lnTo>
                    <a:pt x="648" y="248"/>
                  </a:lnTo>
                  <a:lnTo>
                    <a:pt x="650" y="262"/>
                  </a:lnTo>
                  <a:lnTo>
                    <a:pt x="654" y="279"/>
                  </a:lnTo>
                  <a:lnTo>
                    <a:pt x="656" y="296"/>
                  </a:lnTo>
                  <a:lnTo>
                    <a:pt x="657" y="312"/>
                  </a:lnTo>
                  <a:lnTo>
                    <a:pt x="657" y="330"/>
                  </a:lnTo>
                  <a:lnTo>
                    <a:pt x="657" y="330"/>
                  </a:lnTo>
                  <a:lnTo>
                    <a:pt x="657" y="346"/>
                  </a:lnTo>
                  <a:lnTo>
                    <a:pt x="656" y="363"/>
                  </a:lnTo>
                  <a:lnTo>
                    <a:pt x="654" y="379"/>
                  </a:lnTo>
                  <a:lnTo>
                    <a:pt x="650" y="396"/>
                  </a:lnTo>
                  <a:lnTo>
                    <a:pt x="648" y="412"/>
                  </a:lnTo>
                  <a:lnTo>
                    <a:pt x="642" y="426"/>
                  </a:lnTo>
                  <a:lnTo>
                    <a:pt x="631" y="457"/>
                  </a:lnTo>
                  <a:lnTo>
                    <a:pt x="618" y="486"/>
                  </a:lnTo>
                  <a:lnTo>
                    <a:pt x="602" y="512"/>
                  </a:lnTo>
                  <a:lnTo>
                    <a:pt x="582" y="538"/>
                  </a:lnTo>
                  <a:lnTo>
                    <a:pt x="562" y="562"/>
                  </a:lnTo>
                  <a:lnTo>
                    <a:pt x="537" y="582"/>
                  </a:lnTo>
                  <a:lnTo>
                    <a:pt x="512" y="603"/>
                  </a:lnTo>
                  <a:lnTo>
                    <a:pt x="485" y="619"/>
                  </a:lnTo>
                  <a:lnTo>
                    <a:pt x="457" y="632"/>
                  </a:lnTo>
                  <a:lnTo>
                    <a:pt x="426" y="643"/>
                  </a:lnTo>
                  <a:lnTo>
                    <a:pt x="411" y="648"/>
                  </a:lnTo>
                  <a:lnTo>
                    <a:pt x="395" y="651"/>
                  </a:lnTo>
                  <a:lnTo>
                    <a:pt x="379" y="655"/>
                  </a:lnTo>
                  <a:lnTo>
                    <a:pt x="363" y="656"/>
                  </a:lnTo>
                  <a:lnTo>
                    <a:pt x="345" y="658"/>
                  </a:lnTo>
                  <a:lnTo>
                    <a:pt x="329" y="658"/>
                  </a:lnTo>
                  <a:lnTo>
                    <a:pt x="329" y="658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9" y="39"/>
                  </a:lnTo>
                  <a:lnTo>
                    <a:pt x="270" y="43"/>
                  </a:lnTo>
                  <a:lnTo>
                    <a:pt x="242" y="51"/>
                  </a:lnTo>
                  <a:lnTo>
                    <a:pt x="215" y="61"/>
                  </a:lnTo>
                  <a:lnTo>
                    <a:pt x="189" y="73"/>
                  </a:lnTo>
                  <a:lnTo>
                    <a:pt x="166" y="88"/>
                  </a:lnTo>
                  <a:lnTo>
                    <a:pt x="144" y="104"/>
                  </a:lnTo>
                  <a:lnTo>
                    <a:pt x="122" y="123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0"/>
                  </a:lnTo>
                  <a:lnTo>
                    <a:pt x="60" y="215"/>
                  </a:lnTo>
                  <a:lnTo>
                    <a:pt x="51" y="242"/>
                  </a:lnTo>
                  <a:lnTo>
                    <a:pt x="43" y="271"/>
                  </a:lnTo>
                  <a:lnTo>
                    <a:pt x="39" y="299"/>
                  </a:lnTo>
                  <a:lnTo>
                    <a:pt x="37" y="330"/>
                  </a:lnTo>
                  <a:lnTo>
                    <a:pt x="37" y="330"/>
                  </a:lnTo>
                  <a:lnTo>
                    <a:pt x="39" y="359"/>
                  </a:lnTo>
                  <a:lnTo>
                    <a:pt x="43" y="387"/>
                  </a:lnTo>
                  <a:lnTo>
                    <a:pt x="51" y="416"/>
                  </a:lnTo>
                  <a:lnTo>
                    <a:pt x="60" y="443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4"/>
                  </a:lnTo>
                  <a:lnTo>
                    <a:pt x="122" y="535"/>
                  </a:lnTo>
                  <a:lnTo>
                    <a:pt x="144" y="554"/>
                  </a:lnTo>
                  <a:lnTo>
                    <a:pt x="166" y="570"/>
                  </a:lnTo>
                  <a:lnTo>
                    <a:pt x="189" y="585"/>
                  </a:lnTo>
                  <a:lnTo>
                    <a:pt x="215" y="597"/>
                  </a:lnTo>
                  <a:lnTo>
                    <a:pt x="242" y="608"/>
                  </a:lnTo>
                  <a:lnTo>
                    <a:pt x="270" y="615"/>
                  </a:lnTo>
                  <a:lnTo>
                    <a:pt x="299" y="619"/>
                  </a:lnTo>
                  <a:lnTo>
                    <a:pt x="329" y="620"/>
                  </a:lnTo>
                  <a:lnTo>
                    <a:pt x="329" y="620"/>
                  </a:lnTo>
                  <a:lnTo>
                    <a:pt x="359" y="619"/>
                  </a:lnTo>
                  <a:lnTo>
                    <a:pt x="387" y="615"/>
                  </a:lnTo>
                  <a:lnTo>
                    <a:pt x="415" y="608"/>
                  </a:lnTo>
                  <a:lnTo>
                    <a:pt x="442" y="597"/>
                  </a:lnTo>
                  <a:lnTo>
                    <a:pt x="467" y="585"/>
                  </a:lnTo>
                  <a:lnTo>
                    <a:pt x="492" y="570"/>
                  </a:lnTo>
                  <a:lnTo>
                    <a:pt x="513" y="554"/>
                  </a:lnTo>
                  <a:lnTo>
                    <a:pt x="535" y="535"/>
                  </a:lnTo>
                  <a:lnTo>
                    <a:pt x="553" y="514"/>
                  </a:lnTo>
                  <a:lnTo>
                    <a:pt x="570" y="492"/>
                  </a:lnTo>
                  <a:lnTo>
                    <a:pt x="584" y="468"/>
                  </a:lnTo>
                  <a:lnTo>
                    <a:pt x="596" y="443"/>
                  </a:lnTo>
                  <a:lnTo>
                    <a:pt x="607" y="416"/>
                  </a:lnTo>
                  <a:lnTo>
                    <a:pt x="614" y="387"/>
                  </a:lnTo>
                  <a:lnTo>
                    <a:pt x="618" y="359"/>
                  </a:lnTo>
                  <a:lnTo>
                    <a:pt x="619" y="330"/>
                  </a:lnTo>
                  <a:lnTo>
                    <a:pt x="619" y="330"/>
                  </a:lnTo>
                  <a:lnTo>
                    <a:pt x="618" y="299"/>
                  </a:lnTo>
                  <a:lnTo>
                    <a:pt x="614" y="271"/>
                  </a:lnTo>
                  <a:lnTo>
                    <a:pt x="607" y="242"/>
                  </a:lnTo>
                  <a:lnTo>
                    <a:pt x="596" y="215"/>
                  </a:lnTo>
                  <a:lnTo>
                    <a:pt x="584" y="190"/>
                  </a:lnTo>
                  <a:lnTo>
                    <a:pt x="570" y="167"/>
                  </a:lnTo>
                  <a:lnTo>
                    <a:pt x="553" y="144"/>
                  </a:lnTo>
                  <a:lnTo>
                    <a:pt x="535" y="123"/>
                  </a:lnTo>
                  <a:lnTo>
                    <a:pt x="513" y="104"/>
                  </a:lnTo>
                  <a:lnTo>
                    <a:pt x="492" y="88"/>
                  </a:lnTo>
                  <a:lnTo>
                    <a:pt x="467" y="73"/>
                  </a:lnTo>
                  <a:lnTo>
                    <a:pt x="442" y="61"/>
                  </a:lnTo>
                  <a:lnTo>
                    <a:pt x="415" y="51"/>
                  </a:lnTo>
                  <a:lnTo>
                    <a:pt x="387" y="43"/>
                  </a:lnTo>
                  <a:lnTo>
                    <a:pt x="359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grpFill/>
            <a:ln w="3175">
              <a:solidFill>
                <a:srgbClr val="6D6E71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1" name="Freeform 188">
              <a:extLst>
                <a:ext uri="{FF2B5EF4-FFF2-40B4-BE49-F238E27FC236}">
                  <a16:creationId xmlns:a16="http://schemas.microsoft.com/office/drawing/2014/main" id="{281CC0A9-FC75-E15A-F07A-05490897A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538" y="6028373"/>
              <a:ext cx="293688" cy="198438"/>
            </a:xfrm>
            <a:custGeom>
              <a:avLst/>
              <a:gdLst>
                <a:gd name="T0" fmla="*/ 346 w 369"/>
                <a:gd name="T1" fmla="*/ 0 h 250"/>
                <a:gd name="T2" fmla="*/ 135 w 369"/>
                <a:gd name="T3" fmla="*/ 211 h 250"/>
                <a:gd name="T4" fmla="*/ 22 w 369"/>
                <a:gd name="T5" fmla="*/ 97 h 250"/>
                <a:gd name="T6" fmla="*/ 0 w 369"/>
                <a:gd name="T7" fmla="*/ 119 h 250"/>
                <a:gd name="T8" fmla="*/ 125 w 369"/>
                <a:gd name="T9" fmla="*/ 244 h 250"/>
                <a:gd name="T10" fmla="*/ 125 w 369"/>
                <a:gd name="T11" fmla="*/ 244 h 250"/>
                <a:gd name="T12" fmla="*/ 130 w 369"/>
                <a:gd name="T13" fmla="*/ 248 h 250"/>
                <a:gd name="T14" fmla="*/ 135 w 369"/>
                <a:gd name="T15" fmla="*/ 250 h 250"/>
                <a:gd name="T16" fmla="*/ 135 w 369"/>
                <a:gd name="T17" fmla="*/ 250 h 250"/>
                <a:gd name="T18" fmla="*/ 142 w 369"/>
                <a:gd name="T19" fmla="*/ 248 h 250"/>
                <a:gd name="T20" fmla="*/ 147 w 369"/>
                <a:gd name="T21" fmla="*/ 244 h 250"/>
                <a:gd name="T22" fmla="*/ 369 w 369"/>
                <a:gd name="T23" fmla="*/ 23 h 250"/>
                <a:gd name="T24" fmla="*/ 346 w 369"/>
                <a:gd name="T2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9" h="250">
                  <a:moveTo>
                    <a:pt x="346" y="0"/>
                  </a:moveTo>
                  <a:lnTo>
                    <a:pt x="135" y="211"/>
                  </a:lnTo>
                  <a:lnTo>
                    <a:pt x="22" y="97"/>
                  </a:lnTo>
                  <a:lnTo>
                    <a:pt x="0" y="119"/>
                  </a:lnTo>
                  <a:lnTo>
                    <a:pt x="125" y="244"/>
                  </a:lnTo>
                  <a:lnTo>
                    <a:pt x="125" y="244"/>
                  </a:lnTo>
                  <a:lnTo>
                    <a:pt x="130" y="248"/>
                  </a:lnTo>
                  <a:lnTo>
                    <a:pt x="135" y="250"/>
                  </a:lnTo>
                  <a:lnTo>
                    <a:pt x="135" y="250"/>
                  </a:lnTo>
                  <a:lnTo>
                    <a:pt x="142" y="248"/>
                  </a:lnTo>
                  <a:lnTo>
                    <a:pt x="147" y="244"/>
                  </a:lnTo>
                  <a:lnTo>
                    <a:pt x="369" y="23"/>
                  </a:lnTo>
                  <a:lnTo>
                    <a:pt x="346" y="0"/>
                  </a:lnTo>
                  <a:close/>
                </a:path>
              </a:pathLst>
            </a:custGeom>
            <a:grpFill/>
            <a:ln w="3175">
              <a:solidFill>
                <a:srgbClr val="6D6E71"/>
              </a:solidFill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68C7669-3B33-DC48-E612-DDBEAFAF0AE3}"/>
              </a:ext>
            </a:extLst>
          </p:cNvPr>
          <p:cNvGrpSpPr>
            <a:grpSpLocks noChangeAspect="1"/>
          </p:cNvGrpSpPr>
          <p:nvPr/>
        </p:nvGrpSpPr>
        <p:grpSpPr>
          <a:xfrm>
            <a:off x="7191280" y="2016353"/>
            <a:ext cx="220098" cy="220098"/>
            <a:chOff x="6716713" y="4183698"/>
            <a:chExt cx="522288" cy="522288"/>
          </a:xfrm>
          <a:solidFill>
            <a:srgbClr val="6D6E71"/>
          </a:solidFill>
        </p:grpSpPr>
        <p:sp>
          <p:nvSpPr>
            <p:cNvPr id="63" name="Freeform 73">
              <a:extLst>
                <a:ext uri="{FF2B5EF4-FFF2-40B4-BE49-F238E27FC236}">
                  <a16:creationId xmlns:a16="http://schemas.microsoft.com/office/drawing/2014/main" id="{3C26EDD4-5C68-914F-2F18-3C0400ECC6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16713" y="4183698"/>
              <a:ext cx="522288" cy="522288"/>
            </a:xfrm>
            <a:custGeom>
              <a:avLst/>
              <a:gdLst>
                <a:gd name="T0" fmla="*/ 312 w 657"/>
                <a:gd name="T1" fmla="*/ 657 h 657"/>
                <a:gd name="T2" fmla="*/ 262 w 657"/>
                <a:gd name="T3" fmla="*/ 650 h 657"/>
                <a:gd name="T4" fmla="*/ 200 w 657"/>
                <a:gd name="T5" fmla="*/ 632 h 657"/>
                <a:gd name="T6" fmla="*/ 120 w 657"/>
                <a:gd name="T7" fmla="*/ 582 h 657"/>
                <a:gd name="T8" fmla="*/ 57 w 657"/>
                <a:gd name="T9" fmla="*/ 512 h 657"/>
                <a:gd name="T10" fmla="*/ 15 w 657"/>
                <a:gd name="T11" fmla="*/ 426 h 657"/>
                <a:gd name="T12" fmla="*/ 4 w 657"/>
                <a:gd name="T13" fmla="*/ 379 h 657"/>
                <a:gd name="T14" fmla="*/ 0 w 657"/>
                <a:gd name="T15" fmla="*/ 328 h 657"/>
                <a:gd name="T16" fmla="*/ 2 w 657"/>
                <a:gd name="T17" fmla="*/ 294 h 657"/>
                <a:gd name="T18" fmla="*/ 10 w 657"/>
                <a:gd name="T19" fmla="*/ 246 h 657"/>
                <a:gd name="T20" fmla="*/ 39 w 657"/>
                <a:gd name="T21" fmla="*/ 172 h 657"/>
                <a:gd name="T22" fmla="*/ 96 w 657"/>
                <a:gd name="T23" fmla="*/ 95 h 657"/>
                <a:gd name="T24" fmla="*/ 172 w 657"/>
                <a:gd name="T25" fmla="*/ 39 h 657"/>
                <a:gd name="T26" fmla="*/ 246 w 657"/>
                <a:gd name="T27" fmla="*/ 9 h 657"/>
                <a:gd name="T28" fmla="*/ 295 w 657"/>
                <a:gd name="T29" fmla="*/ 1 h 657"/>
                <a:gd name="T30" fmla="*/ 328 w 657"/>
                <a:gd name="T31" fmla="*/ 0 h 657"/>
                <a:gd name="T32" fmla="*/ 379 w 657"/>
                <a:gd name="T33" fmla="*/ 4 h 657"/>
                <a:gd name="T34" fmla="*/ 426 w 657"/>
                <a:gd name="T35" fmla="*/ 15 h 657"/>
                <a:gd name="T36" fmla="*/ 512 w 657"/>
                <a:gd name="T37" fmla="*/ 56 h 657"/>
                <a:gd name="T38" fmla="*/ 582 w 657"/>
                <a:gd name="T39" fmla="*/ 119 h 657"/>
                <a:gd name="T40" fmla="*/ 632 w 657"/>
                <a:gd name="T41" fmla="*/ 200 h 657"/>
                <a:gd name="T42" fmla="*/ 651 w 657"/>
                <a:gd name="T43" fmla="*/ 262 h 657"/>
                <a:gd name="T44" fmla="*/ 657 w 657"/>
                <a:gd name="T45" fmla="*/ 312 h 657"/>
                <a:gd name="T46" fmla="*/ 657 w 657"/>
                <a:gd name="T47" fmla="*/ 345 h 657"/>
                <a:gd name="T48" fmla="*/ 651 w 657"/>
                <a:gd name="T49" fmla="*/ 395 h 657"/>
                <a:gd name="T50" fmla="*/ 632 w 657"/>
                <a:gd name="T51" fmla="*/ 457 h 657"/>
                <a:gd name="T52" fmla="*/ 582 w 657"/>
                <a:gd name="T53" fmla="*/ 537 h 657"/>
                <a:gd name="T54" fmla="*/ 512 w 657"/>
                <a:gd name="T55" fmla="*/ 601 h 657"/>
                <a:gd name="T56" fmla="*/ 426 w 657"/>
                <a:gd name="T57" fmla="*/ 642 h 657"/>
                <a:gd name="T58" fmla="*/ 379 w 657"/>
                <a:gd name="T59" fmla="*/ 653 h 657"/>
                <a:gd name="T60" fmla="*/ 328 w 657"/>
                <a:gd name="T61" fmla="*/ 657 h 657"/>
                <a:gd name="T62" fmla="*/ 328 w 657"/>
                <a:gd name="T63" fmla="*/ 37 h 657"/>
                <a:gd name="T64" fmla="*/ 242 w 657"/>
                <a:gd name="T65" fmla="*/ 50 h 657"/>
                <a:gd name="T66" fmla="*/ 166 w 657"/>
                <a:gd name="T67" fmla="*/ 87 h 657"/>
                <a:gd name="T68" fmla="*/ 104 w 657"/>
                <a:gd name="T69" fmla="*/ 144 h 657"/>
                <a:gd name="T70" fmla="*/ 61 w 657"/>
                <a:gd name="T71" fmla="*/ 215 h 657"/>
                <a:gd name="T72" fmla="*/ 39 w 657"/>
                <a:gd name="T73" fmla="*/ 298 h 657"/>
                <a:gd name="T74" fmla="*/ 39 w 657"/>
                <a:gd name="T75" fmla="*/ 359 h 657"/>
                <a:gd name="T76" fmla="*/ 61 w 657"/>
                <a:gd name="T77" fmla="*/ 442 h 657"/>
                <a:gd name="T78" fmla="*/ 104 w 657"/>
                <a:gd name="T79" fmla="*/ 513 h 657"/>
                <a:gd name="T80" fmla="*/ 166 w 657"/>
                <a:gd name="T81" fmla="*/ 570 h 657"/>
                <a:gd name="T82" fmla="*/ 242 w 657"/>
                <a:gd name="T83" fmla="*/ 606 h 657"/>
                <a:gd name="T84" fmla="*/ 328 w 657"/>
                <a:gd name="T85" fmla="*/ 619 h 657"/>
                <a:gd name="T86" fmla="*/ 387 w 657"/>
                <a:gd name="T87" fmla="*/ 614 h 657"/>
                <a:gd name="T88" fmla="*/ 468 w 657"/>
                <a:gd name="T89" fmla="*/ 585 h 657"/>
                <a:gd name="T90" fmla="*/ 535 w 657"/>
                <a:gd name="T91" fmla="*/ 535 h 657"/>
                <a:gd name="T92" fmla="*/ 585 w 657"/>
                <a:gd name="T93" fmla="*/ 468 h 657"/>
                <a:gd name="T94" fmla="*/ 614 w 657"/>
                <a:gd name="T95" fmla="*/ 387 h 657"/>
                <a:gd name="T96" fmla="*/ 620 w 657"/>
                <a:gd name="T97" fmla="*/ 328 h 657"/>
                <a:gd name="T98" fmla="*/ 606 w 657"/>
                <a:gd name="T99" fmla="*/ 242 h 657"/>
                <a:gd name="T100" fmla="*/ 570 w 657"/>
                <a:gd name="T101" fmla="*/ 165 h 657"/>
                <a:gd name="T102" fmla="*/ 514 w 657"/>
                <a:gd name="T103" fmla="*/ 103 h 657"/>
                <a:gd name="T104" fmla="*/ 442 w 657"/>
                <a:gd name="T105" fmla="*/ 60 h 657"/>
                <a:gd name="T106" fmla="*/ 359 w 657"/>
                <a:gd name="T107" fmla="*/ 39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7" h="657">
                  <a:moveTo>
                    <a:pt x="328" y="657"/>
                  </a:moveTo>
                  <a:lnTo>
                    <a:pt x="328" y="657"/>
                  </a:lnTo>
                  <a:lnTo>
                    <a:pt x="312" y="657"/>
                  </a:lnTo>
                  <a:lnTo>
                    <a:pt x="295" y="656"/>
                  </a:lnTo>
                  <a:lnTo>
                    <a:pt x="278" y="653"/>
                  </a:lnTo>
                  <a:lnTo>
                    <a:pt x="262" y="650"/>
                  </a:lnTo>
                  <a:lnTo>
                    <a:pt x="246" y="646"/>
                  </a:lnTo>
                  <a:lnTo>
                    <a:pt x="231" y="642"/>
                  </a:lnTo>
                  <a:lnTo>
                    <a:pt x="200" y="632"/>
                  </a:lnTo>
                  <a:lnTo>
                    <a:pt x="172" y="618"/>
                  </a:lnTo>
                  <a:lnTo>
                    <a:pt x="145" y="601"/>
                  </a:lnTo>
                  <a:lnTo>
                    <a:pt x="120" y="582"/>
                  </a:lnTo>
                  <a:lnTo>
                    <a:pt x="96" y="560"/>
                  </a:lnTo>
                  <a:lnTo>
                    <a:pt x="75" y="537"/>
                  </a:lnTo>
                  <a:lnTo>
                    <a:pt x="57" y="512"/>
                  </a:lnTo>
                  <a:lnTo>
                    <a:pt x="39" y="485"/>
                  </a:lnTo>
                  <a:lnTo>
                    <a:pt x="26" y="457"/>
                  </a:lnTo>
                  <a:lnTo>
                    <a:pt x="15" y="426"/>
                  </a:lnTo>
                  <a:lnTo>
                    <a:pt x="10" y="411"/>
                  </a:lnTo>
                  <a:lnTo>
                    <a:pt x="7" y="395"/>
                  </a:lnTo>
                  <a:lnTo>
                    <a:pt x="4" y="379"/>
                  </a:lnTo>
                  <a:lnTo>
                    <a:pt x="2" y="361"/>
                  </a:lnTo>
                  <a:lnTo>
                    <a:pt x="0" y="345"/>
                  </a:lnTo>
                  <a:lnTo>
                    <a:pt x="0" y="328"/>
                  </a:lnTo>
                  <a:lnTo>
                    <a:pt x="0" y="328"/>
                  </a:lnTo>
                  <a:lnTo>
                    <a:pt x="0" y="312"/>
                  </a:lnTo>
                  <a:lnTo>
                    <a:pt x="2" y="294"/>
                  </a:lnTo>
                  <a:lnTo>
                    <a:pt x="4" y="278"/>
                  </a:lnTo>
                  <a:lnTo>
                    <a:pt x="7" y="262"/>
                  </a:lnTo>
                  <a:lnTo>
                    <a:pt x="10" y="246"/>
                  </a:lnTo>
                  <a:lnTo>
                    <a:pt x="15" y="231"/>
                  </a:lnTo>
                  <a:lnTo>
                    <a:pt x="26" y="200"/>
                  </a:lnTo>
                  <a:lnTo>
                    <a:pt x="39" y="172"/>
                  </a:lnTo>
                  <a:lnTo>
                    <a:pt x="57" y="145"/>
                  </a:lnTo>
                  <a:lnTo>
                    <a:pt x="75" y="119"/>
                  </a:lnTo>
                  <a:lnTo>
                    <a:pt x="96" y="95"/>
                  </a:lnTo>
                  <a:lnTo>
                    <a:pt x="120" y="75"/>
                  </a:lnTo>
                  <a:lnTo>
                    <a:pt x="145" y="56"/>
                  </a:lnTo>
                  <a:lnTo>
                    <a:pt x="172" y="39"/>
                  </a:lnTo>
                  <a:lnTo>
                    <a:pt x="200" y="25"/>
                  </a:lnTo>
                  <a:lnTo>
                    <a:pt x="231" y="15"/>
                  </a:lnTo>
                  <a:lnTo>
                    <a:pt x="246" y="9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1"/>
                  </a:lnTo>
                  <a:lnTo>
                    <a:pt x="312" y="0"/>
                  </a:lnTo>
                  <a:lnTo>
                    <a:pt x="328" y="0"/>
                  </a:lnTo>
                  <a:lnTo>
                    <a:pt x="328" y="0"/>
                  </a:lnTo>
                  <a:lnTo>
                    <a:pt x="346" y="0"/>
                  </a:lnTo>
                  <a:lnTo>
                    <a:pt x="362" y="1"/>
                  </a:lnTo>
                  <a:lnTo>
                    <a:pt x="379" y="4"/>
                  </a:lnTo>
                  <a:lnTo>
                    <a:pt x="395" y="7"/>
                  </a:lnTo>
                  <a:lnTo>
                    <a:pt x="411" y="9"/>
                  </a:lnTo>
                  <a:lnTo>
                    <a:pt x="426" y="15"/>
                  </a:lnTo>
                  <a:lnTo>
                    <a:pt x="457" y="25"/>
                  </a:lnTo>
                  <a:lnTo>
                    <a:pt x="485" y="39"/>
                  </a:lnTo>
                  <a:lnTo>
                    <a:pt x="512" y="56"/>
                  </a:lnTo>
                  <a:lnTo>
                    <a:pt x="538" y="75"/>
                  </a:lnTo>
                  <a:lnTo>
                    <a:pt x="561" y="95"/>
                  </a:lnTo>
                  <a:lnTo>
                    <a:pt x="582" y="119"/>
                  </a:lnTo>
                  <a:lnTo>
                    <a:pt x="601" y="145"/>
                  </a:lnTo>
                  <a:lnTo>
                    <a:pt x="618" y="172"/>
                  </a:lnTo>
                  <a:lnTo>
                    <a:pt x="632" y="200"/>
                  </a:lnTo>
                  <a:lnTo>
                    <a:pt x="643" y="231"/>
                  </a:lnTo>
                  <a:lnTo>
                    <a:pt x="648" y="246"/>
                  </a:lnTo>
                  <a:lnTo>
                    <a:pt x="651" y="262"/>
                  </a:lnTo>
                  <a:lnTo>
                    <a:pt x="653" y="278"/>
                  </a:lnTo>
                  <a:lnTo>
                    <a:pt x="656" y="294"/>
                  </a:lnTo>
                  <a:lnTo>
                    <a:pt x="657" y="312"/>
                  </a:lnTo>
                  <a:lnTo>
                    <a:pt x="657" y="328"/>
                  </a:lnTo>
                  <a:lnTo>
                    <a:pt x="657" y="328"/>
                  </a:lnTo>
                  <a:lnTo>
                    <a:pt x="657" y="345"/>
                  </a:lnTo>
                  <a:lnTo>
                    <a:pt x="656" y="361"/>
                  </a:lnTo>
                  <a:lnTo>
                    <a:pt x="653" y="379"/>
                  </a:lnTo>
                  <a:lnTo>
                    <a:pt x="651" y="395"/>
                  </a:lnTo>
                  <a:lnTo>
                    <a:pt x="648" y="411"/>
                  </a:lnTo>
                  <a:lnTo>
                    <a:pt x="643" y="426"/>
                  </a:lnTo>
                  <a:lnTo>
                    <a:pt x="632" y="457"/>
                  </a:lnTo>
                  <a:lnTo>
                    <a:pt x="618" y="485"/>
                  </a:lnTo>
                  <a:lnTo>
                    <a:pt x="601" y="512"/>
                  </a:lnTo>
                  <a:lnTo>
                    <a:pt x="582" y="537"/>
                  </a:lnTo>
                  <a:lnTo>
                    <a:pt x="561" y="560"/>
                  </a:lnTo>
                  <a:lnTo>
                    <a:pt x="538" y="582"/>
                  </a:lnTo>
                  <a:lnTo>
                    <a:pt x="512" y="601"/>
                  </a:lnTo>
                  <a:lnTo>
                    <a:pt x="485" y="618"/>
                  </a:lnTo>
                  <a:lnTo>
                    <a:pt x="457" y="632"/>
                  </a:lnTo>
                  <a:lnTo>
                    <a:pt x="426" y="642"/>
                  </a:lnTo>
                  <a:lnTo>
                    <a:pt x="411" y="646"/>
                  </a:lnTo>
                  <a:lnTo>
                    <a:pt x="395" y="650"/>
                  </a:lnTo>
                  <a:lnTo>
                    <a:pt x="379" y="653"/>
                  </a:lnTo>
                  <a:lnTo>
                    <a:pt x="362" y="656"/>
                  </a:lnTo>
                  <a:lnTo>
                    <a:pt x="346" y="657"/>
                  </a:lnTo>
                  <a:lnTo>
                    <a:pt x="328" y="657"/>
                  </a:lnTo>
                  <a:lnTo>
                    <a:pt x="328" y="657"/>
                  </a:lnTo>
                  <a:close/>
                  <a:moveTo>
                    <a:pt x="328" y="37"/>
                  </a:moveTo>
                  <a:lnTo>
                    <a:pt x="328" y="37"/>
                  </a:lnTo>
                  <a:lnTo>
                    <a:pt x="299" y="39"/>
                  </a:lnTo>
                  <a:lnTo>
                    <a:pt x="270" y="43"/>
                  </a:lnTo>
                  <a:lnTo>
                    <a:pt x="242" y="50"/>
                  </a:lnTo>
                  <a:lnTo>
                    <a:pt x="215" y="60"/>
                  </a:lnTo>
                  <a:lnTo>
                    <a:pt x="190" y="72"/>
                  </a:lnTo>
                  <a:lnTo>
                    <a:pt x="166" y="87"/>
                  </a:lnTo>
                  <a:lnTo>
                    <a:pt x="144" y="103"/>
                  </a:lnTo>
                  <a:lnTo>
                    <a:pt x="123" y="122"/>
                  </a:lnTo>
                  <a:lnTo>
                    <a:pt x="104" y="144"/>
                  </a:lnTo>
                  <a:lnTo>
                    <a:pt x="88" y="165"/>
                  </a:lnTo>
                  <a:lnTo>
                    <a:pt x="73" y="189"/>
                  </a:lnTo>
                  <a:lnTo>
                    <a:pt x="61" y="215"/>
                  </a:lnTo>
                  <a:lnTo>
                    <a:pt x="50" y="242"/>
                  </a:lnTo>
                  <a:lnTo>
                    <a:pt x="43" y="270"/>
                  </a:lnTo>
                  <a:lnTo>
                    <a:pt x="39" y="298"/>
                  </a:lnTo>
                  <a:lnTo>
                    <a:pt x="38" y="328"/>
                  </a:lnTo>
                  <a:lnTo>
                    <a:pt x="38" y="328"/>
                  </a:lnTo>
                  <a:lnTo>
                    <a:pt x="39" y="359"/>
                  </a:lnTo>
                  <a:lnTo>
                    <a:pt x="43" y="387"/>
                  </a:lnTo>
                  <a:lnTo>
                    <a:pt x="50" y="415"/>
                  </a:lnTo>
                  <a:lnTo>
                    <a:pt x="61" y="442"/>
                  </a:lnTo>
                  <a:lnTo>
                    <a:pt x="73" y="468"/>
                  </a:lnTo>
                  <a:lnTo>
                    <a:pt x="88" y="492"/>
                  </a:lnTo>
                  <a:lnTo>
                    <a:pt x="104" y="513"/>
                  </a:lnTo>
                  <a:lnTo>
                    <a:pt x="123" y="535"/>
                  </a:lnTo>
                  <a:lnTo>
                    <a:pt x="144" y="554"/>
                  </a:lnTo>
                  <a:lnTo>
                    <a:pt x="166" y="570"/>
                  </a:lnTo>
                  <a:lnTo>
                    <a:pt x="190" y="585"/>
                  </a:lnTo>
                  <a:lnTo>
                    <a:pt x="215" y="597"/>
                  </a:lnTo>
                  <a:lnTo>
                    <a:pt x="242" y="606"/>
                  </a:lnTo>
                  <a:lnTo>
                    <a:pt x="270" y="614"/>
                  </a:lnTo>
                  <a:lnTo>
                    <a:pt x="299" y="618"/>
                  </a:lnTo>
                  <a:lnTo>
                    <a:pt x="328" y="619"/>
                  </a:lnTo>
                  <a:lnTo>
                    <a:pt x="328" y="619"/>
                  </a:lnTo>
                  <a:lnTo>
                    <a:pt x="359" y="618"/>
                  </a:lnTo>
                  <a:lnTo>
                    <a:pt x="387" y="614"/>
                  </a:lnTo>
                  <a:lnTo>
                    <a:pt x="415" y="606"/>
                  </a:lnTo>
                  <a:lnTo>
                    <a:pt x="442" y="597"/>
                  </a:lnTo>
                  <a:lnTo>
                    <a:pt x="468" y="585"/>
                  </a:lnTo>
                  <a:lnTo>
                    <a:pt x="492" y="570"/>
                  </a:lnTo>
                  <a:lnTo>
                    <a:pt x="514" y="554"/>
                  </a:lnTo>
                  <a:lnTo>
                    <a:pt x="535" y="535"/>
                  </a:lnTo>
                  <a:lnTo>
                    <a:pt x="554" y="513"/>
                  </a:lnTo>
                  <a:lnTo>
                    <a:pt x="570" y="492"/>
                  </a:lnTo>
                  <a:lnTo>
                    <a:pt x="585" y="468"/>
                  </a:lnTo>
                  <a:lnTo>
                    <a:pt x="597" y="442"/>
                  </a:lnTo>
                  <a:lnTo>
                    <a:pt x="606" y="415"/>
                  </a:lnTo>
                  <a:lnTo>
                    <a:pt x="614" y="387"/>
                  </a:lnTo>
                  <a:lnTo>
                    <a:pt x="618" y="359"/>
                  </a:lnTo>
                  <a:lnTo>
                    <a:pt x="620" y="328"/>
                  </a:lnTo>
                  <a:lnTo>
                    <a:pt x="620" y="328"/>
                  </a:lnTo>
                  <a:lnTo>
                    <a:pt x="618" y="298"/>
                  </a:lnTo>
                  <a:lnTo>
                    <a:pt x="614" y="270"/>
                  </a:lnTo>
                  <a:lnTo>
                    <a:pt x="606" y="242"/>
                  </a:lnTo>
                  <a:lnTo>
                    <a:pt x="597" y="215"/>
                  </a:lnTo>
                  <a:lnTo>
                    <a:pt x="585" y="189"/>
                  </a:lnTo>
                  <a:lnTo>
                    <a:pt x="570" y="165"/>
                  </a:lnTo>
                  <a:lnTo>
                    <a:pt x="554" y="144"/>
                  </a:lnTo>
                  <a:lnTo>
                    <a:pt x="535" y="122"/>
                  </a:lnTo>
                  <a:lnTo>
                    <a:pt x="514" y="103"/>
                  </a:lnTo>
                  <a:lnTo>
                    <a:pt x="492" y="87"/>
                  </a:lnTo>
                  <a:lnTo>
                    <a:pt x="468" y="72"/>
                  </a:lnTo>
                  <a:lnTo>
                    <a:pt x="442" y="60"/>
                  </a:lnTo>
                  <a:lnTo>
                    <a:pt x="415" y="50"/>
                  </a:lnTo>
                  <a:lnTo>
                    <a:pt x="387" y="43"/>
                  </a:lnTo>
                  <a:lnTo>
                    <a:pt x="359" y="39"/>
                  </a:lnTo>
                  <a:lnTo>
                    <a:pt x="328" y="37"/>
                  </a:lnTo>
                  <a:lnTo>
                    <a:pt x="328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 216">
              <a:extLst>
                <a:ext uri="{FF2B5EF4-FFF2-40B4-BE49-F238E27FC236}">
                  <a16:creationId xmlns:a16="http://schemas.microsoft.com/office/drawing/2014/main" id="{305DBE4A-8089-02D1-083C-BA95453B35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1013" y="4294823"/>
              <a:ext cx="296863" cy="298450"/>
            </a:xfrm>
            <a:custGeom>
              <a:avLst/>
              <a:gdLst>
                <a:gd name="T0" fmla="*/ 321 w 374"/>
                <a:gd name="T1" fmla="*/ 151 h 375"/>
                <a:gd name="T2" fmla="*/ 336 w 374"/>
                <a:gd name="T3" fmla="*/ 81 h 375"/>
                <a:gd name="T4" fmla="*/ 336 w 374"/>
                <a:gd name="T5" fmla="*/ 73 h 375"/>
                <a:gd name="T6" fmla="*/ 298 w 374"/>
                <a:gd name="T7" fmla="*/ 36 h 375"/>
                <a:gd name="T8" fmla="*/ 255 w 374"/>
                <a:gd name="T9" fmla="*/ 67 h 375"/>
                <a:gd name="T10" fmla="*/ 216 w 374"/>
                <a:gd name="T11" fmla="*/ 5 h 375"/>
                <a:gd name="T12" fmla="*/ 211 w 374"/>
                <a:gd name="T13" fmla="*/ 0 h 375"/>
                <a:gd name="T14" fmla="*/ 159 w 374"/>
                <a:gd name="T15" fmla="*/ 1 h 375"/>
                <a:gd name="T16" fmla="*/ 151 w 374"/>
                <a:gd name="T17" fmla="*/ 54 h 375"/>
                <a:gd name="T18" fmla="*/ 79 w 374"/>
                <a:gd name="T19" fmla="*/ 38 h 375"/>
                <a:gd name="T20" fmla="*/ 71 w 374"/>
                <a:gd name="T21" fmla="*/ 38 h 375"/>
                <a:gd name="T22" fmla="*/ 35 w 374"/>
                <a:gd name="T23" fmla="*/ 77 h 375"/>
                <a:gd name="T24" fmla="*/ 66 w 374"/>
                <a:gd name="T25" fmla="*/ 118 h 375"/>
                <a:gd name="T26" fmla="*/ 5 w 374"/>
                <a:gd name="T27" fmla="*/ 157 h 375"/>
                <a:gd name="T28" fmla="*/ 0 w 374"/>
                <a:gd name="T29" fmla="*/ 163 h 375"/>
                <a:gd name="T30" fmla="*/ 1 w 374"/>
                <a:gd name="T31" fmla="*/ 215 h 375"/>
                <a:gd name="T32" fmla="*/ 52 w 374"/>
                <a:gd name="T33" fmla="*/ 224 h 375"/>
                <a:gd name="T34" fmla="*/ 36 w 374"/>
                <a:gd name="T35" fmla="*/ 294 h 375"/>
                <a:gd name="T36" fmla="*/ 38 w 374"/>
                <a:gd name="T37" fmla="*/ 302 h 375"/>
                <a:gd name="T38" fmla="*/ 74 w 374"/>
                <a:gd name="T39" fmla="*/ 339 h 375"/>
                <a:gd name="T40" fmla="*/ 79 w 374"/>
                <a:gd name="T41" fmla="*/ 337 h 375"/>
                <a:gd name="T42" fmla="*/ 133 w 374"/>
                <a:gd name="T43" fmla="*/ 316 h 375"/>
                <a:gd name="T44" fmla="*/ 156 w 374"/>
                <a:gd name="T45" fmla="*/ 370 h 375"/>
                <a:gd name="T46" fmla="*/ 211 w 374"/>
                <a:gd name="T47" fmla="*/ 375 h 375"/>
                <a:gd name="T48" fmla="*/ 216 w 374"/>
                <a:gd name="T49" fmla="*/ 370 h 375"/>
                <a:gd name="T50" fmla="*/ 239 w 374"/>
                <a:gd name="T51" fmla="*/ 316 h 375"/>
                <a:gd name="T52" fmla="*/ 294 w 374"/>
                <a:gd name="T53" fmla="*/ 337 h 375"/>
                <a:gd name="T54" fmla="*/ 300 w 374"/>
                <a:gd name="T55" fmla="*/ 339 h 375"/>
                <a:gd name="T56" fmla="*/ 336 w 374"/>
                <a:gd name="T57" fmla="*/ 302 h 375"/>
                <a:gd name="T58" fmla="*/ 308 w 374"/>
                <a:gd name="T59" fmla="*/ 257 h 375"/>
                <a:gd name="T60" fmla="*/ 321 w 374"/>
                <a:gd name="T61" fmla="*/ 224 h 375"/>
                <a:gd name="T62" fmla="*/ 372 w 374"/>
                <a:gd name="T63" fmla="*/ 215 h 375"/>
                <a:gd name="T64" fmla="*/ 374 w 374"/>
                <a:gd name="T65" fmla="*/ 163 h 375"/>
                <a:gd name="T66" fmla="*/ 368 w 374"/>
                <a:gd name="T67" fmla="*/ 157 h 375"/>
                <a:gd name="T68" fmla="*/ 179 w 374"/>
                <a:gd name="T69" fmla="*/ 266 h 375"/>
                <a:gd name="T70" fmla="*/ 142 w 374"/>
                <a:gd name="T71" fmla="*/ 254 h 375"/>
                <a:gd name="T72" fmla="*/ 113 w 374"/>
                <a:gd name="T73" fmla="*/ 219 h 375"/>
                <a:gd name="T74" fmla="*/ 108 w 374"/>
                <a:gd name="T75" fmla="*/ 187 h 375"/>
                <a:gd name="T76" fmla="*/ 109 w 374"/>
                <a:gd name="T77" fmla="*/ 171 h 375"/>
                <a:gd name="T78" fmla="*/ 130 w 374"/>
                <a:gd name="T79" fmla="*/ 132 h 375"/>
                <a:gd name="T80" fmla="*/ 171 w 374"/>
                <a:gd name="T81" fmla="*/ 109 h 375"/>
                <a:gd name="T82" fmla="*/ 187 w 374"/>
                <a:gd name="T83" fmla="*/ 108 h 375"/>
                <a:gd name="T84" fmla="*/ 218 w 374"/>
                <a:gd name="T85" fmla="*/ 114 h 375"/>
                <a:gd name="T86" fmla="*/ 253 w 374"/>
                <a:gd name="T87" fmla="*/ 142 h 375"/>
                <a:gd name="T88" fmla="*/ 266 w 374"/>
                <a:gd name="T89" fmla="*/ 179 h 375"/>
                <a:gd name="T90" fmla="*/ 266 w 374"/>
                <a:gd name="T91" fmla="*/ 196 h 375"/>
                <a:gd name="T92" fmla="*/ 253 w 374"/>
                <a:gd name="T93" fmla="*/ 233 h 375"/>
                <a:gd name="T94" fmla="*/ 218 w 374"/>
                <a:gd name="T95" fmla="*/ 261 h 375"/>
                <a:gd name="T96" fmla="*/ 187 w 374"/>
                <a:gd name="T97" fmla="*/ 267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74" h="375">
                  <a:moveTo>
                    <a:pt x="368" y="157"/>
                  </a:moveTo>
                  <a:lnTo>
                    <a:pt x="321" y="151"/>
                  </a:lnTo>
                  <a:lnTo>
                    <a:pt x="321" y="151"/>
                  </a:lnTo>
                  <a:lnTo>
                    <a:pt x="314" y="134"/>
                  </a:lnTo>
                  <a:lnTo>
                    <a:pt x="308" y="118"/>
                  </a:lnTo>
                  <a:lnTo>
                    <a:pt x="336" y="81"/>
                  </a:lnTo>
                  <a:lnTo>
                    <a:pt x="336" y="81"/>
                  </a:lnTo>
                  <a:lnTo>
                    <a:pt x="337" y="77"/>
                  </a:lnTo>
                  <a:lnTo>
                    <a:pt x="336" y="73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298" y="36"/>
                  </a:lnTo>
                  <a:lnTo>
                    <a:pt x="294" y="38"/>
                  </a:lnTo>
                  <a:lnTo>
                    <a:pt x="255" y="67"/>
                  </a:lnTo>
                  <a:lnTo>
                    <a:pt x="255" y="67"/>
                  </a:lnTo>
                  <a:lnTo>
                    <a:pt x="239" y="59"/>
                  </a:lnTo>
                  <a:lnTo>
                    <a:pt x="223" y="54"/>
                  </a:lnTo>
                  <a:lnTo>
                    <a:pt x="216" y="5"/>
                  </a:lnTo>
                  <a:lnTo>
                    <a:pt x="216" y="5"/>
                  </a:lnTo>
                  <a:lnTo>
                    <a:pt x="215" y="1"/>
                  </a:lnTo>
                  <a:lnTo>
                    <a:pt x="211" y="0"/>
                  </a:lnTo>
                  <a:lnTo>
                    <a:pt x="163" y="0"/>
                  </a:lnTo>
                  <a:lnTo>
                    <a:pt x="163" y="0"/>
                  </a:lnTo>
                  <a:lnTo>
                    <a:pt x="159" y="1"/>
                  </a:lnTo>
                  <a:lnTo>
                    <a:pt x="156" y="5"/>
                  </a:lnTo>
                  <a:lnTo>
                    <a:pt x="151" y="54"/>
                  </a:lnTo>
                  <a:lnTo>
                    <a:pt x="151" y="54"/>
                  </a:lnTo>
                  <a:lnTo>
                    <a:pt x="133" y="59"/>
                  </a:lnTo>
                  <a:lnTo>
                    <a:pt x="118" y="67"/>
                  </a:lnTo>
                  <a:lnTo>
                    <a:pt x="79" y="38"/>
                  </a:lnTo>
                  <a:lnTo>
                    <a:pt x="79" y="38"/>
                  </a:lnTo>
                  <a:lnTo>
                    <a:pt x="75" y="36"/>
                  </a:lnTo>
                  <a:lnTo>
                    <a:pt x="71" y="38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35" y="77"/>
                  </a:lnTo>
                  <a:lnTo>
                    <a:pt x="36" y="81"/>
                  </a:lnTo>
                  <a:lnTo>
                    <a:pt x="66" y="118"/>
                  </a:lnTo>
                  <a:lnTo>
                    <a:pt x="66" y="118"/>
                  </a:lnTo>
                  <a:lnTo>
                    <a:pt x="58" y="134"/>
                  </a:lnTo>
                  <a:lnTo>
                    <a:pt x="52" y="151"/>
                  </a:lnTo>
                  <a:lnTo>
                    <a:pt x="5" y="157"/>
                  </a:lnTo>
                  <a:lnTo>
                    <a:pt x="5" y="157"/>
                  </a:lnTo>
                  <a:lnTo>
                    <a:pt x="1" y="160"/>
                  </a:lnTo>
                  <a:lnTo>
                    <a:pt x="0" y="163"/>
                  </a:lnTo>
                  <a:lnTo>
                    <a:pt x="0" y="211"/>
                  </a:lnTo>
                  <a:lnTo>
                    <a:pt x="0" y="211"/>
                  </a:lnTo>
                  <a:lnTo>
                    <a:pt x="1" y="215"/>
                  </a:lnTo>
                  <a:lnTo>
                    <a:pt x="5" y="218"/>
                  </a:lnTo>
                  <a:lnTo>
                    <a:pt x="52" y="224"/>
                  </a:lnTo>
                  <a:lnTo>
                    <a:pt x="52" y="224"/>
                  </a:lnTo>
                  <a:lnTo>
                    <a:pt x="58" y="241"/>
                  </a:lnTo>
                  <a:lnTo>
                    <a:pt x="66" y="257"/>
                  </a:lnTo>
                  <a:lnTo>
                    <a:pt x="36" y="294"/>
                  </a:lnTo>
                  <a:lnTo>
                    <a:pt x="36" y="294"/>
                  </a:lnTo>
                  <a:lnTo>
                    <a:pt x="35" y="298"/>
                  </a:lnTo>
                  <a:lnTo>
                    <a:pt x="38" y="302"/>
                  </a:lnTo>
                  <a:lnTo>
                    <a:pt x="71" y="337"/>
                  </a:lnTo>
                  <a:lnTo>
                    <a:pt x="71" y="337"/>
                  </a:lnTo>
                  <a:lnTo>
                    <a:pt x="74" y="339"/>
                  </a:lnTo>
                  <a:lnTo>
                    <a:pt x="75" y="339"/>
                  </a:lnTo>
                  <a:lnTo>
                    <a:pt x="75" y="339"/>
                  </a:lnTo>
                  <a:lnTo>
                    <a:pt x="79" y="337"/>
                  </a:lnTo>
                  <a:lnTo>
                    <a:pt x="118" y="308"/>
                  </a:lnTo>
                  <a:lnTo>
                    <a:pt x="118" y="308"/>
                  </a:lnTo>
                  <a:lnTo>
                    <a:pt x="133" y="316"/>
                  </a:lnTo>
                  <a:lnTo>
                    <a:pt x="151" y="321"/>
                  </a:lnTo>
                  <a:lnTo>
                    <a:pt x="156" y="370"/>
                  </a:lnTo>
                  <a:lnTo>
                    <a:pt x="156" y="370"/>
                  </a:lnTo>
                  <a:lnTo>
                    <a:pt x="159" y="374"/>
                  </a:lnTo>
                  <a:lnTo>
                    <a:pt x="163" y="375"/>
                  </a:lnTo>
                  <a:lnTo>
                    <a:pt x="211" y="375"/>
                  </a:lnTo>
                  <a:lnTo>
                    <a:pt x="211" y="375"/>
                  </a:lnTo>
                  <a:lnTo>
                    <a:pt x="215" y="374"/>
                  </a:lnTo>
                  <a:lnTo>
                    <a:pt x="216" y="370"/>
                  </a:lnTo>
                  <a:lnTo>
                    <a:pt x="223" y="321"/>
                  </a:lnTo>
                  <a:lnTo>
                    <a:pt x="223" y="321"/>
                  </a:lnTo>
                  <a:lnTo>
                    <a:pt x="239" y="316"/>
                  </a:lnTo>
                  <a:lnTo>
                    <a:pt x="255" y="308"/>
                  </a:lnTo>
                  <a:lnTo>
                    <a:pt x="294" y="337"/>
                  </a:lnTo>
                  <a:lnTo>
                    <a:pt x="294" y="337"/>
                  </a:lnTo>
                  <a:lnTo>
                    <a:pt x="297" y="339"/>
                  </a:lnTo>
                  <a:lnTo>
                    <a:pt x="297" y="339"/>
                  </a:lnTo>
                  <a:lnTo>
                    <a:pt x="300" y="339"/>
                  </a:lnTo>
                  <a:lnTo>
                    <a:pt x="302" y="337"/>
                  </a:lnTo>
                  <a:lnTo>
                    <a:pt x="336" y="302"/>
                  </a:lnTo>
                  <a:lnTo>
                    <a:pt x="336" y="302"/>
                  </a:lnTo>
                  <a:lnTo>
                    <a:pt x="337" y="298"/>
                  </a:lnTo>
                  <a:lnTo>
                    <a:pt x="336" y="294"/>
                  </a:lnTo>
                  <a:lnTo>
                    <a:pt x="308" y="257"/>
                  </a:lnTo>
                  <a:lnTo>
                    <a:pt x="308" y="257"/>
                  </a:lnTo>
                  <a:lnTo>
                    <a:pt x="314" y="241"/>
                  </a:lnTo>
                  <a:lnTo>
                    <a:pt x="321" y="224"/>
                  </a:lnTo>
                  <a:lnTo>
                    <a:pt x="368" y="218"/>
                  </a:lnTo>
                  <a:lnTo>
                    <a:pt x="368" y="218"/>
                  </a:lnTo>
                  <a:lnTo>
                    <a:pt x="372" y="215"/>
                  </a:lnTo>
                  <a:lnTo>
                    <a:pt x="374" y="211"/>
                  </a:lnTo>
                  <a:lnTo>
                    <a:pt x="374" y="163"/>
                  </a:lnTo>
                  <a:lnTo>
                    <a:pt x="374" y="163"/>
                  </a:lnTo>
                  <a:lnTo>
                    <a:pt x="372" y="160"/>
                  </a:lnTo>
                  <a:lnTo>
                    <a:pt x="368" y="157"/>
                  </a:lnTo>
                  <a:lnTo>
                    <a:pt x="368" y="157"/>
                  </a:lnTo>
                  <a:close/>
                  <a:moveTo>
                    <a:pt x="187" y="267"/>
                  </a:moveTo>
                  <a:lnTo>
                    <a:pt x="187" y="267"/>
                  </a:lnTo>
                  <a:lnTo>
                    <a:pt x="179" y="266"/>
                  </a:lnTo>
                  <a:lnTo>
                    <a:pt x="171" y="266"/>
                  </a:lnTo>
                  <a:lnTo>
                    <a:pt x="156" y="261"/>
                  </a:lnTo>
                  <a:lnTo>
                    <a:pt x="142" y="254"/>
                  </a:lnTo>
                  <a:lnTo>
                    <a:pt x="130" y="243"/>
                  </a:lnTo>
                  <a:lnTo>
                    <a:pt x="121" y="233"/>
                  </a:lnTo>
                  <a:lnTo>
                    <a:pt x="113" y="219"/>
                  </a:lnTo>
                  <a:lnTo>
                    <a:pt x="109" y="203"/>
                  </a:lnTo>
                  <a:lnTo>
                    <a:pt x="108" y="196"/>
                  </a:lnTo>
                  <a:lnTo>
                    <a:pt x="108" y="187"/>
                  </a:lnTo>
                  <a:lnTo>
                    <a:pt x="108" y="187"/>
                  </a:lnTo>
                  <a:lnTo>
                    <a:pt x="108" y="179"/>
                  </a:lnTo>
                  <a:lnTo>
                    <a:pt x="109" y="171"/>
                  </a:lnTo>
                  <a:lnTo>
                    <a:pt x="113" y="156"/>
                  </a:lnTo>
                  <a:lnTo>
                    <a:pt x="121" y="142"/>
                  </a:lnTo>
                  <a:lnTo>
                    <a:pt x="130" y="132"/>
                  </a:lnTo>
                  <a:lnTo>
                    <a:pt x="142" y="121"/>
                  </a:lnTo>
                  <a:lnTo>
                    <a:pt x="156" y="114"/>
                  </a:lnTo>
                  <a:lnTo>
                    <a:pt x="171" y="109"/>
                  </a:lnTo>
                  <a:lnTo>
                    <a:pt x="179" y="108"/>
                  </a:lnTo>
                  <a:lnTo>
                    <a:pt x="187" y="108"/>
                  </a:lnTo>
                  <a:lnTo>
                    <a:pt x="187" y="108"/>
                  </a:lnTo>
                  <a:lnTo>
                    <a:pt x="195" y="108"/>
                  </a:lnTo>
                  <a:lnTo>
                    <a:pt x="203" y="109"/>
                  </a:lnTo>
                  <a:lnTo>
                    <a:pt x="218" y="114"/>
                  </a:lnTo>
                  <a:lnTo>
                    <a:pt x="231" y="121"/>
                  </a:lnTo>
                  <a:lnTo>
                    <a:pt x="243" y="132"/>
                  </a:lnTo>
                  <a:lnTo>
                    <a:pt x="253" y="142"/>
                  </a:lnTo>
                  <a:lnTo>
                    <a:pt x="259" y="156"/>
                  </a:lnTo>
                  <a:lnTo>
                    <a:pt x="265" y="171"/>
                  </a:lnTo>
                  <a:lnTo>
                    <a:pt x="266" y="179"/>
                  </a:lnTo>
                  <a:lnTo>
                    <a:pt x="266" y="187"/>
                  </a:lnTo>
                  <a:lnTo>
                    <a:pt x="266" y="187"/>
                  </a:lnTo>
                  <a:lnTo>
                    <a:pt x="266" y="196"/>
                  </a:lnTo>
                  <a:lnTo>
                    <a:pt x="265" y="203"/>
                  </a:lnTo>
                  <a:lnTo>
                    <a:pt x="259" y="219"/>
                  </a:lnTo>
                  <a:lnTo>
                    <a:pt x="253" y="233"/>
                  </a:lnTo>
                  <a:lnTo>
                    <a:pt x="243" y="243"/>
                  </a:lnTo>
                  <a:lnTo>
                    <a:pt x="231" y="254"/>
                  </a:lnTo>
                  <a:lnTo>
                    <a:pt x="218" y="261"/>
                  </a:lnTo>
                  <a:lnTo>
                    <a:pt x="203" y="266"/>
                  </a:lnTo>
                  <a:lnTo>
                    <a:pt x="195" y="266"/>
                  </a:lnTo>
                  <a:lnTo>
                    <a:pt x="187" y="267"/>
                  </a:lnTo>
                  <a:lnTo>
                    <a:pt x="18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9" name="5-Point Star 185">
            <a:extLst>
              <a:ext uri="{FF2B5EF4-FFF2-40B4-BE49-F238E27FC236}">
                <a16:creationId xmlns:a16="http://schemas.microsoft.com/office/drawing/2014/main" id="{F7EB018E-4776-4DA0-4C54-4DF7FEBA70FB}"/>
              </a:ext>
            </a:extLst>
          </p:cNvPr>
          <p:cNvSpPr/>
          <p:nvPr/>
        </p:nvSpPr>
        <p:spPr bwMode="gray">
          <a:xfrm>
            <a:off x="9069290" y="2248500"/>
            <a:ext cx="248479" cy="248479"/>
          </a:xfrm>
          <a:prstGeom prst="star5">
            <a:avLst>
              <a:gd name="adj" fmla="val 15400"/>
              <a:gd name="hf" fmla="val 105146"/>
              <a:gd name="vf" fmla="val 110557"/>
            </a:avLst>
          </a:prstGeom>
          <a:solidFill>
            <a:schemeClr val="tx1">
              <a:lumMod val="75000"/>
              <a:lumOff val="2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0345CA5E-F1BF-1385-D3C5-F94454F70FEB}"/>
              </a:ext>
            </a:extLst>
          </p:cNvPr>
          <p:cNvSpPr/>
          <p:nvPr/>
        </p:nvSpPr>
        <p:spPr>
          <a:xfrm>
            <a:off x="8564981" y="2028017"/>
            <a:ext cx="196770" cy="196770"/>
          </a:xfrm>
          <a:prstGeom prst="diamond">
            <a:avLst/>
          </a:prstGeom>
          <a:gradFill flip="none" rotWithShape="1">
            <a:gsLst>
              <a:gs pos="49000">
                <a:srgbClr val="B95D1F"/>
              </a:gs>
              <a:gs pos="0">
                <a:schemeClr val="accent2"/>
              </a:gs>
              <a:gs pos="50000">
                <a:schemeClr val="accent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0" scaled="1"/>
            <a:tileRect/>
          </a:gradFill>
          <a:ln>
            <a:solidFill>
              <a:srgbClr val="6D6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BD8552F4-C498-035F-CF86-AA764F31AA07}"/>
              </a:ext>
            </a:extLst>
          </p:cNvPr>
          <p:cNvSpPr/>
          <p:nvPr/>
        </p:nvSpPr>
        <p:spPr>
          <a:xfrm>
            <a:off x="9553713" y="2274354"/>
            <a:ext cx="196770" cy="196770"/>
          </a:xfrm>
          <a:prstGeom prst="diamond">
            <a:avLst/>
          </a:prstGeom>
          <a:gradFill flip="none" rotWithShape="1">
            <a:gsLst>
              <a:gs pos="49000">
                <a:srgbClr val="B95D1F"/>
              </a:gs>
              <a:gs pos="0">
                <a:schemeClr val="accent2"/>
              </a:gs>
              <a:gs pos="50000">
                <a:schemeClr val="accent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0" scaled="1"/>
            <a:tileRect/>
          </a:gradFill>
          <a:ln>
            <a:solidFill>
              <a:srgbClr val="6D6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A8F5881F-FB61-8EA0-F2B1-D902216B54F8}"/>
              </a:ext>
            </a:extLst>
          </p:cNvPr>
          <p:cNvSpPr/>
          <p:nvPr/>
        </p:nvSpPr>
        <p:spPr>
          <a:xfrm>
            <a:off x="4540275" y="1502653"/>
            <a:ext cx="196770" cy="196770"/>
          </a:xfrm>
          <a:prstGeom prst="diamond">
            <a:avLst/>
          </a:prstGeom>
          <a:gradFill flip="none" rotWithShape="1">
            <a:gsLst>
              <a:gs pos="49000">
                <a:srgbClr val="B95D1F"/>
              </a:gs>
              <a:gs pos="0">
                <a:schemeClr val="accent2"/>
              </a:gs>
              <a:gs pos="50000">
                <a:schemeClr val="accent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0" scaled="1"/>
            <a:tileRect/>
          </a:gradFill>
          <a:ln>
            <a:solidFill>
              <a:srgbClr val="6D6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62DA9F2-D92C-10DB-133C-12D38D96ECBD}"/>
              </a:ext>
            </a:extLst>
          </p:cNvPr>
          <p:cNvSpPr/>
          <p:nvPr/>
        </p:nvSpPr>
        <p:spPr>
          <a:xfrm>
            <a:off x="4763703" y="1261255"/>
            <a:ext cx="2127939" cy="248377"/>
          </a:xfrm>
          <a:prstGeom prst="rect">
            <a:avLst/>
          </a:prstGeom>
          <a:solidFill>
            <a:schemeClr val="bg1">
              <a:alpha val="70000"/>
            </a:schemeClr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Arial" panose="020B0604020202020204" pitchFamily="34" charset="0"/>
              </a:rPr>
              <a:t>Milestone 1: Initiation Complete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9F33412-06FD-DF38-6453-905AA8EEBB1C}"/>
              </a:ext>
            </a:extLst>
          </p:cNvPr>
          <p:cNvSpPr/>
          <p:nvPr/>
        </p:nvSpPr>
        <p:spPr>
          <a:xfrm>
            <a:off x="8686986" y="1412381"/>
            <a:ext cx="2127939" cy="248377"/>
          </a:xfrm>
          <a:prstGeom prst="rect">
            <a:avLst/>
          </a:prstGeom>
          <a:solidFill>
            <a:schemeClr val="bg1">
              <a:alpha val="70000"/>
            </a:schemeClr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Arial" panose="020B0604020202020204" pitchFamily="34" charset="0"/>
              </a:rPr>
              <a:t>Milestone 2: UAT approved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A527A55-CA6F-CA03-D974-FB1AF0E24CBC}"/>
              </a:ext>
            </a:extLst>
          </p:cNvPr>
          <p:cNvSpPr/>
          <p:nvPr/>
        </p:nvSpPr>
        <p:spPr>
          <a:xfrm>
            <a:off x="9372941" y="1991462"/>
            <a:ext cx="2127939" cy="248377"/>
          </a:xfrm>
          <a:prstGeom prst="rect">
            <a:avLst/>
          </a:prstGeom>
          <a:solidFill>
            <a:schemeClr val="bg1">
              <a:alpha val="70000"/>
            </a:schemeClr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Arial" panose="020B0604020202020204" pitchFamily="34" charset="0"/>
              </a:rPr>
              <a:t>Milestone 3: Project Closure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4A1AF8F4-6423-61E9-355B-07AE5A6D21F7}"/>
              </a:ext>
            </a:extLst>
          </p:cNvPr>
          <p:cNvCxnSpPr>
            <a:stCxn id="132" idx="0"/>
            <a:endCxn id="133" idx="1"/>
          </p:cNvCxnSpPr>
          <p:nvPr/>
        </p:nvCxnSpPr>
        <p:spPr>
          <a:xfrm rot="5400000" flipH="1" flipV="1">
            <a:off x="4642577" y="1381528"/>
            <a:ext cx="117209" cy="12504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C54E61FF-52C7-7E0B-BD38-4262951BF1D1}"/>
              </a:ext>
            </a:extLst>
          </p:cNvPr>
          <p:cNvCxnSpPr>
            <a:stCxn id="130" idx="0"/>
            <a:endCxn id="134" idx="1"/>
          </p:cNvCxnSpPr>
          <p:nvPr/>
        </p:nvCxnSpPr>
        <p:spPr>
          <a:xfrm rot="5400000" flipH="1" flipV="1">
            <a:off x="8429453" y="1770484"/>
            <a:ext cx="491447" cy="2362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55AF2DF4-B497-D2CC-6738-11FB46B7C6E4}"/>
              </a:ext>
            </a:extLst>
          </p:cNvPr>
          <p:cNvCxnSpPr>
            <a:endCxn id="135" idx="2"/>
          </p:cNvCxnSpPr>
          <p:nvPr/>
        </p:nvCxnSpPr>
        <p:spPr>
          <a:xfrm flipV="1">
            <a:off x="9557983" y="2239839"/>
            <a:ext cx="878928" cy="1329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Arrow: Pentagon 138">
            <a:extLst>
              <a:ext uri="{FF2B5EF4-FFF2-40B4-BE49-F238E27FC236}">
                <a16:creationId xmlns:a16="http://schemas.microsoft.com/office/drawing/2014/main" id="{A45B76C5-37EA-9024-D33B-82571B91ECE6}"/>
              </a:ext>
            </a:extLst>
          </p:cNvPr>
          <p:cNvSpPr/>
          <p:nvPr/>
        </p:nvSpPr>
        <p:spPr>
          <a:xfrm>
            <a:off x="3736258" y="1339217"/>
            <a:ext cx="365760" cy="136635"/>
          </a:xfrm>
          <a:prstGeom prst="homePlat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Arrow: Pentagon 139">
            <a:extLst>
              <a:ext uri="{FF2B5EF4-FFF2-40B4-BE49-F238E27FC236}">
                <a16:creationId xmlns:a16="http://schemas.microsoft.com/office/drawing/2014/main" id="{40AF5AA1-DE12-24E5-E89D-43810964A0F1}"/>
              </a:ext>
            </a:extLst>
          </p:cNvPr>
          <p:cNvSpPr/>
          <p:nvPr/>
        </p:nvSpPr>
        <p:spPr>
          <a:xfrm>
            <a:off x="2885366" y="1340126"/>
            <a:ext cx="914400" cy="136635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7E5F4B3-6535-2DDD-F707-B4EAE520C4B3}"/>
              </a:ext>
            </a:extLst>
          </p:cNvPr>
          <p:cNvGrpSpPr/>
          <p:nvPr/>
        </p:nvGrpSpPr>
        <p:grpSpPr>
          <a:xfrm>
            <a:off x="4931475" y="2544573"/>
            <a:ext cx="7019892" cy="251817"/>
            <a:chOff x="4233559" y="3454235"/>
            <a:chExt cx="7019892" cy="276999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7713AB2D-371E-9F5F-7F9B-668C113EFBF0}"/>
                </a:ext>
              </a:extLst>
            </p:cNvPr>
            <p:cNvGrpSpPr/>
            <p:nvPr/>
          </p:nvGrpSpPr>
          <p:grpSpPr>
            <a:xfrm>
              <a:off x="4233559" y="3454235"/>
              <a:ext cx="6033747" cy="276999"/>
              <a:chOff x="6158253" y="6204858"/>
              <a:chExt cx="6033747" cy="27699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C0D2AD4-D0D6-9D3E-5FA6-5D0F185A75EC}"/>
                  </a:ext>
                </a:extLst>
              </p:cNvPr>
              <p:cNvGrpSpPr/>
              <p:nvPr/>
            </p:nvGrpSpPr>
            <p:grpSpPr>
              <a:xfrm>
                <a:off x="7020372" y="6211638"/>
                <a:ext cx="756751" cy="243746"/>
                <a:chOff x="7906633" y="6236135"/>
                <a:chExt cx="756751" cy="243746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6BB6B721-9BEA-D30E-0364-FE7E5DD1891B}"/>
                    </a:ext>
                  </a:extLst>
                </p:cNvPr>
                <p:cNvGrpSpPr/>
                <p:nvPr/>
              </p:nvGrpSpPr>
              <p:grpSpPr>
                <a:xfrm>
                  <a:off x="7906633" y="6236135"/>
                  <a:ext cx="251516" cy="243746"/>
                  <a:chOff x="6183149" y="5596614"/>
                  <a:chExt cx="1308038" cy="1267638"/>
                </a:xfrm>
              </p:grpSpPr>
              <p:sp>
                <p:nvSpPr>
                  <p:cNvPr id="167" name="Oval 166">
                    <a:extLst>
                      <a:ext uri="{FF2B5EF4-FFF2-40B4-BE49-F238E27FC236}">
                        <a16:creationId xmlns:a16="http://schemas.microsoft.com/office/drawing/2014/main" id="{540D4121-B29F-E6EC-D543-FFB9A3FDD0A7}"/>
                      </a:ext>
                    </a:extLst>
                  </p:cNvPr>
                  <p:cNvSpPr/>
                  <p:nvPr/>
                </p:nvSpPr>
                <p:spPr>
                  <a:xfrm>
                    <a:off x="6566982" y="5943317"/>
                    <a:ext cx="583894" cy="56633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68" name="Freeform 92">
                    <a:extLst>
                      <a:ext uri="{FF2B5EF4-FFF2-40B4-BE49-F238E27FC236}">
                        <a16:creationId xmlns:a16="http://schemas.microsoft.com/office/drawing/2014/main" id="{DA836862-D039-E533-3017-4FB26F5D4DB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493776" y="5878813"/>
                    <a:ext cx="709000" cy="687681"/>
                  </a:xfrm>
                  <a:custGeom>
                    <a:avLst/>
                    <a:gdLst>
                      <a:gd name="T0" fmla="*/ 312 w 659"/>
                      <a:gd name="T1" fmla="*/ 657 h 657"/>
                      <a:gd name="T2" fmla="*/ 264 w 659"/>
                      <a:gd name="T3" fmla="*/ 650 h 657"/>
                      <a:gd name="T4" fmla="*/ 202 w 659"/>
                      <a:gd name="T5" fmla="*/ 631 h 657"/>
                      <a:gd name="T6" fmla="*/ 120 w 659"/>
                      <a:gd name="T7" fmla="*/ 582 h 657"/>
                      <a:gd name="T8" fmla="*/ 57 w 659"/>
                      <a:gd name="T9" fmla="*/ 512 h 657"/>
                      <a:gd name="T10" fmla="*/ 15 w 659"/>
                      <a:gd name="T11" fmla="*/ 426 h 657"/>
                      <a:gd name="T12" fmla="*/ 4 w 659"/>
                      <a:gd name="T13" fmla="*/ 379 h 657"/>
                      <a:gd name="T14" fmla="*/ 0 w 659"/>
                      <a:gd name="T15" fmla="*/ 328 h 657"/>
                      <a:gd name="T16" fmla="*/ 3 w 659"/>
                      <a:gd name="T17" fmla="*/ 294 h 657"/>
                      <a:gd name="T18" fmla="*/ 11 w 659"/>
                      <a:gd name="T19" fmla="*/ 246 h 657"/>
                      <a:gd name="T20" fmla="*/ 41 w 659"/>
                      <a:gd name="T21" fmla="*/ 172 h 657"/>
                      <a:gd name="T22" fmla="*/ 97 w 659"/>
                      <a:gd name="T23" fmla="*/ 95 h 657"/>
                      <a:gd name="T24" fmla="*/ 172 w 659"/>
                      <a:gd name="T25" fmla="*/ 39 h 657"/>
                      <a:gd name="T26" fmla="*/ 248 w 659"/>
                      <a:gd name="T27" fmla="*/ 9 h 657"/>
                      <a:gd name="T28" fmla="*/ 296 w 659"/>
                      <a:gd name="T29" fmla="*/ 1 h 657"/>
                      <a:gd name="T30" fmla="*/ 330 w 659"/>
                      <a:gd name="T31" fmla="*/ 0 h 657"/>
                      <a:gd name="T32" fmla="*/ 379 w 659"/>
                      <a:gd name="T33" fmla="*/ 2 h 657"/>
                      <a:gd name="T34" fmla="*/ 428 w 659"/>
                      <a:gd name="T35" fmla="*/ 15 h 657"/>
                      <a:gd name="T36" fmla="*/ 514 w 659"/>
                      <a:gd name="T37" fmla="*/ 55 h 657"/>
                      <a:gd name="T38" fmla="*/ 583 w 659"/>
                      <a:gd name="T39" fmla="*/ 119 h 657"/>
                      <a:gd name="T40" fmla="*/ 633 w 659"/>
                      <a:gd name="T41" fmla="*/ 200 h 657"/>
                      <a:gd name="T42" fmla="*/ 652 w 659"/>
                      <a:gd name="T43" fmla="*/ 262 h 657"/>
                      <a:gd name="T44" fmla="*/ 657 w 659"/>
                      <a:gd name="T45" fmla="*/ 311 h 657"/>
                      <a:gd name="T46" fmla="*/ 657 w 659"/>
                      <a:gd name="T47" fmla="*/ 345 h 657"/>
                      <a:gd name="T48" fmla="*/ 652 w 659"/>
                      <a:gd name="T49" fmla="*/ 395 h 657"/>
                      <a:gd name="T50" fmla="*/ 633 w 659"/>
                      <a:gd name="T51" fmla="*/ 457 h 657"/>
                      <a:gd name="T52" fmla="*/ 583 w 659"/>
                      <a:gd name="T53" fmla="*/ 537 h 657"/>
                      <a:gd name="T54" fmla="*/ 514 w 659"/>
                      <a:gd name="T55" fmla="*/ 600 h 657"/>
                      <a:gd name="T56" fmla="*/ 428 w 659"/>
                      <a:gd name="T57" fmla="*/ 642 h 657"/>
                      <a:gd name="T58" fmla="*/ 379 w 659"/>
                      <a:gd name="T59" fmla="*/ 653 h 657"/>
                      <a:gd name="T60" fmla="*/ 330 w 659"/>
                      <a:gd name="T61" fmla="*/ 657 h 657"/>
                      <a:gd name="T62" fmla="*/ 330 w 659"/>
                      <a:gd name="T63" fmla="*/ 37 h 657"/>
                      <a:gd name="T64" fmla="*/ 244 w 659"/>
                      <a:gd name="T65" fmla="*/ 49 h 657"/>
                      <a:gd name="T66" fmla="*/ 167 w 659"/>
                      <a:gd name="T67" fmla="*/ 87 h 657"/>
                      <a:gd name="T68" fmla="*/ 105 w 659"/>
                      <a:gd name="T69" fmla="*/ 144 h 657"/>
                      <a:gd name="T70" fmla="*/ 61 w 659"/>
                      <a:gd name="T71" fmla="*/ 215 h 657"/>
                      <a:gd name="T72" fmla="*/ 39 w 659"/>
                      <a:gd name="T73" fmla="*/ 298 h 657"/>
                      <a:gd name="T74" fmla="*/ 39 w 659"/>
                      <a:gd name="T75" fmla="*/ 357 h 657"/>
                      <a:gd name="T76" fmla="*/ 61 w 659"/>
                      <a:gd name="T77" fmla="*/ 442 h 657"/>
                      <a:gd name="T78" fmla="*/ 105 w 659"/>
                      <a:gd name="T79" fmla="*/ 513 h 657"/>
                      <a:gd name="T80" fmla="*/ 167 w 659"/>
                      <a:gd name="T81" fmla="*/ 569 h 657"/>
                      <a:gd name="T82" fmla="*/ 244 w 659"/>
                      <a:gd name="T83" fmla="*/ 606 h 657"/>
                      <a:gd name="T84" fmla="*/ 330 w 659"/>
                      <a:gd name="T85" fmla="*/ 619 h 657"/>
                      <a:gd name="T86" fmla="*/ 389 w 659"/>
                      <a:gd name="T87" fmla="*/ 614 h 657"/>
                      <a:gd name="T88" fmla="*/ 468 w 659"/>
                      <a:gd name="T89" fmla="*/ 584 h 657"/>
                      <a:gd name="T90" fmla="*/ 535 w 659"/>
                      <a:gd name="T91" fmla="*/ 535 h 657"/>
                      <a:gd name="T92" fmla="*/ 586 w 659"/>
                      <a:gd name="T93" fmla="*/ 467 h 657"/>
                      <a:gd name="T94" fmla="*/ 614 w 659"/>
                      <a:gd name="T95" fmla="*/ 387 h 657"/>
                      <a:gd name="T96" fmla="*/ 621 w 659"/>
                      <a:gd name="T97" fmla="*/ 328 h 657"/>
                      <a:gd name="T98" fmla="*/ 608 w 659"/>
                      <a:gd name="T99" fmla="*/ 242 h 657"/>
                      <a:gd name="T100" fmla="*/ 571 w 659"/>
                      <a:gd name="T101" fmla="*/ 165 h 657"/>
                      <a:gd name="T102" fmla="*/ 515 w 659"/>
                      <a:gd name="T103" fmla="*/ 103 h 657"/>
                      <a:gd name="T104" fmla="*/ 442 w 659"/>
                      <a:gd name="T105" fmla="*/ 60 h 657"/>
                      <a:gd name="T106" fmla="*/ 359 w 659"/>
                      <a:gd name="T107" fmla="*/ 39 h 6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659" h="657">
                        <a:moveTo>
                          <a:pt x="330" y="657"/>
                        </a:moveTo>
                        <a:lnTo>
                          <a:pt x="330" y="657"/>
                        </a:lnTo>
                        <a:lnTo>
                          <a:pt x="312" y="657"/>
                        </a:lnTo>
                        <a:lnTo>
                          <a:pt x="296" y="655"/>
                        </a:lnTo>
                        <a:lnTo>
                          <a:pt x="280" y="653"/>
                        </a:lnTo>
                        <a:lnTo>
                          <a:pt x="264" y="650"/>
                        </a:lnTo>
                        <a:lnTo>
                          <a:pt x="248" y="646"/>
                        </a:lnTo>
                        <a:lnTo>
                          <a:pt x="231" y="642"/>
                        </a:lnTo>
                        <a:lnTo>
                          <a:pt x="202" y="631"/>
                        </a:lnTo>
                        <a:lnTo>
                          <a:pt x="172" y="618"/>
                        </a:lnTo>
                        <a:lnTo>
                          <a:pt x="145" y="600"/>
                        </a:lnTo>
                        <a:lnTo>
                          <a:pt x="120" y="582"/>
                        </a:lnTo>
                        <a:lnTo>
                          <a:pt x="97" y="560"/>
                        </a:lnTo>
                        <a:lnTo>
                          <a:pt x="76" y="537"/>
                        </a:lnTo>
                        <a:lnTo>
                          <a:pt x="57" y="512"/>
                        </a:lnTo>
                        <a:lnTo>
                          <a:pt x="41" y="485"/>
                        </a:lnTo>
                        <a:lnTo>
                          <a:pt x="27" y="457"/>
                        </a:lnTo>
                        <a:lnTo>
                          <a:pt x="15" y="426"/>
                        </a:lnTo>
                        <a:lnTo>
                          <a:pt x="11" y="410"/>
                        </a:lnTo>
                        <a:lnTo>
                          <a:pt x="7" y="395"/>
                        </a:lnTo>
                        <a:lnTo>
                          <a:pt x="4" y="379"/>
                        </a:lnTo>
                        <a:lnTo>
                          <a:pt x="3" y="361"/>
                        </a:lnTo>
                        <a:lnTo>
                          <a:pt x="2" y="345"/>
                        </a:lnTo>
                        <a:lnTo>
                          <a:pt x="0" y="328"/>
                        </a:lnTo>
                        <a:lnTo>
                          <a:pt x="0" y="328"/>
                        </a:lnTo>
                        <a:lnTo>
                          <a:pt x="2" y="311"/>
                        </a:lnTo>
                        <a:lnTo>
                          <a:pt x="3" y="294"/>
                        </a:lnTo>
                        <a:lnTo>
                          <a:pt x="4" y="278"/>
                        </a:lnTo>
                        <a:lnTo>
                          <a:pt x="7" y="262"/>
                        </a:lnTo>
                        <a:lnTo>
                          <a:pt x="11" y="246"/>
                        </a:lnTo>
                        <a:lnTo>
                          <a:pt x="15" y="231"/>
                        </a:lnTo>
                        <a:lnTo>
                          <a:pt x="27" y="200"/>
                        </a:lnTo>
                        <a:lnTo>
                          <a:pt x="41" y="172"/>
                        </a:lnTo>
                        <a:lnTo>
                          <a:pt x="57" y="145"/>
                        </a:lnTo>
                        <a:lnTo>
                          <a:pt x="76" y="119"/>
                        </a:lnTo>
                        <a:lnTo>
                          <a:pt x="97" y="95"/>
                        </a:lnTo>
                        <a:lnTo>
                          <a:pt x="120" y="75"/>
                        </a:lnTo>
                        <a:lnTo>
                          <a:pt x="145" y="55"/>
                        </a:lnTo>
                        <a:lnTo>
                          <a:pt x="172" y="39"/>
                        </a:lnTo>
                        <a:lnTo>
                          <a:pt x="202" y="25"/>
                        </a:lnTo>
                        <a:lnTo>
                          <a:pt x="231" y="15"/>
                        </a:lnTo>
                        <a:lnTo>
                          <a:pt x="248" y="9"/>
                        </a:lnTo>
                        <a:lnTo>
                          <a:pt x="264" y="6"/>
                        </a:lnTo>
                        <a:lnTo>
                          <a:pt x="280" y="2"/>
                        </a:lnTo>
                        <a:lnTo>
                          <a:pt x="296" y="1"/>
                        </a:lnTo>
                        <a:lnTo>
                          <a:pt x="312" y="0"/>
                        </a:lnTo>
                        <a:lnTo>
                          <a:pt x="330" y="0"/>
                        </a:lnTo>
                        <a:lnTo>
                          <a:pt x="330" y="0"/>
                        </a:lnTo>
                        <a:lnTo>
                          <a:pt x="347" y="0"/>
                        </a:lnTo>
                        <a:lnTo>
                          <a:pt x="363" y="1"/>
                        </a:lnTo>
                        <a:lnTo>
                          <a:pt x="379" y="2"/>
                        </a:lnTo>
                        <a:lnTo>
                          <a:pt x="395" y="6"/>
                        </a:lnTo>
                        <a:lnTo>
                          <a:pt x="411" y="9"/>
                        </a:lnTo>
                        <a:lnTo>
                          <a:pt x="428" y="15"/>
                        </a:lnTo>
                        <a:lnTo>
                          <a:pt x="457" y="25"/>
                        </a:lnTo>
                        <a:lnTo>
                          <a:pt x="487" y="39"/>
                        </a:lnTo>
                        <a:lnTo>
                          <a:pt x="514" y="55"/>
                        </a:lnTo>
                        <a:lnTo>
                          <a:pt x="539" y="75"/>
                        </a:lnTo>
                        <a:lnTo>
                          <a:pt x="562" y="95"/>
                        </a:lnTo>
                        <a:lnTo>
                          <a:pt x="583" y="119"/>
                        </a:lnTo>
                        <a:lnTo>
                          <a:pt x="602" y="145"/>
                        </a:lnTo>
                        <a:lnTo>
                          <a:pt x="618" y="172"/>
                        </a:lnTo>
                        <a:lnTo>
                          <a:pt x="633" y="200"/>
                        </a:lnTo>
                        <a:lnTo>
                          <a:pt x="644" y="231"/>
                        </a:lnTo>
                        <a:lnTo>
                          <a:pt x="648" y="246"/>
                        </a:lnTo>
                        <a:lnTo>
                          <a:pt x="652" y="262"/>
                        </a:lnTo>
                        <a:lnTo>
                          <a:pt x="655" y="278"/>
                        </a:lnTo>
                        <a:lnTo>
                          <a:pt x="657" y="294"/>
                        </a:lnTo>
                        <a:lnTo>
                          <a:pt x="657" y="311"/>
                        </a:lnTo>
                        <a:lnTo>
                          <a:pt x="659" y="328"/>
                        </a:lnTo>
                        <a:lnTo>
                          <a:pt x="659" y="328"/>
                        </a:lnTo>
                        <a:lnTo>
                          <a:pt x="657" y="345"/>
                        </a:lnTo>
                        <a:lnTo>
                          <a:pt x="657" y="361"/>
                        </a:lnTo>
                        <a:lnTo>
                          <a:pt x="655" y="379"/>
                        </a:lnTo>
                        <a:lnTo>
                          <a:pt x="652" y="395"/>
                        </a:lnTo>
                        <a:lnTo>
                          <a:pt x="648" y="410"/>
                        </a:lnTo>
                        <a:lnTo>
                          <a:pt x="644" y="426"/>
                        </a:lnTo>
                        <a:lnTo>
                          <a:pt x="633" y="457"/>
                        </a:lnTo>
                        <a:lnTo>
                          <a:pt x="618" y="485"/>
                        </a:lnTo>
                        <a:lnTo>
                          <a:pt x="602" y="512"/>
                        </a:lnTo>
                        <a:lnTo>
                          <a:pt x="583" y="537"/>
                        </a:lnTo>
                        <a:lnTo>
                          <a:pt x="562" y="560"/>
                        </a:lnTo>
                        <a:lnTo>
                          <a:pt x="539" y="582"/>
                        </a:lnTo>
                        <a:lnTo>
                          <a:pt x="514" y="600"/>
                        </a:lnTo>
                        <a:lnTo>
                          <a:pt x="487" y="618"/>
                        </a:lnTo>
                        <a:lnTo>
                          <a:pt x="457" y="631"/>
                        </a:lnTo>
                        <a:lnTo>
                          <a:pt x="428" y="642"/>
                        </a:lnTo>
                        <a:lnTo>
                          <a:pt x="411" y="646"/>
                        </a:lnTo>
                        <a:lnTo>
                          <a:pt x="395" y="650"/>
                        </a:lnTo>
                        <a:lnTo>
                          <a:pt x="379" y="653"/>
                        </a:lnTo>
                        <a:lnTo>
                          <a:pt x="363" y="655"/>
                        </a:lnTo>
                        <a:lnTo>
                          <a:pt x="347" y="657"/>
                        </a:lnTo>
                        <a:lnTo>
                          <a:pt x="330" y="657"/>
                        </a:lnTo>
                        <a:lnTo>
                          <a:pt x="330" y="657"/>
                        </a:lnTo>
                        <a:close/>
                        <a:moveTo>
                          <a:pt x="330" y="37"/>
                        </a:moveTo>
                        <a:lnTo>
                          <a:pt x="330" y="37"/>
                        </a:lnTo>
                        <a:lnTo>
                          <a:pt x="300" y="39"/>
                        </a:lnTo>
                        <a:lnTo>
                          <a:pt x="270" y="43"/>
                        </a:lnTo>
                        <a:lnTo>
                          <a:pt x="244" y="49"/>
                        </a:lnTo>
                        <a:lnTo>
                          <a:pt x="217" y="60"/>
                        </a:lnTo>
                        <a:lnTo>
                          <a:pt x="191" y="72"/>
                        </a:lnTo>
                        <a:lnTo>
                          <a:pt x="167" y="87"/>
                        </a:lnTo>
                        <a:lnTo>
                          <a:pt x="144" y="103"/>
                        </a:lnTo>
                        <a:lnTo>
                          <a:pt x="124" y="122"/>
                        </a:lnTo>
                        <a:lnTo>
                          <a:pt x="105" y="144"/>
                        </a:lnTo>
                        <a:lnTo>
                          <a:pt x="88" y="165"/>
                        </a:lnTo>
                        <a:lnTo>
                          <a:pt x="73" y="189"/>
                        </a:lnTo>
                        <a:lnTo>
                          <a:pt x="61" y="215"/>
                        </a:lnTo>
                        <a:lnTo>
                          <a:pt x="51" y="242"/>
                        </a:lnTo>
                        <a:lnTo>
                          <a:pt x="45" y="270"/>
                        </a:lnTo>
                        <a:lnTo>
                          <a:pt x="39" y="298"/>
                        </a:lnTo>
                        <a:lnTo>
                          <a:pt x="38" y="328"/>
                        </a:lnTo>
                        <a:lnTo>
                          <a:pt x="38" y="328"/>
                        </a:lnTo>
                        <a:lnTo>
                          <a:pt x="39" y="357"/>
                        </a:lnTo>
                        <a:lnTo>
                          <a:pt x="45" y="387"/>
                        </a:lnTo>
                        <a:lnTo>
                          <a:pt x="51" y="415"/>
                        </a:lnTo>
                        <a:lnTo>
                          <a:pt x="61" y="442"/>
                        </a:lnTo>
                        <a:lnTo>
                          <a:pt x="73" y="467"/>
                        </a:lnTo>
                        <a:lnTo>
                          <a:pt x="88" y="490"/>
                        </a:lnTo>
                        <a:lnTo>
                          <a:pt x="105" y="513"/>
                        </a:lnTo>
                        <a:lnTo>
                          <a:pt x="124" y="535"/>
                        </a:lnTo>
                        <a:lnTo>
                          <a:pt x="144" y="553"/>
                        </a:lnTo>
                        <a:lnTo>
                          <a:pt x="167" y="569"/>
                        </a:lnTo>
                        <a:lnTo>
                          <a:pt x="191" y="584"/>
                        </a:lnTo>
                        <a:lnTo>
                          <a:pt x="217" y="596"/>
                        </a:lnTo>
                        <a:lnTo>
                          <a:pt x="244" y="606"/>
                        </a:lnTo>
                        <a:lnTo>
                          <a:pt x="270" y="614"/>
                        </a:lnTo>
                        <a:lnTo>
                          <a:pt x="300" y="618"/>
                        </a:lnTo>
                        <a:lnTo>
                          <a:pt x="330" y="619"/>
                        </a:lnTo>
                        <a:lnTo>
                          <a:pt x="330" y="619"/>
                        </a:lnTo>
                        <a:lnTo>
                          <a:pt x="359" y="618"/>
                        </a:lnTo>
                        <a:lnTo>
                          <a:pt x="389" y="614"/>
                        </a:lnTo>
                        <a:lnTo>
                          <a:pt x="415" y="606"/>
                        </a:lnTo>
                        <a:lnTo>
                          <a:pt x="442" y="596"/>
                        </a:lnTo>
                        <a:lnTo>
                          <a:pt x="468" y="584"/>
                        </a:lnTo>
                        <a:lnTo>
                          <a:pt x="492" y="569"/>
                        </a:lnTo>
                        <a:lnTo>
                          <a:pt x="515" y="553"/>
                        </a:lnTo>
                        <a:lnTo>
                          <a:pt x="535" y="535"/>
                        </a:lnTo>
                        <a:lnTo>
                          <a:pt x="554" y="513"/>
                        </a:lnTo>
                        <a:lnTo>
                          <a:pt x="571" y="490"/>
                        </a:lnTo>
                        <a:lnTo>
                          <a:pt x="586" y="467"/>
                        </a:lnTo>
                        <a:lnTo>
                          <a:pt x="598" y="442"/>
                        </a:lnTo>
                        <a:lnTo>
                          <a:pt x="608" y="415"/>
                        </a:lnTo>
                        <a:lnTo>
                          <a:pt x="614" y="387"/>
                        </a:lnTo>
                        <a:lnTo>
                          <a:pt x="620" y="357"/>
                        </a:lnTo>
                        <a:lnTo>
                          <a:pt x="621" y="328"/>
                        </a:lnTo>
                        <a:lnTo>
                          <a:pt x="621" y="328"/>
                        </a:lnTo>
                        <a:lnTo>
                          <a:pt x="620" y="298"/>
                        </a:lnTo>
                        <a:lnTo>
                          <a:pt x="614" y="270"/>
                        </a:lnTo>
                        <a:lnTo>
                          <a:pt x="608" y="242"/>
                        </a:lnTo>
                        <a:lnTo>
                          <a:pt x="598" y="215"/>
                        </a:lnTo>
                        <a:lnTo>
                          <a:pt x="586" y="189"/>
                        </a:lnTo>
                        <a:lnTo>
                          <a:pt x="571" y="165"/>
                        </a:lnTo>
                        <a:lnTo>
                          <a:pt x="554" y="144"/>
                        </a:lnTo>
                        <a:lnTo>
                          <a:pt x="535" y="122"/>
                        </a:lnTo>
                        <a:lnTo>
                          <a:pt x="515" y="103"/>
                        </a:lnTo>
                        <a:lnTo>
                          <a:pt x="492" y="87"/>
                        </a:lnTo>
                        <a:lnTo>
                          <a:pt x="468" y="72"/>
                        </a:lnTo>
                        <a:lnTo>
                          <a:pt x="442" y="60"/>
                        </a:lnTo>
                        <a:lnTo>
                          <a:pt x="415" y="49"/>
                        </a:lnTo>
                        <a:lnTo>
                          <a:pt x="389" y="43"/>
                        </a:lnTo>
                        <a:lnTo>
                          <a:pt x="359" y="39"/>
                        </a:lnTo>
                        <a:lnTo>
                          <a:pt x="330" y="37"/>
                        </a:lnTo>
                        <a:lnTo>
                          <a:pt x="330" y="37"/>
                        </a:lnTo>
                        <a:close/>
                      </a:path>
                    </a:pathLst>
                  </a:custGeom>
                  <a:solidFill>
                    <a:srgbClr val="6D6E71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grpSp>
                <p:nvGrpSpPr>
                  <p:cNvPr id="169" name="Group 168">
                    <a:extLst>
                      <a:ext uri="{FF2B5EF4-FFF2-40B4-BE49-F238E27FC236}">
                        <a16:creationId xmlns:a16="http://schemas.microsoft.com/office/drawing/2014/main" id="{CA57653A-DBD2-371B-D16A-FD0747CFC880}"/>
                      </a:ext>
                    </a:extLst>
                  </p:cNvPr>
                  <p:cNvGrpSpPr/>
                  <p:nvPr/>
                </p:nvGrpSpPr>
                <p:grpSpPr>
                  <a:xfrm>
                    <a:off x="6636674" y="6047428"/>
                    <a:ext cx="411817" cy="361839"/>
                    <a:chOff x="6670972" y="6125666"/>
                    <a:chExt cx="309070" cy="271563"/>
                  </a:xfrm>
                </p:grpSpPr>
                <p:sp>
                  <p:nvSpPr>
                    <p:cNvPr id="177" name="Freeform 101">
                      <a:extLst>
                        <a:ext uri="{FF2B5EF4-FFF2-40B4-BE49-F238E27FC236}">
                          <a16:creationId xmlns:a16="http://schemas.microsoft.com/office/drawing/2014/main" id="{15F7E0CE-0079-EB90-9761-41914AB145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670972" y="6268501"/>
                      <a:ext cx="59995" cy="8817"/>
                    </a:xfrm>
                    <a:custGeom>
                      <a:avLst/>
                      <a:gdLst>
                        <a:gd name="T0" fmla="*/ 61 w 66"/>
                        <a:gd name="T1" fmla="*/ 11 h 11"/>
                        <a:gd name="T2" fmla="*/ 61 w 66"/>
                        <a:gd name="T3" fmla="*/ 11 h 11"/>
                        <a:gd name="T4" fmla="*/ 64 w 66"/>
                        <a:gd name="T5" fmla="*/ 11 h 11"/>
                        <a:gd name="T6" fmla="*/ 65 w 66"/>
                        <a:gd name="T7" fmla="*/ 10 h 11"/>
                        <a:gd name="T8" fmla="*/ 66 w 66"/>
                        <a:gd name="T9" fmla="*/ 7 h 11"/>
                        <a:gd name="T10" fmla="*/ 66 w 66"/>
                        <a:gd name="T11" fmla="*/ 6 h 11"/>
                        <a:gd name="T12" fmla="*/ 66 w 66"/>
                        <a:gd name="T13" fmla="*/ 6 h 11"/>
                        <a:gd name="T14" fmla="*/ 66 w 66"/>
                        <a:gd name="T15" fmla="*/ 3 h 11"/>
                        <a:gd name="T16" fmla="*/ 65 w 66"/>
                        <a:gd name="T17" fmla="*/ 1 h 11"/>
                        <a:gd name="T18" fmla="*/ 64 w 66"/>
                        <a:gd name="T19" fmla="*/ 0 h 11"/>
                        <a:gd name="T20" fmla="*/ 61 w 66"/>
                        <a:gd name="T21" fmla="*/ 0 h 11"/>
                        <a:gd name="T22" fmla="*/ 6 w 66"/>
                        <a:gd name="T23" fmla="*/ 0 h 11"/>
                        <a:gd name="T24" fmla="*/ 6 w 66"/>
                        <a:gd name="T25" fmla="*/ 0 h 11"/>
                        <a:gd name="T26" fmla="*/ 3 w 66"/>
                        <a:gd name="T27" fmla="*/ 0 h 11"/>
                        <a:gd name="T28" fmla="*/ 2 w 66"/>
                        <a:gd name="T29" fmla="*/ 1 h 11"/>
                        <a:gd name="T30" fmla="*/ 0 w 66"/>
                        <a:gd name="T31" fmla="*/ 3 h 11"/>
                        <a:gd name="T32" fmla="*/ 0 w 66"/>
                        <a:gd name="T33" fmla="*/ 6 h 11"/>
                        <a:gd name="T34" fmla="*/ 0 w 66"/>
                        <a:gd name="T35" fmla="*/ 6 h 11"/>
                        <a:gd name="T36" fmla="*/ 0 w 66"/>
                        <a:gd name="T37" fmla="*/ 7 h 11"/>
                        <a:gd name="T38" fmla="*/ 2 w 66"/>
                        <a:gd name="T39" fmla="*/ 10 h 11"/>
                        <a:gd name="T40" fmla="*/ 3 w 66"/>
                        <a:gd name="T41" fmla="*/ 11 h 11"/>
                        <a:gd name="T42" fmla="*/ 6 w 66"/>
                        <a:gd name="T43" fmla="*/ 11 h 11"/>
                        <a:gd name="T44" fmla="*/ 61 w 66"/>
                        <a:gd name="T45" fmla="*/ 11 h 1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66" h="11">
                          <a:moveTo>
                            <a:pt x="61" y="11"/>
                          </a:moveTo>
                          <a:lnTo>
                            <a:pt x="61" y="11"/>
                          </a:lnTo>
                          <a:lnTo>
                            <a:pt x="64" y="11"/>
                          </a:lnTo>
                          <a:lnTo>
                            <a:pt x="65" y="10"/>
                          </a:lnTo>
                          <a:lnTo>
                            <a:pt x="66" y="7"/>
                          </a:lnTo>
                          <a:lnTo>
                            <a:pt x="66" y="6"/>
                          </a:lnTo>
                          <a:lnTo>
                            <a:pt x="66" y="6"/>
                          </a:lnTo>
                          <a:lnTo>
                            <a:pt x="66" y="3"/>
                          </a:lnTo>
                          <a:lnTo>
                            <a:pt x="65" y="1"/>
                          </a:lnTo>
                          <a:lnTo>
                            <a:pt x="64" y="0"/>
                          </a:lnTo>
                          <a:lnTo>
                            <a:pt x="61" y="0"/>
                          </a:lnTo>
                          <a:lnTo>
                            <a:pt x="6" y="0"/>
                          </a:lnTo>
                          <a:lnTo>
                            <a:pt x="6" y="0"/>
                          </a:lnTo>
                          <a:lnTo>
                            <a:pt x="3" y="0"/>
                          </a:lnTo>
                          <a:lnTo>
                            <a:pt x="2" y="1"/>
                          </a:lnTo>
                          <a:lnTo>
                            <a:pt x="0" y="3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0" y="7"/>
                          </a:lnTo>
                          <a:lnTo>
                            <a:pt x="2" y="10"/>
                          </a:lnTo>
                          <a:lnTo>
                            <a:pt x="3" y="11"/>
                          </a:lnTo>
                          <a:lnTo>
                            <a:pt x="6" y="11"/>
                          </a:lnTo>
                          <a:lnTo>
                            <a:pt x="61" y="11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78" name="Freeform 102">
                      <a:extLst>
                        <a:ext uri="{FF2B5EF4-FFF2-40B4-BE49-F238E27FC236}">
                          <a16:creationId xmlns:a16="http://schemas.microsoft.com/office/drawing/2014/main" id="{669BFFEC-6625-269C-DAF1-FCFEADCD2F6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710969" y="6227943"/>
                      <a:ext cx="61814" cy="10578"/>
                    </a:xfrm>
                    <a:custGeom>
                      <a:avLst/>
                      <a:gdLst>
                        <a:gd name="T0" fmla="*/ 5 w 67"/>
                        <a:gd name="T1" fmla="*/ 13 h 13"/>
                        <a:gd name="T2" fmla="*/ 62 w 67"/>
                        <a:gd name="T3" fmla="*/ 13 h 13"/>
                        <a:gd name="T4" fmla="*/ 62 w 67"/>
                        <a:gd name="T5" fmla="*/ 13 h 13"/>
                        <a:gd name="T6" fmla="*/ 63 w 67"/>
                        <a:gd name="T7" fmla="*/ 11 h 13"/>
                        <a:gd name="T8" fmla="*/ 66 w 67"/>
                        <a:gd name="T9" fmla="*/ 10 h 13"/>
                        <a:gd name="T10" fmla="*/ 66 w 67"/>
                        <a:gd name="T11" fmla="*/ 9 h 13"/>
                        <a:gd name="T12" fmla="*/ 67 w 67"/>
                        <a:gd name="T13" fmla="*/ 6 h 13"/>
                        <a:gd name="T14" fmla="*/ 67 w 67"/>
                        <a:gd name="T15" fmla="*/ 6 h 13"/>
                        <a:gd name="T16" fmla="*/ 66 w 67"/>
                        <a:gd name="T17" fmla="*/ 4 h 13"/>
                        <a:gd name="T18" fmla="*/ 66 w 67"/>
                        <a:gd name="T19" fmla="*/ 2 h 13"/>
                        <a:gd name="T20" fmla="*/ 63 w 67"/>
                        <a:gd name="T21" fmla="*/ 2 h 13"/>
                        <a:gd name="T22" fmla="*/ 62 w 67"/>
                        <a:gd name="T23" fmla="*/ 0 h 13"/>
                        <a:gd name="T24" fmla="*/ 5 w 67"/>
                        <a:gd name="T25" fmla="*/ 0 h 13"/>
                        <a:gd name="T26" fmla="*/ 5 w 67"/>
                        <a:gd name="T27" fmla="*/ 0 h 13"/>
                        <a:gd name="T28" fmla="*/ 2 w 67"/>
                        <a:gd name="T29" fmla="*/ 2 h 13"/>
                        <a:gd name="T30" fmla="*/ 1 w 67"/>
                        <a:gd name="T31" fmla="*/ 2 h 13"/>
                        <a:gd name="T32" fmla="*/ 0 w 67"/>
                        <a:gd name="T33" fmla="*/ 4 h 13"/>
                        <a:gd name="T34" fmla="*/ 0 w 67"/>
                        <a:gd name="T35" fmla="*/ 6 h 13"/>
                        <a:gd name="T36" fmla="*/ 0 w 67"/>
                        <a:gd name="T37" fmla="*/ 6 h 13"/>
                        <a:gd name="T38" fmla="*/ 0 w 67"/>
                        <a:gd name="T39" fmla="*/ 9 h 13"/>
                        <a:gd name="T40" fmla="*/ 1 w 67"/>
                        <a:gd name="T41" fmla="*/ 10 h 13"/>
                        <a:gd name="T42" fmla="*/ 2 w 67"/>
                        <a:gd name="T43" fmla="*/ 11 h 13"/>
                        <a:gd name="T44" fmla="*/ 5 w 67"/>
                        <a:gd name="T45" fmla="*/ 13 h 13"/>
                        <a:gd name="T46" fmla="*/ 5 w 67"/>
                        <a:gd name="T47" fmla="*/ 13 h 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7" h="13">
                          <a:moveTo>
                            <a:pt x="5" y="13"/>
                          </a:moveTo>
                          <a:lnTo>
                            <a:pt x="62" y="13"/>
                          </a:lnTo>
                          <a:lnTo>
                            <a:pt x="62" y="13"/>
                          </a:lnTo>
                          <a:lnTo>
                            <a:pt x="63" y="11"/>
                          </a:lnTo>
                          <a:lnTo>
                            <a:pt x="66" y="10"/>
                          </a:lnTo>
                          <a:lnTo>
                            <a:pt x="66" y="9"/>
                          </a:lnTo>
                          <a:lnTo>
                            <a:pt x="67" y="6"/>
                          </a:lnTo>
                          <a:lnTo>
                            <a:pt x="67" y="6"/>
                          </a:lnTo>
                          <a:lnTo>
                            <a:pt x="66" y="4"/>
                          </a:lnTo>
                          <a:lnTo>
                            <a:pt x="66" y="2"/>
                          </a:lnTo>
                          <a:lnTo>
                            <a:pt x="63" y="2"/>
                          </a:lnTo>
                          <a:lnTo>
                            <a:pt x="62" y="0"/>
                          </a:lnTo>
                          <a:lnTo>
                            <a:pt x="5" y="0"/>
                          </a:lnTo>
                          <a:lnTo>
                            <a:pt x="5" y="0"/>
                          </a:lnTo>
                          <a:lnTo>
                            <a:pt x="2" y="2"/>
                          </a:lnTo>
                          <a:lnTo>
                            <a:pt x="1" y="2"/>
                          </a:lnTo>
                          <a:lnTo>
                            <a:pt x="0" y="4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0" y="9"/>
                          </a:lnTo>
                          <a:lnTo>
                            <a:pt x="1" y="10"/>
                          </a:lnTo>
                          <a:lnTo>
                            <a:pt x="2" y="11"/>
                          </a:lnTo>
                          <a:lnTo>
                            <a:pt x="5" y="13"/>
                          </a:lnTo>
                          <a:lnTo>
                            <a:pt x="5" y="13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79" name="Freeform 130">
                      <a:extLst>
                        <a:ext uri="{FF2B5EF4-FFF2-40B4-BE49-F238E27FC236}">
                          <a16:creationId xmlns:a16="http://schemas.microsoft.com/office/drawing/2014/main" id="{EFB9EF2E-6964-BD81-94AE-1DA76D5608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889140" y="6125666"/>
                      <a:ext cx="70904" cy="68775"/>
                    </a:xfrm>
                    <a:custGeom>
                      <a:avLst/>
                      <a:gdLst>
                        <a:gd name="T0" fmla="*/ 39 w 78"/>
                        <a:gd name="T1" fmla="*/ 77 h 77"/>
                        <a:gd name="T2" fmla="*/ 39 w 78"/>
                        <a:gd name="T3" fmla="*/ 77 h 77"/>
                        <a:gd name="T4" fmla="*/ 47 w 78"/>
                        <a:gd name="T5" fmla="*/ 77 h 77"/>
                        <a:gd name="T6" fmla="*/ 54 w 78"/>
                        <a:gd name="T7" fmla="*/ 75 h 77"/>
                        <a:gd name="T8" fmla="*/ 60 w 78"/>
                        <a:gd name="T9" fmla="*/ 71 h 77"/>
                        <a:gd name="T10" fmla="*/ 66 w 78"/>
                        <a:gd name="T11" fmla="*/ 67 h 77"/>
                        <a:gd name="T12" fmla="*/ 71 w 78"/>
                        <a:gd name="T13" fmla="*/ 60 h 77"/>
                        <a:gd name="T14" fmla="*/ 75 w 78"/>
                        <a:gd name="T15" fmla="*/ 53 h 77"/>
                        <a:gd name="T16" fmla="*/ 76 w 78"/>
                        <a:gd name="T17" fmla="*/ 47 h 77"/>
                        <a:gd name="T18" fmla="*/ 78 w 78"/>
                        <a:gd name="T19" fmla="*/ 39 h 77"/>
                        <a:gd name="T20" fmla="*/ 78 w 78"/>
                        <a:gd name="T21" fmla="*/ 39 h 77"/>
                        <a:gd name="T22" fmla="*/ 76 w 78"/>
                        <a:gd name="T23" fmla="*/ 30 h 77"/>
                        <a:gd name="T24" fmla="*/ 75 w 78"/>
                        <a:gd name="T25" fmla="*/ 24 h 77"/>
                        <a:gd name="T26" fmla="*/ 71 w 78"/>
                        <a:gd name="T27" fmla="*/ 17 h 77"/>
                        <a:gd name="T28" fmla="*/ 66 w 78"/>
                        <a:gd name="T29" fmla="*/ 10 h 77"/>
                        <a:gd name="T30" fmla="*/ 60 w 78"/>
                        <a:gd name="T31" fmla="*/ 6 h 77"/>
                        <a:gd name="T32" fmla="*/ 54 w 78"/>
                        <a:gd name="T33" fmla="*/ 2 h 77"/>
                        <a:gd name="T34" fmla="*/ 47 w 78"/>
                        <a:gd name="T35" fmla="*/ 0 h 77"/>
                        <a:gd name="T36" fmla="*/ 39 w 78"/>
                        <a:gd name="T37" fmla="*/ 0 h 77"/>
                        <a:gd name="T38" fmla="*/ 39 w 78"/>
                        <a:gd name="T39" fmla="*/ 0 h 77"/>
                        <a:gd name="T40" fmla="*/ 31 w 78"/>
                        <a:gd name="T41" fmla="*/ 0 h 77"/>
                        <a:gd name="T42" fmla="*/ 23 w 78"/>
                        <a:gd name="T43" fmla="*/ 2 h 77"/>
                        <a:gd name="T44" fmla="*/ 16 w 78"/>
                        <a:gd name="T45" fmla="*/ 6 h 77"/>
                        <a:gd name="T46" fmla="*/ 11 w 78"/>
                        <a:gd name="T47" fmla="*/ 10 h 77"/>
                        <a:gd name="T48" fmla="*/ 7 w 78"/>
                        <a:gd name="T49" fmla="*/ 17 h 77"/>
                        <a:gd name="T50" fmla="*/ 3 w 78"/>
                        <a:gd name="T51" fmla="*/ 24 h 77"/>
                        <a:gd name="T52" fmla="*/ 0 w 78"/>
                        <a:gd name="T53" fmla="*/ 30 h 77"/>
                        <a:gd name="T54" fmla="*/ 0 w 78"/>
                        <a:gd name="T55" fmla="*/ 39 h 77"/>
                        <a:gd name="T56" fmla="*/ 0 w 78"/>
                        <a:gd name="T57" fmla="*/ 39 h 77"/>
                        <a:gd name="T58" fmla="*/ 0 w 78"/>
                        <a:gd name="T59" fmla="*/ 47 h 77"/>
                        <a:gd name="T60" fmla="*/ 3 w 78"/>
                        <a:gd name="T61" fmla="*/ 53 h 77"/>
                        <a:gd name="T62" fmla="*/ 7 w 78"/>
                        <a:gd name="T63" fmla="*/ 60 h 77"/>
                        <a:gd name="T64" fmla="*/ 11 w 78"/>
                        <a:gd name="T65" fmla="*/ 67 h 77"/>
                        <a:gd name="T66" fmla="*/ 16 w 78"/>
                        <a:gd name="T67" fmla="*/ 71 h 77"/>
                        <a:gd name="T68" fmla="*/ 23 w 78"/>
                        <a:gd name="T69" fmla="*/ 75 h 77"/>
                        <a:gd name="T70" fmla="*/ 31 w 78"/>
                        <a:gd name="T71" fmla="*/ 77 h 77"/>
                        <a:gd name="T72" fmla="*/ 39 w 78"/>
                        <a:gd name="T73" fmla="*/ 77 h 77"/>
                        <a:gd name="T74" fmla="*/ 39 w 78"/>
                        <a:gd name="T75" fmla="*/ 77 h 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78" h="77">
                          <a:moveTo>
                            <a:pt x="39" y="77"/>
                          </a:moveTo>
                          <a:lnTo>
                            <a:pt x="39" y="77"/>
                          </a:lnTo>
                          <a:lnTo>
                            <a:pt x="47" y="77"/>
                          </a:lnTo>
                          <a:lnTo>
                            <a:pt x="54" y="75"/>
                          </a:lnTo>
                          <a:lnTo>
                            <a:pt x="60" y="71"/>
                          </a:lnTo>
                          <a:lnTo>
                            <a:pt x="66" y="67"/>
                          </a:lnTo>
                          <a:lnTo>
                            <a:pt x="71" y="60"/>
                          </a:lnTo>
                          <a:lnTo>
                            <a:pt x="75" y="53"/>
                          </a:lnTo>
                          <a:lnTo>
                            <a:pt x="76" y="47"/>
                          </a:lnTo>
                          <a:lnTo>
                            <a:pt x="78" y="39"/>
                          </a:lnTo>
                          <a:lnTo>
                            <a:pt x="78" y="39"/>
                          </a:lnTo>
                          <a:lnTo>
                            <a:pt x="76" y="30"/>
                          </a:lnTo>
                          <a:lnTo>
                            <a:pt x="75" y="24"/>
                          </a:lnTo>
                          <a:lnTo>
                            <a:pt x="71" y="17"/>
                          </a:lnTo>
                          <a:lnTo>
                            <a:pt x="66" y="10"/>
                          </a:lnTo>
                          <a:lnTo>
                            <a:pt x="60" y="6"/>
                          </a:lnTo>
                          <a:lnTo>
                            <a:pt x="54" y="2"/>
                          </a:lnTo>
                          <a:lnTo>
                            <a:pt x="47" y="0"/>
                          </a:lnTo>
                          <a:lnTo>
                            <a:pt x="39" y="0"/>
                          </a:lnTo>
                          <a:lnTo>
                            <a:pt x="39" y="0"/>
                          </a:lnTo>
                          <a:lnTo>
                            <a:pt x="31" y="0"/>
                          </a:lnTo>
                          <a:lnTo>
                            <a:pt x="23" y="2"/>
                          </a:lnTo>
                          <a:lnTo>
                            <a:pt x="16" y="6"/>
                          </a:lnTo>
                          <a:lnTo>
                            <a:pt x="11" y="10"/>
                          </a:lnTo>
                          <a:lnTo>
                            <a:pt x="7" y="17"/>
                          </a:lnTo>
                          <a:lnTo>
                            <a:pt x="3" y="24"/>
                          </a:lnTo>
                          <a:lnTo>
                            <a:pt x="0" y="30"/>
                          </a:lnTo>
                          <a:lnTo>
                            <a:pt x="0" y="39"/>
                          </a:lnTo>
                          <a:lnTo>
                            <a:pt x="0" y="39"/>
                          </a:lnTo>
                          <a:lnTo>
                            <a:pt x="0" y="47"/>
                          </a:lnTo>
                          <a:lnTo>
                            <a:pt x="3" y="53"/>
                          </a:lnTo>
                          <a:lnTo>
                            <a:pt x="7" y="60"/>
                          </a:lnTo>
                          <a:lnTo>
                            <a:pt x="11" y="67"/>
                          </a:lnTo>
                          <a:lnTo>
                            <a:pt x="16" y="71"/>
                          </a:lnTo>
                          <a:lnTo>
                            <a:pt x="23" y="75"/>
                          </a:lnTo>
                          <a:lnTo>
                            <a:pt x="31" y="77"/>
                          </a:lnTo>
                          <a:lnTo>
                            <a:pt x="39" y="77"/>
                          </a:lnTo>
                          <a:lnTo>
                            <a:pt x="39" y="7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80" name="Freeform 132">
                      <a:extLst>
                        <a:ext uri="{FF2B5EF4-FFF2-40B4-BE49-F238E27FC236}">
                          <a16:creationId xmlns:a16="http://schemas.microsoft.com/office/drawing/2014/main" id="{0F23FDAB-9E85-E58D-6ECA-DFDA9DC7AA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763693" y="6139772"/>
                      <a:ext cx="216349" cy="257457"/>
                    </a:xfrm>
                    <a:custGeom>
                      <a:avLst/>
                      <a:gdLst>
                        <a:gd name="T0" fmla="*/ 237 w 239"/>
                        <a:gd name="T1" fmla="*/ 96 h 291"/>
                        <a:gd name="T2" fmla="*/ 226 w 239"/>
                        <a:gd name="T3" fmla="*/ 90 h 291"/>
                        <a:gd name="T4" fmla="*/ 214 w 239"/>
                        <a:gd name="T5" fmla="*/ 92 h 291"/>
                        <a:gd name="T6" fmla="*/ 135 w 239"/>
                        <a:gd name="T7" fmla="*/ 67 h 291"/>
                        <a:gd name="T8" fmla="*/ 135 w 239"/>
                        <a:gd name="T9" fmla="*/ 67 h 291"/>
                        <a:gd name="T10" fmla="*/ 135 w 239"/>
                        <a:gd name="T11" fmla="*/ 67 h 291"/>
                        <a:gd name="T12" fmla="*/ 73 w 239"/>
                        <a:gd name="T13" fmla="*/ 5 h 291"/>
                        <a:gd name="T14" fmla="*/ 62 w 239"/>
                        <a:gd name="T15" fmla="*/ 0 h 291"/>
                        <a:gd name="T16" fmla="*/ 51 w 239"/>
                        <a:gd name="T17" fmla="*/ 4 h 291"/>
                        <a:gd name="T18" fmla="*/ 7 w 239"/>
                        <a:gd name="T19" fmla="*/ 37 h 291"/>
                        <a:gd name="T20" fmla="*/ 0 w 239"/>
                        <a:gd name="T21" fmla="*/ 47 h 291"/>
                        <a:gd name="T22" fmla="*/ 2 w 239"/>
                        <a:gd name="T23" fmla="*/ 57 h 291"/>
                        <a:gd name="T24" fmla="*/ 3 w 239"/>
                        <a:gd name="T25" fmla="*/ 61 h 291"/>
                        <a:gd name="T26" fmla="*/ 12 w 239"/>
                        <a:gd name="T27" fmla="*/ 67 h 291"/>
                        <a:gd name="T28" fmla="*/ 23 w 239"/>
                        <a:gd name="T29" fmla="*/ 66 h 291"/>
                        <a:gd name="T30" fmla="*/ 59 w 239"/>
                        <a:gd name="T31" fmla="*/ 39 h 291"/>
                        <a:gd name="T32" fmla="*/ 54 w 239"/>
                        <a:gd name="T33" fmla="*/ 123 h 291"/>
                        <a:gd name="T34" fmla="*/ 50 w 239"/>
                        <a:gd name="T35" fmla="*/ 129 h 291"/>
                        <a:gd name="T36" fmla="*/ 45 w 239"/>
                        <a:gd name="T37" fmla="*/ 139 h 291"/>
                        <a:gd name="T38" fmla="*/ 43 w 239"/>
                        <a:gd name="T39" fmla="*/ 146 h 291"/>
                        <a:gd name="T40" fmla="*/ 47 w 239"/>
                        <a:gd name="T41" fmla="*/ 164 h 291"/>
                        <a:gd name="T42" fmla="*/ 59 w 239"/>
                        <a:gd name="T43" fmla="*/ 177 h 291"/>
                        <a:gd name="T44" fmla="*/ 81 w 239"/>
                        <a:gd name="T45" fmla="*/ 264 h 291"/>
                        <a:gd name="T46" fmla="*/ 78 w 239"/>
                        <a:gd name="T47" fmla="*/ 270 h 291"/>
                        <a:gd name="T48" fmla="*/ 81 w 239"/>
                        <a:gd name="T49" fmla="*/ 283 h 291"/>
                        <a:gd name="T50" fmla="*/ 85 w 239"/>
                        <a:gd name="T51" fmla="*/ 287 h 291"/>
                        <a:gd name="T52" fmla="*/ 94 w 239"/>
                        <a:gd name="T53" fmla="*/ 291 h 291"/>
                        <a:gd name="T54" fmla="*/ 98 w 239"/>
                        <a:gd name="T55" fmla="*/ 290 h 291"/>
                        <a:gd name="T56" fmla="*/ 106 w 239"/>
                        <a:gd name="T57" fmla="*/ 287 h 291"/>
                        <a:gd name="T58" fmla="*/ 153 w 239"/>
                        <a:gd name="T59" fmla="*/ 216 h 291"/>
                        <a:gd name="T60" fmla="*/ 156 w 239"/>
                        <a:gd name="T61" fmla="*/ 211 h 291"/>
                        <a:gd name="T62" fmla="*/ 156 w 239"/>
                        <a:gd name="T63" fmla="*/ 204 h 291"/>
                        <a:gd name="T64" fmla="*/ 148 w 239"/>
                        <a:gd name="T65" fmla="*/ 193 h 291"/>
                        <a:gd name="T66" fmla="*/ 82 w 239"/>
                        <a:gd name="T67" fmla="*/ 152 h 291"/>
                        <a:gd name="T68" fmla="*/ 79 w 239"/>
                        <a:gd name="T69" fmla="*/ 147 h 291"/>
                        <a:gd name="T70" fmla="*/ 82 w 239"/>
                        <a:gd name="T71" fmla="*/ 143 h 291"/>
                        <a:gd name="T72" fmla="*/ 167 w 239"/>
                        <a:gd name="T73" fmla="*/ 146 h 291"/>
                        <a:gd name="T74" fmla="*/ 172 w 239"/>
                        <a:gd name="T75" fmla="*/ 150 h 291"/>
                        <a:gd name="T76" fmla="*/ 179 w 239"/>
                        <a:gd name="T77" fmla="*/ 152 h 291"/>
                        <a:gd name="T78" fmla="*/ 187 w 239"/>
                        <a:gd name="T79" fmla="*/ 149 h 291"/>
                        <a:gd name="T80" fmla="*/ 233 w 239"/>
                        <a:gd name="T81" fmla="*/ 121 h 291"/>
                        <a:gd name="T82" fmla="*/ 239 w 239"/>
                        <a:gd name="T83" fmla="*/ 110 h 291"/>
                        <a:gd name="T84" fmla="*/ 237 w 239"/>
                        <a:gd name="T85" fmla="*/ 96 h 2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</a:cxnLst>
                      <a:rect l="0" t="0" r="r" b="b"/>
                      <a:pathLst>
                        <a:path w="239" h="291">
                          <a:moveTo>
                            <a:pt x="237" y="96"/>
                          </a:moveTo>
                          <a:lnTo>
                            <a:pt x="237" y="96"/>
                          </a:lnTo>
                          <a:lnTo>
                            <a:pt x="233" y="92"/>
                          </a:lnTo>
                          <a:lnTo>
                            <a:pt x="226" y="90"/>
                          </a:lnTo>
                          <a:lnTo>
                            <a:pt x="219" y="90"/>
                          </a:lnTo>
                          <a:lnTo>
                            <a:pt x="214" y="92"/>
                          </a:lnTo>
                          <a:lnTo>
                            <a:pt x="180" y="113"/>
                          </a:lnTo>
                          <a:lnTo>
                            <a:pt x="135" y="67"/>
                          </a:lnTo>
                          <a:lnTo>
                            <a:pt x="135" y="67"/>
                          </a:lnTo>
                          <a:lnTo>
                            <a:pt x="135" y="67"/>
                          </a:lnTo>
                          <a:lnTo>
                            <a:pt x="135" y="67"/>
                          </a:lnTo>
                          <a:lnTo>
                            <a:pt x="135" y="67"/>
                          </a:lnTo>
                          <a:lnTo>
                            <a:pt x="73" y="5"/>
                          </a:lnTo>
                          <a:lnTo>
                            <a:pt x="73" y="5"/>
                          </a:lnTo>
                          <a:lnTo>
                            <a:pt x="67" y="1"/>
                          </a:lnTo>
                          <a:lnTo>
                            <a:pt x="62" y="0"/>
                          </a:lnTo>
                          <a:lnTo>
                            <a:pt x="57" y="1"/>
                          </a:lnTo>
                          <a:lnTo>
                            <a:pt x="51" y="4"/>
                          </a:lnTo>
                          <a:lnTo>
                            <a:pt x="7" y="37"/>
                          </a:lnTo>
                          <a:lnTo>
                            <a:pt x="7" y="37"/>
                          </a:lnTo>
                          <a:lnTo>
                            <a:pt x="3" y="41"/>
                          </a:lnTo>
                          <a:lnTo>
                            <a:pt x="0" y="47"/>
                          </a:lnTo>
                          <a:lnTo>
                            <a:pt x="0" y="52"/>
                          </a:lnTo>
                          <a:lnTo>
                            <a:pt x="2" y="57"/>
                          </a:lnTo>
                          <a:lnTo>
                            <a:pt x="2" y="57"/>
                          </a:lnTo>
                          <a:lnTo>
                            <a:pt x="3" y="61"/>
                          </a:lnTo>
                          <a:lnTo>
                            <a:pt x="6" y="64"/>
                          </a:lnTo>
                          <a:lnTo>
                            <a:pt x="12" y="67"/>
                          </a:lnTo>
                          <a:lnTo>
                            <a:pt x="19" y="67"/>
                          </a:lnTo>
                          <a:lnTo>
                            <a:pt x="23" y="66"/>
                          </a:lnTo>
                          <a:lnTo>
                            <a:pt x="26" y="64"/>
                          </a:lnTo>
                          <a:lnTo>
                            <a:pt x="59" y="39"/>
                          </a:lnTo>
                          <a:lnTo>
                            <a:pt x="98" y="79"/>
                          </a:lnTo>
                          <a:lnTo>
                            <a:pt x="54" y="123"/>
                          </a:lnTo>
                          <a:lnTo>
                            <a:pt x="54" y="123"/>
                          </a:lnTo>
                          <a:lnTo>
                            <a:pt x="50" y="129"/>
                          </a:lnTo>
                          <a:lnTo>
                            <a:pt x="46" y="134"/>
                          </a:lnTo>
                          <a:lnTo>
                            <a:pt x="45" y="139"/>
                          </a:lnTo>
                          <a:lnTo>
                            <a:pt x="43" y="146"/>
                          </a:lnTo>
                          <a:lnTo>
                            <a:pt x="43" y="146"/>
                          </a:lnTo>
                          <a:lnTo>
                            <a:pt x="43" y="156"/>
                          </a:lnTo>
                          <a:lnTo>
                            <a:pt x="47" y="164"/>
                          </a:lnTo>
                          <a:lnTo>
                            <a:pt x="51" y="170"/>
                          </a:lnTo>
                          <a:lnTo>
                            <a:pt x="59" y="177"/>
                          </a:lnTo>
                          <a:lnTo>
                            <a:pt x="116" y="212"/>
                          </a:lnTo>
                          <a:lnTo>
                            <a:pt x="81" y="264"/>
                          </a:lnTo>
                          <a:lnTo>
                            <a:pt x="81" y="264"/>
                          </a:lnTo>
                          <a:lnTo>
                            <a:pt x="78" y="270"/>
                          </a:lnTo>
                          <a:lnTo>
                            <a:pt x="78" y="276"/>
                          </a:lnTo>
                          <a:lnTo>
                            <a:pt x="81" y="283"/>
                          </a:lnTo>
                          <a:lnTo>
                            <a:pt x="85" y="287"/>
                          </a:lnTo>
                          <a:lnTo>
                            <a:pt x="85" y="287"/>
                          </a:lnTo>
                          <a:lnTo>
                            <a:pt x="89" y="290"/>
                          </a:lnTo>
                          <a:lnTo>
                            <a:pt x="94" y="291"/>
                          </a:lnTo>
                          <a:lnTo>
                            <a:pt x="94" y="291"/>
                          </a:lnTo>
                          <a:lnTo>
                            <a:pt x="98" y="290"/>
                          </a:lnTo>
                          <a:lnTo>
                            <a:pt x="102" y="289"/>
                          </a:lnTo>
                          <a:lnTo>
                            <a:pt x="106" y="287"/>
                          </a:lnTo>
                          <a:lnTo>
                            <a:pt x="109" y="283"/>
                          </a:lnTo>
                          <a:lnTo>
                            <a:pt x="153" y="216"/>
                          </a:lnTo>
                          <a:lnTo>
                            <a:pt x="153" y="216"/>
                          </a:lnTo>
                          <a:lnTo>
                            <a:pt x="156" y="211"/>
                          </a:lnTo>
                          <a:lnTo>
                            <a:pt x="156" y="204"/>
                          </a:lnTo>
                          <a:lnTo>
                            <a:pt x="156" y="204"/>
                          </a:lnTo>
                          <a:lnTo>
                            <a:pt x="153" y="197"/>
                          </a:lnTo>
                          <a:lnTo>
                            <a:pt x="148" y="193"/>
                          </a:lnTo>
                          <a:lnTo>
                            <a:pt x="82" y="152"/>
                          </a:lnTo>
                          <a:lnTo>
                            <a:pt x="82" y="152"/>
                          </a:lnTo>
                          <a:lnTo>
                            <a:pt x="81" y="150"/>
                          </a:lnTo>
                          <a:lnTo>
                            <a:pt x="79" y="147"/>
                          </a:lnTo>
                          <a:lnTo>
                            <a:pt x="81" y="145"/>
                          </a:lnTo>
                          <a:lnTo>
                            <a:pt x="82" y="143"/>
                          </a:lnTo>
                          <a:lnTo>
                            <a:pt x="122" y="102"/>
                          </a:lnTo>
                          <a:lnTo>
                            <a:pt x="167" y="146"/>
                          </a:lnTo>
                          <a:lnTo>
                            <a:pt x="167" y="146"/>
                          </a:lnTo>
                          <a:lnTo>
                            <a:pt x="172" y="150"/>
                          </a:lnTo>
                          <a:lnTo>
                            <a:pt x="179" y="152"/>
                          </a:lnTo>
                          <a:lnTo>
                            <a:pt x="179" y="152"/>
                          </a:lnTo>
                          <a:lnTo>
                            <a:pt x="183" y="150"/>
                          </a:lnTo>
                          <a:lnTo>
                            <a:pt x="187" y="149"/>
                          </a:lnTo>
                          <a:lnTo>
                            <a:pt x="233" y="121"/>
                          </a:lnTo>
                          <a:lnTo>
                            <a:pt x="233" y="121"/>
                          </a:lnTo>
                          <a:lnTo>
                            <a:pt x="237" y="115"/>
                          </a:lnTo>
                          <a:lnTo>
                            <a:pt x="239" y="110"/>
                          </a:lnTo>
                          <a:lnTo>
                            <a:pt x="239" y="103"/>
                          </a:lnTo>
                          <a:lnTo>
                            <a:pt x="237" y="96"/>
                          </a:lnTo>
                          <a:lnTo>
                            <a:pt x="237" y="9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  <p:sp>
                  <p:nvSpPr>
                    <p:cNvPr id="181" name="Freeform 133">
                      <a:extLst>
                        <a:ext uri="{FF2B5EF4-FFF2-40B4-BE49-F238E27FC236}">
                          <a16:creationId xmlns:a16="http://schemas.microsoft.com/office/drawing/2014/main" id="{FCC8849A-F27A-1C0B-CD82-85506BF5E4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682148" y="6287466"/>
                      <a:ext cx="110900" cy="52903"/>
                    </a:xfrm>
                    <a:custGeom>
                      <a:avLst/>
                      <a:gdLst>
                        <a:gd name="T0" fmla="*/ 93 w 122"/>
                        <a:gd name="T1" fmla="*/ 6 h 61"/>
                        <a:gd name="T2" fmla="*/ 71 w 122"/>
                        <a:gd name="T3" fmla="*/ 27 h 61"/>
                        <a:gd name="T4" fmla="*/ 16 w 122"/>
                        <a:gd name="T5" fmla="*/ 27 h 61"/>
                        <a:gd name="T6" fmla="*/ 16 w 122"/>
                        <a:gd name="T7" fmla="*/ 27 h 61"/>
                        <a:gd name="T8" fmla="*/ 9 w 122"/>
                        <a:gd name="T9" fmla="*/ 29 h 61"/>
                        <a:gd name="T10" fmla="*/ 4 w 122"/>
                        <a:gd name="T11" fmla="*/ 33 h 61"/>
                        <a:gd name="T12" fmla="*/ 1 w 122"/>
                        <a:gd name="T13" fmla="*/ 38 h 61"/>
                        <a:gd name="T14" fmla="*/ 0 w 122"/>
                        <a:gd name="T15" fmla="*/ 45 h 61"/>
                        <a:gd name="T16" fmla="*/ 0 w 122"/>
                        <a:gd name="T17" fmla="*/ 45 h 61"/>
                        <a:gd name="T18" fmla="*/ 1 w 122"/>
                        <a:gd name="T19" fmla="*/ 51 h 61"/>
                        <a:gd name="T20" fmla="*/ 4 w 122"/>
                        <a:gd name="T21" fmla="*/ 57 h 61"/>
                        <a:gd name="T22" fmla="*/ 9 w 122"/>
                        <a:gd name="T23" fmla="*/ 59 h 61"/>
                        <a:gd name="T24" fmla="*/ 16 w 122"/>
                        <a:gd name="T25" fmla="*/ 61 h 61"/>
                        <a:gd name="T26" fmla="*/ 78 w 122"/>
                        <a:gd name="T27" fmla="*/ 61 h 61"/>
                        <a:gd name="T28" fmla="*/ 78 w 122"/>
                        <a:gd name="T29" fmla="*/ 61 h 61"/>
                        <a:gd name="T30" fmla="*/ 84 w 122"/>
                        <a:gd name="T31" fmla="*/ 59 h 61"/>
                        <a:gd name="T32" fmla="*/ 90 w 122"/>
                        <a:gd name="T33" fmla="*/ 57 h 61"/>
                        <a:gd name="T34" fmla="*/ 117 w 122"/>
                        <a:gd name="T35" fmla="*/ 29 h 61"/>
                        <a:gd name="T36" fmla="*/ 117 w 122"/>
                        <a:gd name="T37" fmla="*/ 29 h 61"/>
                        <a:gd name="T38" fmla="*/ 121 w 122"/>
                        <a:gd name="T39" fmla="*/ 23 h 61"/>
                        <a:gd name="T40" fmla="*/ 122 w 122"/>
                        <a:gd name="T41" fmla="*/ 16 h 61"/>
                        <a:gd name="T42" fmla="*/ 121 w 122"/>
                        <a:gd name="T43" fmla="*/ 11 h 61"/>
                        <a:gd name="T44" fmla="*/ 117 w 122"/>
                        <a:gd name="T45" fmla="*/ 6 h 61"/>
                        <a:gd name="T46" fmla="*/ 117 w 122"/>
                        <a:gd name="T47" fmla="*/ 6 h 61"/>
                        <a:gd name="T48" fmla="*/ 111 w 122"/>
                        <a:gd name="T49" fmla="*/ 2 h 61"/>
                        <a:gd name="T50" fmla="*/ 105 w 122"/>
                        <a:gd name="T51" fmla="*/ 0 h 61"/>
                        <a:gd name="T52" fmla="*/ 99 w 122"/>
                        <a:gd name="T53" fmla="*/ 2 h 61"/>
                        <a:gd name="T54" fmla="*/ 93 w 122"/>
                        <a:gd name="T55" fmla="*/ 6 h 61"/>
                        <a:gd name="T56" fmla="*/ 93 w 122"/>
                        <a:gd name="T57" fmla="*/ 6 h 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122" h="61">
                          <a:moveTo>
                            <a:pt x="93" y="6"/>
                          </a:moveTo>
                          <a:lnTo>
                            <a:pt x="71" y="27"/>
                          </a:lnTo>
                          <a:lnTo>
                            <a:pt x="16" y="27"/>
                          </a:lnTo>
                          <a:lnTo>
                            <a:pt x="16" y="27"/>
                          </a:lnTo>
                          <a:lnTo>
                            <a:pt x="9" y="29"/>
                          </a:lnTo>
                          <a:lnTo>
                            <a:pt x="4" y="33"/>
                          </a:lnTo>
                          <a:lnTo>
                            <a:pt x="1" y="38"/>
                          </a:lnTo>
                          <a:lnTo>
                            <a:pt x="0" y="45"/>
                          </a:lnTo>
                          <a:lnTo>
                            <a:pt x="0" y="45"/>
                          </a:lnTo>
                          <a:lnTo>
                            <a:pt x="1" y="51"/>
                          </a:lnTo>
                          <a:lnTo>
                            <a:pt x="4" y="57"/>
                          </a:lnTo>
                          <a:lnTo>
                            <a:pt x="9" y="59"/>
                          </a:lnTo>
                          <a:lnTo>
                            <a:pt x="16" y="61"/>
                          </a:lnTo>
                          <a:lnTo>
                            <a:pt x="78" y="61"/>
                          </a:lnTo>
                          <a:lnTo>
                            <a:pt x="78" y="61"/>
                          </a:lnTo>
                          <a:lnTo>
                            <a:pt x="84" y="59"/>
                          </a:lnTo>
                          <a:lnTo>
                            <a:pt x="90" y="57"/>
                          </a:lnTo>
                          <a:lnTo>
                            <a:pt x="117" y="29"/>
                          </a:lnTo>
                          <a:lnTo>
                            <a:pt x="117" y="29"/>
                          </a:lnTo>
                          <a:lnTo>
                            <a:pt x="121" y="23"/>
                          </a:lnTo>
                          <a:lnTo>
                            <a:pt x="122" y="16"/>
                          </a:lnTo>
                          <a:lnTo>
                            <a:pt x="121" y="11"/>
                          </a:lnTo>
                          <a:lnTo>
                            <a:pt x="117" y="6"/>
                          </a:lnTo>
                          <a:lnTo>
                            <a:pt x="117" y="6"/>
                          </a:lnTo>
                          <a:lnTo>
                            <a:pt x="111" y="2"/>
                          </a:lnTo>
                          <a:lnTo>
                            <a:pt x="105" y="0"/>
                          </a:lnTo>
                          <a:lnTo>
                            <a:pt x="99" y="2"/>
                          </a:lnTo>
                          <a:lnTo>
                            <a:pt x="93" y="6"/>
                          </a:lnTo>
                          <a:lnTo>
                            <a:pt x="93" y="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170" name="Freeform: Shape 234">
                    <a:extLst>
                      <a:ext uri="{FF2B5EF4-FFF2-40B4-BE49-F238E27FC236}">
                        <a16:creationId xmlns:a16="http://schemas.microsoft.com/office/drawing/2014/main" id="{4FDA134B-6BE3-2358-4FBC-0CD7F9B4BC6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252701" y="5921919"/>
                    <a:ext cx="99520" cy="96527"/>
                  </a:xfrm>
                  <a:custGeom>
                    <a:avLst/>
                    <a:gdLst>
                      <a:gd name="connsiteX0" fmla="*/ 0 w 42079"/>
                      <a:gd name="connsiteY0" fmla="*/ 0 h 42079"/>
                      <a:gd name="connsiteX1" fmla="*/ 42079 w 42079"/>
                      <a:gd name="connsiteY1" fmla="*/ 0 h 42079"/>
                      <a:gd name="connsiteX2" fmla="*/ 42079 w 42079"/>
                      <a:gd name="connsiteY2" fmla="*/ 42079 h 42079"/>
                      <a:gd name="connsiteX3" fmla="*/ 0 w 42079"/>
                      <a:gd name="connsiteY3" fmla="*/ 42079 h 42079"/>
                      <a:gd name="connsiteX4" fmla="*/ 0 w 42079"/>
                      <a:gd name="connsiteY4" fmla="*/ 0 h 420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79" h="42079">
                        <a:moveTo>
                          <a:pt x="42079" y="0"/>
                        </a:moveTo>
                        <a:lnTo>
                          <a:pt x="0" y="0"/>
                        </a:lnTo>
                        <a:lnTo>
                          <a:pt x="0" y="42079"/>
                        </a:lnTo>
                        <a:lnTo>
                          <a:pt x="42079" y="42079"/>
                        </a:lnTo>
                        <a:lnTo>
                          <a:pt x="42079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349" tIns="6351" rIns="6351" bIns="6349" numCol="1" spcCol="1270" anchor="ctr" anchorCtr="0">
                    <a:noAutofit/>
                  </a:bodyPr>
                  <a:lstStyle/>
                  <a:p>
                    <a:pPr marL="0" marR="0" lvl="0" indent="0" algn="ctr" defTabSz="22225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hueOff val="0"/>
                            <a:satOff val="0"/>
                            <a:lumOff val="0"/>
                            <a:alphaOff val="0"/>
                          </a:prst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  <p:sp>
                <p:nvSpPr>
                  <p:cNvPr id="172" name="Arrow: Circular 32">
                    <a:extLst>
                      <a:ext uri="{FF2B5EF4-FFF2-40B4-BE49-F238E27FC236}">
                        <a16:creationId xmlns:a16="http://schemas.microsoft.com/office/drawing/2014/main" id="{A4779657-F95A-17C1-CF5F-0DA32E7745E1}"/>
                      </a:ext>
                    </a:extLst>
                  </p:cNvPr>
                  <p:cNvSpPr/>
                  <p:nvPr/>
                </p:nvSpPr>
                <p:spPr>
                  <a:xfrm>
                    <a:off x="6184260" y="5596614"/>
                    <a:ext cx="1306927" cy="1267638"/>
                  </a:xfrm>
                  <a:prstGeom prst="circularArrow">
                    <a:avLst>
                      <a:gd name="adj1" fmla="val 8252"/>
                      <a:gd name="adj2" fmla="val 576425"/>
                      <a:gd name="adj3" fmla="val 4498028"/>
                      <a:gd name="adj4" fmla="val 20157980"/>
                      <a:gd name="adj5" fmla="val 9627"/>
                    </a:avLst>
                  </a:prstGeom>
                  <a:solidFill>
                    <a:srgbClr val="6D6E71"/>
                  </a:solidFill>
                </p:spPr>
                <p:style>
                  <a:ln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3">
                    <a:scrgbClr r="0" g="0" b="0"/>
                  </a:fillRef>
                  <a:effectRef idx="2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3" name="Freeform: Shape 33">
                    <a:extLst>
                      <a:ext uri="{FF2B5EF4-FFF2-40B4-BE49-F238E27FC236}">
                        <a16:creationId xmlns:a16="http://schemas.microsoft.com/office/drawing/2014/main" id="{FBAC01A1-F656-796D-72AA-78A8A46363E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786983" y="6701707"/>
                    <a:ext cx="101486" cy="98435"/>
                  </a:xfrm>
                  <a:custGeom>
                    <a:avLst/>
                    <a:gdLst>
                      <a:gd name="connsiteX0" fmla="*/ 0 w 42910"/>
                      <a:gd name="connsiteY0" fmla="*/ 0 h 42910"/>
                      <a:gd name="connsiteX1" fmla="*/ 42910 w 42910"/>
                      <a:gd name="connsiteY1" fmla="*/ 0 h 42910"/>
                      <a:gd name="connsiteX2" fmla="*/ 42910 w 42910"/>
                      <a:gd name="connsiteY2" fmla="*/ 42910 h 42910"/>
                      <a:gd name="connsiteX3" fmla="*/ 0 w 42910"/>
                      <a:gd name="connsiteY3" fmla="*/ 42910 h 42910"/>
                      <a:gd name="connsiteX4" fmla="*/ 0 w 42910"/>
                      <a:gd name="connsiteY4" fmla="*/ 0 h 42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910" h="42910">
                        <a:moveTo>
                          <a:pt x="42910" y="0"/>
                        </a:moveTo>
                        <a:lnTo>
                          <a:pt x="0" y="0"/>
                        </a:lnTo>
                        <a:lnTo>
                          <a:pt x="0" y="42910"/>
                        </a:lnTo>
                        <a:lnTo>
                          <a:pt x="42910" y="42910"/>
                        </a:lnTo>
                        <a:lnTo>
                          <a:pt x="4291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6350" tIns="6348" rIns="6350" bIns="6352" numCol="1" spcCol="1270" anchor="ctr" anchorCtr="0">
                    <a:noAutofit/>
                  </a:bodyPr>
                  <a:lstStyle/>
                  <a:p>
                    <a:pPr marL="0" marR="0" lvl="0" indent="0" algn="ctr" defTabSz="22225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hueOff val="0"/>
                            <a:satOff val="0"/>
                            <a:lumOff val="0"/>
                            <a:alphaOff val="0"/>
                          </a:prst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  <p:sp>
                <p:nvSpPr>
                  <p:cNvPr id="174" name="Arrow: Circular 34">
                    <a:extLst>
                      <a:ext uri="{FF2B5EF4-FFF2-40B4-BE49-F238E27FC236}">
                        <a16:creationId xmlns:a16="http://schemas.microsoft.com/office/drawing/2014/main" id="{9B23073B-B181-9AC1-4F69-4B578A8BD433}"/>
                      </a:ext>
                    </a:extLst>
                  </p:cNvPr>
                  <p:cNvSpPr/>
                  <p:nvPr/>
                </p:nvSpPr>
                <p:spPr>
                  <a:xfrm>
                    <a:off x="6184260" y="5596614"/>
                    <a:ext cx="1306927" cy="1206867"/>
                  </a:xfrm>
                  <a:prstGeom prst="circularArrow">
                    <a:avLst>
                      <a:gd name="adj1" fmla="val 8252"/>
                      <a:gd name="adj2" fmla="val 576425"/>
                      <a:gd name="adj3" fmla="val 11618312"/>
                      <a:gd name="adj4" fmla="val 5725546"/>
                      <a:gd name="adj5" fmla="val 9627"/>
                    </a:avLst>
                  </a:prstGeom>
                  <a:solidFill>
                    <a:srgbClr val="6D6E71"/>
                  </a:solidFill>
                </p:spPr>
                <p:style>
                  <a:ln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3">
                    <a:scrgbClr r="0" g="0" b="0"/>
                  </a:fillRef>
                  <a:effectRef idx="2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5" name="Freeform: Shape 35">
                    <a:extLst>
                      <a:ext uri="{FF2B5EF4-FFF2-40B4-BE49-F238E27FC236}">
                        <a16:creationId xmlns:a16="http://schemas.microsoft.com/office/drawing/2014/main" id="{EE1112A2-3929-6F73-09CA-C8BFCC2E6AC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316469" y="5915361"/>
                    <a:ext cx="113039" cy="109642"/>
                  </a:xfrm>
                  <a:custGeom>
                    <a:avLst/>
                    <a:gdLst>
                      <a:gd name="connsiteX0" fmla="*/ 0 w 47797"/>
                      <a:gd name="connsiteY0" fmla="*/ 0 h 47797"/>
                      <a:gd name="connsiteX1" fmla="*/ 47797 w 47797"/>
                      <a:gd name="connsiteY1" fmla="*/ 0 h 47797"/>
                      <a:gd name="connsiteX2" fmla="*/ 47797 w 47797"/>
                      <a:gd name="connsiteY2" fmla="*/ 47797 h 47797"/>
                      <a:gd name="connsiteX3" fmla="*/ 0 w 47797"/>
                      <a:gd name="connsiteY3" fmla="*/ 47797 h 47797"/>
                      <a:gd name="connsiteX4" fmla="*/ 0 w 47797"/>
                      <a:gd name="connsiteY4" fmla="*/ 0 h 477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797" h="47797">
                        <a:moveTo>
                          <a:pt x="47797" y="0"/>
                        </a:moveTo>
                        <a:lnTo>
                          <a:pt x="0" y="0"/>
                        </a:lnTo>
                        <a:lnTo>
                          <a:pt x="0" y="47797"/>
                        </a:lnTo>
                        <a:lnTo>
                          <a:pt x="47797" y="47797"/>
                        </a:lnTo>
                        <a:lnTo>
                          <a:pt x="47797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2539" tIns="2539" rIns="2541" bIns="2541" numCol="1" spcCol="1270" anchor="ctr" anchorCtr="0">
                    <a:noAutofit/>
                  </a:bodyPr>
                  <a:lstStyle/>
                  <a:p>
                    <a:pPr marL="0" marR="0" lvl="0" indent="0" algn="ctr" defTabSz="889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hueOff val="0"/>
                            <a:satOff val="0"/>
                            <a:lumOff val="0"/>
                            <a:alphaOff val="0"/>
                          </a:prst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</a:t>
                    </a:r>
                  </a:p>
                </p:txBody>
              </p:sp>
              <p:sp>
                <p:nvSpPr>
                  <p:cNvPr id="176" name="Arrow: Circular 36">
                    <a:extLst>
                      <a:ext uri="{FF2B5EF4-FFF2-40B4-BE49-F238E27FC236}">
                        <a16:creationId xmlns:a16="http://schemas.microsoft.com/office/drawing/2014/main" id="{131A8DBB-BE20-F57C-A446-3768C420D3DE}"/>
                      </a:ext>
                    </a:extLst>
                  </p:cNvPr>
                  <p:cNvSpPr/>
                  <p:nvPr/>
                </p:nvSpPr>
                <p:spPr>
                  <a:xfrm>
                    <a:off x="6183149" y="5601342"/>
                    <a:ext cx="1306927" cy="1206867"/>
                  </a:xfrm>
                  <a:prstGeom prst="circularArrow">
                    <a:avLst>
                      <a:gd name="adj1" fmla="val 8252"/>
                      <a:gd name="adj2" fmla="val 576425"/>
                      <a:gd name="adj3" fmla="val 18842530"/>
                      <a:gd name="adj4" fmla="val 13035139"/>
                      <a:gd name="adj5" fmla="val 9627"/>
                    </a:avLst>
                  </a:prstGeom>
                  <a:solidFill>
                    <a:srgbClr val="6D6E71"/>
                  </a:solidFill>
                </p:spPr>
                <p:style>
                  <a:ln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3">
                    <a:scrgbClr r="0" g="0" b="0"/>
                  </a:fillRef>
                  <a:effectRef idx="2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A897A94A-0824-A4E2-6C92-2929F1CA19C0}"/>
                    </a:ext>
                  </a:extLst>
                </p:cNvPr>
                <p:cNvSpPr/>
                <p:nvPr/>
              </p:nvSpPr>
              <p:spPr>
                <a:xfrm>
                  <a:off x="8195307" y="6288759"/>
                  <a:ext cx="468077" cy="153888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6D6E71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Arial" panose="020B0604020202020204" pitchFamily="34" charset="0"/>
                    </a:rPr>
                    <a:t>Initiation</a:t>
                  </a: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C819776B-135E-F59C-065D-91134E86A948}"/>
                  </a:ext>
                </a:extLst>
              </p:cNvPr>
              <p:cNvGrpSpPr/>
              <p:nvPr/>
            </p:nvGrpSpPr>
            <p:grpSpPr>
              <a:xfrm>
                <a:off x="7963539" y="6232999"/>
                <a:ext cx="962349" cy="201024"/>
                <a:chOff x="8768758" y="6257496"/>
                <a:chExt cx="962349" cy="201024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46E38D70-D989-CE09-A85D-9895826FFC1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768758" y="6257496"/>
                  <a:ext cx="201637" cy="201024"/>
                  <a:chOff x="5834063" y="5856923"/>
                  <a:chExt cx="522288" cy="520700"/>
                </a:xfrm>
                <a:solidFill>
                  <a:srgbClr val="6D6E71"/>
                </a:solidFill>
              </p:grpSpPr>
              <p:sp>
                <p:nvSpPr>
                  <p:cNvPr id="163" name="Freeform 44">
                    <a:extLst>
                      <a:ext uri="{FF2B5EF4-FFF2-40B4-BE49-F238E27FC236}">
                        <a16:creationId xmlns:a16="http://schemas.microsoft.com/office/drawing/2014/main" id="{F8C2A472-9F0A-7346-575E-35598FBDD14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5834063" y="5856923"/>
                    <a:ext cx="522288" cy="520700"/>
                  </a:xfrm>
                  <a:custGeom>
                    <a:avLst/>
                    <a:gdLst>
                      <a:gd name="T0" fmla="*/ 312 w 657"/>
                      <a:gd name="T1" fmla="*/ 658 h 658"/>
                      <a:gd name="T2" fmla="*/ 262 w 657"/>
                      <a:gd name="T3" fmla="*/ 651 h 658"/>
                      <a:gd name="T4" fmla="*/ 201 w 657"/>
                      <a:gd name="T5" fmla="*/ 632 h 658"/>
                      <a:gd name="T6" fmla="*/ 119 w 657"/>
                      <a:gd name="T7" fmla="*/ 582 h 658"/>
                      <a:gd name="T8" fmla="*/ 56 w 657"/>
                      <a:gd name="T9" fmla="*/ 512 h 658"/>
                      <a:gd name="T10" fmla="*/ 15 w 657"/>
                      <a:gd name="T11" fmla="*/ 426 h 658"/>
                      <a:gd name="T12" fmla="*/ 4 w 657"/>
                      <a:gd name="T13" fmla="*/ 379 h 658"/>
                      <a:gd name="T14" fmla="*/ 0 w 657"/>
                      <a:gd name="T15" fmla="*/ 330 h 658"/>
                      <a:gd name="T16" fmla="*/ 1 w 657"/>
                      <a:gd name="T17" fmla="*/ 296 h 658"/>
                      <a:gd name="T18" fmla="*/ 10 w 657"/>
                      <a:gd name="T19" fmla="*/ 248 h 658"/>
                      <a:gd name="T20" fmla="*/ 40 w 657"/>
                      <a:gd name="T21" fmla="*/ 172 h 658"/>
                      <a:gd name="T22" fmla="*/ 96 w 657"/>
                      <a:gd name="T23" fmla="*/ 97 h 658"/>
                      <a:gd name="T24" fmla="*/ 172 w 657"/>
                      <a:gd name="T25" fmla="*/ 39 h 658"/>
                      <a:gd name="T26" fmla="*/ 247 w 657"/>
                      <a:gd name="T27" fmla="*/ 11 h 658"/>
                      <a:gd name="T28" fmla="*/ 295 w 657"/>
                      <a:gd name="T29" fmla="*/ 2 h 658"/>
                      <a:gd name="T30" fmla="*/ 329 w 657"/>
                      <a:gd name="T31" fmla="*/ 0 h 658"/>
                      <a:gd name="T32" fmla="*/ 379 w 657"/>
                      <a:gd name="T33" fmla="*/ 4 h 658"/>
                      <a:gd name="T34" fmla="*/ 426 w 657"/>
                      <a:gd name="T35" fmla="*/ 15 h 658"/>
                      <a:gd name="T36" fmla="*/ 512 w 657"/>
                      <a:gd name="T37" fmla="*/ 57 h 658"/>
                      <a:gd name="T38" fmla="*/ 582 w 657"/>
                      <a:gd name="T39" fmla="*/ 120 h 658"/>
                      <a:gd name="T40" fmla="*/ 631 w 657"/>
                      <a:gd name="T41" fmla="*/ 201 h 658"/>
                      <a:gd name="T42" fmla="*/ 650 w 657"/>
                      <a:gd name="T43" fmla="*/ 262 h 658"/>
                      <a:gd name="T44" fmla="*/ 657 w 657"/>
                      <a:gd name="T45" fmla="*/ 312 h 658"/>
                      <a:gd name="T46" fmla="*/ 657 w 657"/>
                      <a:gd name="T47" fmla="*/ 346 h 658"/>
                      <a:gd name="T48" fmla="*/ 650 w 657"/>
                      <a:gd name="T49" fmla="*/ 396 h 658"/>
                      <a:gd name="T50" fmla="*/ 631 w 657"/>
                      <a:gd name="T51" fmla="*/ 457 h 658"/>
                      <a:gd name="T52" fmla="*/ 582 w 657"/>
                      <a:gd name="T53" fmla="*/ 538 h 658"/>
                      <a:gd name="T54" fmla="*/ 512 w 657"/>
                      <a:gd name="T55" fmla="*/ 603 h 658"/>
                      <a:gd name="T56" fmla="*/ 426 w 657"/>
                      <a:gd name="T57" fmla="*/ 643 h 658"/>
                      <a:gd name="T58" fmla="*/ 379 w 657"/>
                      <a:gd name="T59" fmla="*/ 655 h 658"/>
                      <a:gd name="T60" fmla="*/ 329 w 657"/>
                      <a:gd name="T61" fmla="*/ 658 h 658"/>
                      <a:gd name="T62" fmla="*/ 329 w 657"/>
                      <a:gd name="T63" fmla="*/ 38 h 658"/>
                      <a:gd name="T64" fmla="*/ 242 w 657"/>
                      <a:gd name="T65" fmla="*/ 51 h 658"/>
                      <a:gd name="T66" fmla="*/ 166 w 657"/>
                      <a:gd name="T67" fmla="*/ 88 h 658"/>
                      <a:gd name="T68" fmla="*/ 103 w 657"/>
                      <a:gd name="T69" fmla="*/ 144 h 658"/>
                      <a:gd name="T70" fmla="*/ 60 w 657"/>
                      <a:gd name="T71" fmla="*/ 215 h 658"/>
                      <a:gd name="T72" fmla="*/ 39 w 657"/>
                      <a:gd name="T73" fmla="*/ 299 h 658"/>
                      <a:gd name="T74" fmla="*/ 39 w 657"/>
                      <a:gd name="T75" fmla="*/ 359 h 658"/>
                      <a:gd name="T76" fmla="*/ 60 w 657"/>
                      <a:gd name="T77" fmla="*/ 443 h 658"/>
                      <a:gd name="T78" fmla="*/ 103 w 657"/>
                      <a:gd name="T79" fmla="*/ 514 h 658"/>
                      <a:gd name="T80" fmla="*/ 166 w 657"/>
                      <a:gd name="T81" fmla="*/ 570 h 658"/>
                      <a:gd name="T82" fmla="*/ 242 w 657"/>
                      <a:gd name="T83" fmla="*/ 608 h 658"/>
                      <a:gd name="T84" fmla="*/ 329 w 657"/>
                      <a:gd name="T85" fmla="*/ 620 h 658"/>
                      <a:gd name="T86" fmla="*/ 387 w 657"/>
                      <a:gd name="T87" fmla="*/ 615 h 658"/>
                      <a:gd name="T88" fmla="*/ 467 w 657"/>
                      <a:gd name="T89" fmla="*/ 585 h 658"/>
                      <a:gd name="T90" fmla="*/ 535 w 657"/>
                      <a:gd name="T91" fmla="*/ 535 h 658"/>
                      <a:gd name="T92" fmla="*/ 584 w 657"/>
                      <a:gd name="T93" fmla="*/ 468 h 658"/>
                      <a:gd name="T94" fmla="*/ 614 w 657"/>
                      <a:gd name="T95" fmla="*/ 387 h 658"/>
                      <a:gd name="T96" fmla="*/ 619 w 657"/>
                      <a:gd name="T97" fmla="*/ 330 h 658"/>
                      <a:gd name="T98" fmla="*/ 607 w 657"/>
                      <a:gd name="T99" fmla="*/ 242 h 658"/>
                      <a:gd name="T100" fmla="*/ 570 w 657"/>
                      <a:gd name="T101" fmla="*/ 167 h 658"/>
                      <a:gd name="T102" fmla="*/ 513 w 657"/>
                      <a:gd name="T103" fmla="*/ 104 h 658"/>
                      <a:gd name="T104" fmla="*/ 442 w 657"/>
                      <a:gd name="T105" fmla="*/ 61 h 658"/>
                      <a:gd name="T106" fmla="*/ 359 w 657"/>
                      <a:gd name="T107" fmla="*/ 39 h 6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657" h="658">
                        <a:moveTo>
                          <a:pt x="329" y="658"/>
                        </a:moveTo>
                        <a:lnTo>
                          <a:pt x="329" y="658"/>
                        </a:lnTo>
                        <a:lnTo>
                          <a:pt x="312" y="658"/>
                        </a:lnTo>
                        <a:lnTo>
                          <a:pt x="295" y="656"/>
                        </a:lnTo>
                        <a:lnTo>
                          <a:pt x="278" y="655"/>
                        </a:lnTo>
                        <a:lnTo>
                          <a:pt x="262" y="651"/>
                        </a:lnTo>
                        <a:lnTo>
                          <a:pt x="247" y="648"/>
                        </a:lnTo>
                        <a:lnTo>
                          <a:pt x="231" y="643"/>
                        </a:lnTo>
                        <a:lnTo>
                          <a:pt x="201" y="632"/>
                        </a:lnTo>
                        <a:lnTo>
                          <a:pt x="172" y="619"/>
                        </a:lnTo>
                        <a:lnTo>
                          <a:pt x="145" y="603"/>
                        </a:lnTo>
                        <a:lnTo>
                          <a:pt x="119" y="582"/>
                        </a:lnTo>
                        <a:lnTo>
                          <a:pt x="96" y="562"/>
                        </a:lnTo>
                        <a:lnTo>
                          <a:pt x="75" y="538"/>
                        </a:lnTo>
                        <a:lnTo>
                          <a:pt x="56" y="512"/>
                        </a:lnTo>
                        <a:lnTo>
                          <a:pt x="40" y="486"/>
                        </a:lnTo>
                        <a:lnTo>
                          <a:pt x="25" y="457"/>
                        </a:lnTo>
                        <a:lnTo>
                          <a:pt x="15" y="426"/>
                        </a:lnTo>
                        <a:lnTo>
                          <a:pt x="10" y="412"/>
                        </a:lnTo>
                        <a:lnTo>
                          <a:pt x="6" y="396"/>
                        </a:lnTo>
                        <a:lnTo>
                          <a:pt x="4" y="379"/>
                        </a:lnTo>
                        <a:lnTo>
                          <a:pt x="1" y="363"/>
                        </a:lnTo>
                        <a:lnTo>
                          <a:pt x="0" y="346"/>
                        </a:lnTo>
                        <a:lnTo>
                          <a:pt x="0" y="330"/>
                        </a:lnTo>
                        <a:lnTo>
                          <a:pt x="0" y="330"/>
                        </a:lnTo>
                        <a:lnTo>
                          <a:pt x="0" y="312"/>
                        </a:lnTo>
                        <a:lnTo>
                          <a:pt x="1" y="296"/>
                        </a:lnTo>
                        <a:lnTo>
                          <a:pt x="4" y="279"/>
                        </a:lnTo>
                        <a:lnTo>
                          <a:pt x="6" y="262"/>
                        </a:lnTo>
                        <a:lnTo>
                          <a:pt x="10" y="248"/>
                        </a:lnTo>
                        <a:lnTo>
                          <a:pt x="15" y="232"/>
                        </a:lnTo>
                        <a:lnTo>
                          <a:pt x="25" y="201"/>
                        </a:lnTo>
                        <a:lnTo>
                          <a:pt x="40" y="172"/>
                        </a:lnTo>
                        <a:lnTo>
                          <a:pt x="56" y="146"/>
                        </a:lnTo>
                        <a:lnTo>
                          <a:pt x="75" y="120"/>
                        </a:lnTo>
                        <a:lnTo>
                          <a:pt x="96" y="97"/>
                        </a:lnTo>
                        <a:lnTo>
                          <a:pt x="119" y="76"/>
                        </a:lnTo>
                        <a:lnTo>
                          <a:pt x="145" y="57"/>
                        </a:lnTo>
                        <a:lnTo>
                          <a:pt x="172" y="39"/>
                        </a:lnTo>
                        <a:lnTo>
                          <a:pt x="201" y="26"/>
                        </a:lnTo>
                        <a:lnTo>
                          <a:pt x="231" y="15"/>
                        </a:lnTo>
                        <a:lnTo>
                          <a:pt x="247" y="11"/>
                        </a:lnTo>
                        <a:lnTo>
                          <a:pt x="262" y="7"/>
                        </a:lnTo>
                        <a:lnTo>
                          <a:pt x="278" y="4"/>
                        </a:lnTo>
                        <a:lnTo>
                          <a:pt x="295" y="2"/>
                        </a:lnTo>
                        <a:lnTo>
                          <a:pt x="312" y="0"/>
                        </a:lnTo>
                        <a:lnTo>
                          <a:pt x="329" y="0"/>
                        </a:lnTo>
                        <a:lnTo>
                          <a:pt x="329" y="0"/>
                        </a:lnTo>
                        <a:lnTo>
                          <a:pt x="345" y="0"/>
                        </a:lnTo>
                        <a:lnTo>
                          <a:pt x="363" y="2"/>
                        </a:lnTo>
                        <a:lnTo>
                          <a:pt x="379" y="4"/>
                        </a:lnTo>
                        <a:lnTo>
                          <a:pt x="395" y="7"/>
                        </a:lnTo>
                        <a:lnTo>
                          <a:pt x="411" y="11"/>
                        </a:lnTo>
                        <a:lnTo>
                          <a:pt x="426" y="15"/>
                        </a:lnTo>
                        <a:lnTo>
                          <a:pt x="457" y="26"/>
                        </a:lnTo>
                        <a:lnTo>
                          <a:pt x="485" y="39"/>
                        </a:lnTo>
                        <a:lnTo>
                          <a:pt x="512" y="57"/>
                        </a:lnTo>
                        <a:lnTo>
                          <a:pt x="537" y="76"/>
                        </a:lnTo>
                        <a:lnTo>
                          <a:pt x="562" y="97"/>
                        </a:lnTo>
                        <a:lnTo>
                          <a:pt x="582" y="120"/>
                        </a:lnTo>
                        <a:lnTo>
                          <a:pt x="602" y="146"/>
                        </a:lnTo>
                        <a:lnTo>
                          <a:pt x="618" y="172"/>
                        </a:lnTo>
                        <a:lnTo>
                          <a:pt x="631" y="201"/>
                        </a:lnTo>
                        <a:lnTo>
                          <a:pt x="642" y="232"/>
                        </a:lnTo>
                        <a:lnTo>
                          <a:pt x="648" y="248"/>
                        </a:lnTo>
                        <a:lnTo>
                          <a:pt x="650" y="262"/>
                        </a:lnTo>
                        <a:lnTo>
                          <a:pt x="654" y="279"/>
                        </a:lnTo>
                        <a:lnTo>
                          <a:pt x="656" y="296"/>
                        </a:lnTo>
                        <a:lnTo>
                          <a:pt x="657" y="312"/>
                        </a:lnTo>
                        <a:lnTo>
                          <a:pt x="657" y="330"/>
                        </a:lnTo>
                        <a:lnTo>
                          <a:pt x="657" y="330"/>
                        </a:lnTo>
                        <a:lnTo>
                          <a:pt x="657" y="346"/>
                        </a:lnTo>
                        <a:lnTo>
                          <a:pt x="656" y="363"/>
                        </a:lnTo>
                        <a:lnTo>
                          <a:pt x="654" y="379"/>
                        </a:lnTo>
                        <a:lnTo>
                          <a:pt x="650" y="396"/>
                        </a:lnTo>
                        <a:lnTo>
                          <a:pt x="648" y="412"/>
                        </a:lnTo>
                        <a:lnTo>
                          <a:pt x="642" y="426"/>
                        </a:lnTo>
                        <a:lnTo>
                          <a:pt x="631" y="457"/>
                        </a:lnTo>
                        <a:lnTo>
                          <a:pt x="618" y="486"/>
                        </a:lnTo>
                        <a:lnTo>
                          <a:pt x="602" y="512"/>
                        </a:lnTo>
                        <a:lnTo>
                          <a:pt x="582" y="538"/>
                        </a:lnTo>
                        <a:lnTo>
                          <a:pt x="562" y="562"/>
                        </a:lnTo>
                        <a:lnTo>
                          <a:pt x="537" y="582"/>
                        </a:lnTo>
                        <a:lnTo>
                          <a:pt x="512" y="603"/>
                        </a:lnTo>
                        <a:lnTo>
                          <a:pt x="485" y="619"/>
                        </a:lnTo>
                        <a:lnTo>
                          <a:pt x="457" y="632"/>
                        </a:lnTo>
                        <a:lnTo>
                          <a:pt x="426" y="643"/>
                        </a:lnTo>
                        <a:lnTo>
                          <a:pt x="411" y="648"/>
                        </a:lnTo>
                        <a:lnTo>
                          <a:pt x="395" y="651"/>
                        </a:lnTo>
                        <a:lnTo>
                          <a:pt x="379" y="655"/>
                        </a:lnTo>
                        <a:lnTo>
                          <a:pt x="363" y="656"/>
                        </a:lnTo>
                        <a:lnTo>
                          <a:pt x="345" y="658"/>
                        </a:lnTo>
                        <a:lnTo>
                          <a:pt x="329" y="658"/>
                        </a:lnTo>
                        <a:lnTo>
                          <a:pt x="329" y="658"/>
                        </a:lnTo>
                        <a:close/>
                        <a:moveTo>
                          <a:pt x="329" y="38"/>
                        </a:moveTo>
                        <a:lnTo>
                          <a:pt x="329" y="38"/>
                        </a:lnTo>
                        <a:lnTo>
                          <a:pt x="299" y="39"/>
                        </a:lnTo>
                        <a:lnTo>
                          <a:pt x="270" y="43"/>
                        </a:lnTo>
                        <a:lnTo>
                          <a:pt x="242" y="51"/>
                        </a:lnTo>
                        <a:lnTo>
                          <a:pt x="215" y="61"/>
                        </a:lnTo>
                        <a:lnTo>
                          <a:pt x="189" y="73"/>
                        </a:lnTo>
                        <a:lnTo>
                          <a:pt x="166" y="88"/>
                        </a:lnTo>
                        <a:lnTo>
                          <a:pt x="144" y="104"/>
                        </a:lnTo>
                        <a:lnTo>
                          <a:pt x="122" y="123"/>
                        </a:lnTo>
                        <a:lnTo>
                          <a:pt x="103" y="144"/>
                        </a:lnTo>
                        <a:lnTo>
                          <a:pt x="87" y="167"/>
                        </a:lnTo>
                        <a:lnTo>
                          <a:pt x="72" y="190"/>
                        </a:lnTo>
                        <a:lnTo>
                          <a:pt x="60" y="215"/>
                        </a:lnTo>
                        <a:lnTo>
                          <a:pt x="51" y="242"/>
                        </a:lnTo>
                        <a:lnTo>
                          <a:pt x="43" y="271"/>
                        </a:lnTo>
                        <a:lnTo>
                          <a:pt x="39" y="299"/>
                        </a:lnTo>
                        <a:lnTo>
                          <a:pt x="37" y="330"/>
                        </a:lnTo>
                        <a:lnTo>
                          <a:pt x="37" y="330"/>
                        </a:lnTo>
                        <a:lnTo>
                          <a:pt x="39" y="359"/>
                        </a:lnTo>
                        <a:lnTo>
                          <a:pt x="43" y="387"/>
                        </a:lnTo>
                        <a:lnTo>
                          <a:pt x="51" y="416"/>
                        </a:lnTo>
                        <a:lnTo>
                          <a:pt x="60" y="443"/>
                        </a:lnTo>
                        <a:lnTo>
                          <a:pt x="72" y="468"/>
                        </a:lnTo>
                        <a:lnTo>
                          <a:pt x="87" y="492"/>
                        </a:lnTo>
                        <a:lnTo>
                          <a:pt x="103" y="514"/>
                        </a:lnTo>
                        <a:lnTo>
                          <a:pt x="122" y="535"/>
                        </a:lnTo>
                        <a:lnTo>
                          <a:pt x="144" y="554"/>
                        </a:lnTo>
                        <a:lnTo>
                          <a:pt x="166" y="570"/>
                        </a:lnTo>
                        <a:lnTo>
                          <a:pt x="189" y="585"/>
                        </a:lnTo>
                        <a:lnTo>
                          <a:pt x="215" y="597"/>
                        </a:lnTo>
                        <a:lnTo>
                          <a:pt x="242" y="608"/>
                        </a:lnTo>
                        <a:lnTo>
                          <a:pt x="270" y="615"/>
                        </a:lnTo>
                        <a:lnTo>
                          <a:pt x="299" y="619"/>
                        </a:lnTo>
                        <a:lnTo>
                          <a:pt x="329" y="620"/>
                        </a:lnTo>
                        <a:lnTo>
                          <a:pt x="329" y="620"/>
                        </a:lnTo>
                        <a:lnTo>
                          <a:pt x="359" y="619"/>
                        </a:lnTo>
                        <a:lnTo>
                          <a:pt x="387" y="615"/>
                        </a:lnTo>
                        <a:lnTo>
                          <a:pt x="415" y="608"/>
                        </a:lnTo>
                        <a:lnTo>
                          <a:pt x="442" y="597"/>
                        </a:lnTo>
                        <a:lnTo>
                          <a:pt x="467" y="585"/>
                        </a:lnTo>
                        <a:lnTo>
                          <a:pt x="492" y="570"/>
                        </a:lnTo>
                        <a:lnTo>
                          <a:pt x="513" y="554"/>
                        </a:lnTo>
                        <a:lnTo>
                          <a:pt x="535" y="535"/>
                        </a:lnTo>
                        <a:lnTo>
                          <a:pt x="553" y="514"/>
                        </a:lnTo>
                        <a:lnTo>
                          <a:pt x="570" y="492"/>
                        </a:lnTo>
                        <a:lnTo>
                          <a:pt x="584" y="468"/>
                        </a:lnTo>
                        <a:lnTo>
                          <a:pt x="596" y="443"/>
                        </a:lnTo>
                        <a:lnTo>
                          <a:pt x="607" y="416"/>
                        </a:lnTo>
                        <a:lnTo>
                          <a:pt x="614" y="387"/>
                        </a:lnTo>
                        <a:lnTo>
                          <a:pt x="618" y="359"/>
                        </a:lnTo>
                        <a:lnTo>
                          <a:pt x="619" y="330"/>
                        </a:lnTo>
                        <a:lnTo>
                          <a:pt x="619" y="330"/>
                        </a:lnTo>
                        <a:lnTo>
                          <a:pt x="618" y="299"/>
                        </a:lnTo>
                        <a:lnTo>
                          <a:pt x="614" y="271"/>
                        </a:lnTo>
                        <a:lnTo>
                          <a:pt x="607" y="242"/>
                        </a:lnTo>
                        <a:lnTo>
                          <a:pt x="596" y="215"/>
                        </a:lnTo>
                        <a:lnTo>
                          <a:pt x="584" y="190"/>
                        </a:lnTo>
                        <a:lnTo>
                          <a:pt x="570" y="167"/>
                        </a:lnTo>
                        <a:lnTo>
                          <a:pt x="553" y="144"/>
                        </a:lnTo>
                        <a:lnTo>
                          <a:pt x="535" y="123"/>
                        </a:lnTo>
                        <a:lnTo>
                          <a:pt x="513" y="104"/>
                        </a:lnTo>
                        <a:lnTo>
                          <a:pt x="492" y="88"/>
                        </a:lnTo>
                        <a:lnTo>
                          <a:pt x="467" y="73"/>
                        </a:lnTo>
                        <a:lnTo>
                          <a:pt x="442" y="61"/>
                        </a:lnTo>
                        <a:lnTo>
                          <a:pt x="415" y="51"/>
                        </a:lnTo>
                        <a:lnTo>
                          <a:pt x="387" y="43"/>
                        </a:lnTo>
                        <a:lnTo>
                          <a:pt x="359" y="39"/>
                        </a:lnTo>
                        <a:lnTo>
                          <a:pt x="329" y="38"/>
                        </a:lnTo>
                        <a:lnTo>
                          <a:pt x="329" y="38"/>
                        </a:lnTo>
                        <a:close/>
                      </a:path>
                    </a:pathLst>
                  </a:custGeom>
                  <a:grpFill/>
                  <a:ln w="3175">
                    <a:solidFill>
                      <a:srgbClr val="6D6E71"/>
                    </a:solidFill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  <p:sp>
                <p:nvSpPr>
                  <p:cNvPr id="164" name="Freeform 188">
                    <a:extLst>
                      <a:ext uri="{FF2B5EF4-FFF2-40B4-BE49-F238E27FC236}">
                        <a16:creationId xmlns:a16="http://schemas.microsoft.com/office/drawing/2014/main" id="{62D11347-8875-AB08-7961-F77AE2E78C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951538" y="6028373"/>
                    <a:ext cx="293688" cy="198438"/>
                  </a:xfrm>
                  <a:custGeom>
                    <a:avLst/>
                    <a:gdLst>
                      <a:gd name="T0" fmla="*/ 346 w 369"/>
                      <a:gd name="T1" fmla="*/ 0 h 250"/>
                      <a:gd name="T2" fmla="*/ 135 w 369"/>
                      <a:gd name="T3" fmla="*/ 211 h 250"/>
                      <a:gd name="T4" fmla="*/ 22 w 369"/>
                      <a:gd name="T5" fmla="*/ 97 h 250"/>
                      <a:gd name="T6" fmla="*/ 0 w 369"/>
                      <a:gd name="T7" fmla="*/ 119 h 250"/>
                      <a:gd name="T8" fmla="*/ 125 w 369"/>
                      <a:gd name="T9" fmla="*/ 244 h 250"/>
                      <a:gd name="T10" fmla="*/ 125 w 369"/>
                      <a:gd name="T11" fmla="*/ 244 h 250"/>
                      <a:gd name="T12" fmla="*/ 130 w 369"/>
                      <a:gd name="T13" fmla="*/ 248 h 250"/>
                      <a:gd name="T14" fmla="*/ 135 w 369"/>
                      <a:gd name="T15" fmla="*/ 250 h 250"/>
                      <a:gd name="T16" fmla="*/ 135 w 369"/>
                      <a:gd name="T17" fmla="*/ 250 h 250"/>
                      <a:gd name="T18" fmla="*/ 142 w 369"/>
                      <a:gd name="T19" fmla="*/ 248 h 250"/>
                      <a:gd name="T20" fmla="*/ 147 w 369"/>
                      <a:gd name="T21" fmla="*/ 244 h 250"/>
                      <a:gd name="T22" fmla="*/ 369 w 369"/>
                      <a:gd name="T23" fmla="*/ 23 h 250"/>
                      <a:gd name="T24" fmla="*/ 346 w 369"/>
                      <a:gd name="T25" fmla="*/ 0 h 2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69" h="250">
                        <a:moveTo>
                          <a:pt x="346" y="0"/>
                        </a:moveTo>
                        <a:lnTo>
                          <a:pt x="135" y="211"/>
                        </a:lnTo>
                        <a:lnTo>
                          <a:pt x="22" y="97"/>
                        </a:lnTo>
                        <a:lnTo>
                          <a:pt x="0" y="119"/>
                        </a:lnTo>
                        <a:lnTo>
                          <a:pt x="125" y="244"/>
                        </a:lnTo>
                        <a:lnTo>
                          <a:pt x="125" y="244"/>
                        </a:lnTo>
                        <a:lnTo>
                          <a:pt x="130" y="248"/>
                        </a:lnTo>
                        <a:lnTo>
                          <a:pt x="135" y="250"/>
                        </a:lnTo>
                        <a:lnTo>
                          <a:pt x="135" y="250"/>
                        </a:lnTo>
                        <a:lnTo>
                          <a:pt x="142" y="248"/>
                        </a:lnTo>
                        <a:lnTo>
                          <a:pt x="147" y="244"/>
                        </a:lnTo>
                        <a:lnTo>
                          <a:pt x="369" y="23"/>
                        </a:lnTo>
                        <a:lnTo>
                          <a:pt x="346" y="0"/>
                        </a:lnTo>
                        <a:close/>
                      </a:path>
                    </a:pathLst>
                  </a:custGeom>
                  <a:grpFill/>
                  <a:ln w="3175">
                    <a:solidFill>
                      <a:srgbClr val="6D6E71"/>
                    </a:solidFill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Verdana" panose="020B0604030504040204" pitchFamily="34" charset="0"/>
                    </a:endParaRPr>
                  </a:p>
                </p:txBody>
              </p:sp>
            </p:grp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6FC23FAE-8C9C-9902-31D3-9BBD79C75701}"/>
                    </a:ext>
                  </a:extLst>
                </p:cNvPr>
                <p:cNvSpPr/>
                <p:nvPr/>
              </p:nvSpPr>
              <p:spPr>
                <a:xfrm>
                  <a:off x="9025786" y="6288759"/>
                  <a:ext cx="705321" cy="153888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6D6E71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Arial" panose="020B0604020202020204" pitchFamily="34" charset="0"/>
                    </a:rPr>
                    <a:t>Development</a:t>
                  </a: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7F1B67D1-23D5-02CE-4A56-730475DBCF6C}"/>
                  </a:ext>
                </a:extLst>
              </p:cNvPr>
              <p:cNvGrpSpPr/>
              <p:nvPr/>
            </p:nvGrpSpPr>
            <p:grpSpPr>
              <a:xfrm>
                <a:off x="9150776" y="6208073"/>
                <a:ext cx="1004533" cy="220098"/>
                <a:chOff x="9812436" y="6247959"/>
                <a:chExt cx="1004533" cy="220098"/>
              </a:xfrm>
            </p:grpSpPr>
            <p:grpSp>
              <p:nvGrpSpPr>
                <p:cNvPr id="157" name="Group 156">
                  <a:extLst>
                    <a:ext uri="{FF2B5EF4-FFF2-40B4-BE49-F238E27FC236}">
                      <a16:creationId xmlns:a16="http://schemas.microsoft.com/office/drawing/2014/main" id="{1F3E32BF-BF4F-7DC7-E8B4-4DEF6B44C7F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9812436" y="6247959"/>
                  <a:ext cx="220098" cy="220098"/>
                  <a:chOff x="6716713" y="4183698"/>
                  <a:chExt cx="522288" cy="522288"/>
                </a:xfrm>
                <a:solidFill>
                  <a:srgbClr val="6D6E71"/>
                </a:solidFill>
              </p:grpSpPr>
              <p:sp>
                <p:nvSpPr>
                  <p:cNvPr id="159" name="Freeform 73">
                    <a:extLst>
                      <a:ext uri="{FF2B5EF4-FFF2-40B4-BE49-F238E27FC236}">
                        <a16:creationId xmlns:a16="http://schemas.microsoft.com/office/drawing/2014/main" id="{D84DEB8F-99F6-7CBF-A3FD-32F47E01037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716713" y="4183698"/>
                    <a:ext cx="522288" cy="522288"/>
                  </a:xfrm>
                  <a:custGeom>
                    <a:avLst/>
                    <a:gdLst>
                      <a:gd name="T0" fmla="*/ 312 w 657"/>
                      <a:gd name="T1" fmla="*/ 657 h 657"/>
                      <a:gd name="T2" fmla="*/ 262 w 657"/>
                      <a:gd name="T3" fmla="*/ 650 h 657"/>
                      <a:gd name="T4" fmla="*/ 200 w 657"/>
                      <a:gd name="T5" fmla="*/ 632 h 657"/>
                      <a:gd name="T6" fmla="*/ 120 w 657"/>
                      <a:gd name="T7" fmla="*/ 582 h 657"/>
                      <a:gd name="T8" fmla="*/ 57 w 657"/>
                      <a:gd name="T9" fmla="*/ 512 h 657"/>
                      <a:gd name="T10" fmla="*/ 15 w 657"/>
                      <a:gd name="T11" fmla="*/ 426 h 657"/>
                      <a:gd name="T12" fmla="*/ 4 w 657"/>
                      <a:gd name="T13" fmla="*/ 379 h 657"/>
                      <a:gd name="T14" fmla="*/ 0 w 657"/>
                      <a:gd name="T15" fmla="*/ 328 h 657"/>
                      <a:gd name="T16" fmla="*/ 2 w 657"/>
                      <a:gd name="T17" fmla="*/ 294 h 657"/>
                      <a:gd name="T18" fmla="*/ 10 w 657"/>
                      <a:gd name="T19" fmla="*/ 246 h 657"/>
                      <a:gd name="T20" fmla="*/ 39 w 657"/>
                      <a:gd name="T21" fmla="*/ 172 h 657"/>
                      <a:gd name="T22" fmla="*/ 96 w 657"/>
                      <a:gd name="T23" fmla="*/ 95 h 657"/>
                      <a:gd name="T24" fmla="*/ 172 w 657"/>
                      <a:gd name="T25" fmla="*/ 39 h 657"/>
                      <a:gd name="T26" fmla="*/ 246 w 657"/>
                      <a:gd name="T27" fmla="*/ 9 h 657"/>
                      <a:gd name="T28" fmla="*/ 295 w 657"/>
                      <a:gd name="T29" fmla="*/ 1 h 657"/>
                      <a:gd name="T30" fmla="*/ 328 w 657"/>
                      <a:gd name="T31" fmla="*/ 0 h 657"/>
                      <a:gd name="T32" fmla="*/ 379 w 657"/>
                      <a:gd name="T33" fmla="*/ 4 h 657"/>
                      <a:gd name="T34" fmla="*/ 426 w 657"/>
                      <a:gd name="T35" fmla="*/ 15 h 657"/>
                      <a:gd name="T36" fmla="*/ 512 w 657"/>
                      <a:gd name="T37" fmla="*/ 56 h 657"/>
                      <a:gd name="T38" fmla="*/ 582 w 657"/>
                      <a:gd name="T39" fmla="*/ 119 h 657"/>
                      <a:gd name="T40" fmla="*/ 632 w 657"/>
                      <a:gd name="T41" fmla="*/ 200 h 657"/>
                      <a:gd name="T42" fmla="*/ 651 w 657"/>
                      <a:gd name="T43" fmla="*/ 262 h 657"/>
                      <a:gd name="T44" fmla="*/ 657 w 657"/>
                      <a:gd name="T45" fmla="*/ 312 h 657"/>
                      <a:gd name="T46" fmla="*/ 657 w 657"/>
                      <a:gd name="T47" fmla="*/ 345 h 657"/>
                      <a:gd name="T48" fmla="*/ 651 w 657"/>
                      <a:gd name="T49" fmla="*/ 395 h 657"/>
                      <a:gd name="T50" fmla="*/ 632 w 657"/>
                      <a:gd name="T51" fmla="*/ 457 h 657"/>
                      <a:gd name="T52" fmla="*/ 582 w 657"/>
                      <a:gd name="T53" fmla="*/ 537 h 657"/>
                      <a:gd name="T54" fmla="*/ 512 w 657"/>
                      <a:gd name="T55" fmla="*/ 601 h 657"/>
                      <a:gd name="T56" fmla="*/ 426 w 657"/>
                      <a:gd name="T57" fmla="*/ 642 h 657"/>
                      <a:gd name="T58" fmla="*/ 379 w 657"/>
                      <a:gd name="T59" fmla="*/ 653 h 657"/>
                      <a:gd name="T60" fmla="*/ 328 w 657"/>
                      <a:gd name="T61" fmla="*/ 657 h 657"/>
                      <a:gd name="T62" fmla="*/ 328 w 657"/>
                      <a:gd name="T63" fmla="*/ 37 h 657"/>
                      <a:gd name="T64" fmla="*/ 242 w 657"/>
                      <a:gd name="T65" fmla="*/ 50 h 657"/>
                      <a:gd name="T66" fmla="*/ 166 w 657"/>
                      <a:gd name="T67" fmla="*/ 87 h 657"/>
                      <a:gd name="T68" fmla="*/ 104 w 657"/>
                      <a:gd name="T69" fmla="*/ 144 h 657"/>
                      <a:gd name="T70" fmla="*/ 61 w 657"/>
                      <a:gd name="T71" fmla="*/ 215 h 657"/>
                      <a:gd name="T72" fmla="*/ 39 w 657"/>
                      <a:gd name="T73" fmla="*/ 298 h 657"/>
                      <a:gd name="T74" fmla="*/ 39 w 657"/>
                      <a:gd name="T75" fmla="*/ 359 h 657"/>
                      <a:gd name="T76" fmla="*/ 61 w 657"/>
                      <a:gd name="T77" fmla="*/ 442 h 657"/>
                      <a:gd name="T78" fmla="*/ 104 w 657"/>
                      <a:gd name="T79" fmla="*/ 513 h 657"/>
                      <a:gd name="T80" fmla="*/ 166 w 657"/>
                      <a:gd name="T81" fmla="*/ 570 h 657"/>
                      <a:gd name="T82" fmla="*/ 242 w 657"/>
                      <a:gd name="T83" fmla="*/ 606 h 657"/>
                      <a:gd name="T84" fmla="*/ 328 w 657"/>
                      <a:gd name="T85" fmla="*/ 619 h 657"/>
                      <a:gd name="T86" fmla="*/ 387 w 657"/>
                      <a:gd name="T87" fmla="*/ 614 h 657"/>
                      <a:gd name="T88" fmla="*/ 468 w 657"/>
                      <a:gd name="T89" fmla="*/ 585 h 657"/>
                      <a:gd name="T90" fmla="*/ 535 w 657"/>
                      <a:gd name="T91" fmla="*/ 535 h 657"/>
                      <a:gd name="T92" fmla="*/ 585 w 657"/>
                      <a:gd name="T93" fmla="*/ 468 h 657"/>
                      <a:gd name="T94" fmla="*/ 614 w 657"/>
                      <a:gd name="T95" fmla="*/ 387 h 657"/>
                      <a:gd name="T96" fmla="*/ 620 w 657"/>
                      <a:gd name="T97" fmla="*/ 328 h 657"/>
                      <a:gd name="T98" fmla="*/ 606 w 657"/>
                      <a:gd name="T99" fmla="*/ 242 h 657"/>
                      <a:gd name="T100" fmla="*/ 570 w 657"/>
                      <a:gd name="T101" fmla="*/ 165 h 657"/>
                      <a:gd name="T102" fmla="*/ 514 w 657"/>
                      <a:gd name="T103" fmla="*/ 103 h 657"/>
                      <a:gd name="T104" fmla="*/ 442 w 657"/>
                      <a:gd name="T105" fmla="*/ 60 h 657"/>
                      <a:gd name="T106" fmla="*/ 359 w 657"/>
                      <a:gd name="T107" fmla="*/ 39 h 6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657" h="657">
                        <a:moveTo>
                          <a:pt x="328" y="657"/>
                        </a:moveTo>
                        <a:lnTo>
                          <a:pt x="328" y="657"/>
                        </a:lnTo>
                        <a:lnTo>
                          <a:pt x="312" y="657"/>
                        </a:lnTo>
                        <a:lnTo>
                          <a:pt x="295" y="656"/>
                        </a:lnTo>
                        <a:lnTo>
                          <a:pt x="278" y="653"/>
                        </a:lnTo>
                        <a:lnTo>
                          <a:pt x="262" y="650"/>
                        </a:lnTo>
                        <a:lnTo>
                          <a:pt x="246" y="646"/>
                        </a:lnTo>
                        <a:lnTo>
                          <a:pt x="231" y="642"/>
                        </a:lnTo>
                        <a:lnTo>
                          <a:pt x="200" y="632"/>
                        </a:lnTo>
                        <a:lnTo>
                          <a:pt x="172" y="618"/>
                        </a:lnTo>
                        <a:lnTo>
                          <a:pt x="145" y="601"/>
                        </a:lnTo>
                        <a:lnTo>
                          <a:pt x="120" y="582"/>
                        </a:lnTo>
                        <a:lnTo>
                          <a:pt x="96" y="560"/>
                        </a:lnTo>
                        <a:lnTo>
                          <a:pt x="75" y="537"/>
                        </a:lnTo>
                        <a:lnTo>
                          <a:pt x="57" y="512"/>
                        </a:lnTo>
                        <a:lnTo>
                          <a:pt x="39" y="485"/>
                        </a:lnTo>
                        <a:lnTo>
                          <a:pt x="26" y="457"/>
                        </a:lnTo>
                        <a:lnTo>
                          <a:pt x="15" y="426"/>
                        </a:lnTo>
                        <a:lnTo>
                          <a:pt x="10" y="411"/>
                        </a:lnTo>
                        <a:lnTo>
                          <a:pt x="7" y="395"/>
                        </a:lnTo>
                        <a:lnTo>
                          <a:pt x="4" y="379"/>
                        </a:lnTo>
                        <a:lnTo>
                          <a:pt x="2" y="361"/>
                        </a:lnTo>
                        <a:lnTo>
                          <a:pt x="0" y="345"/>
                        </a:lnTo>
                        <a:lnTo>
                          <a:pt x="0" y="328"/>
                        </a:lnTo>
                        <a:lnTo>
                          <a:pt x="0" y="328"/>
                        </a:lnTo>
                        <a:lnTo>
                          <a:pt x="0" y="312"/>
                        </a:lnTo>
                        <a:lnTo>
                          <a:pt x="2" y="294"/>
                        </a:lnTo>
                        <a:lnTo>
                          <a:pt x="4" y="278"/>
                        </a:lnTo>
                        <a:lnTo>
                          <a:pt x="7" y="262"/>
                        </a:lnTo>
                        <a:lnTo>
                          <a:pt x="10" y="246"/>
                        </a:lnTo>
                        <a:lnTo>
                          <a:pt x="15" y="231"/>
                        </a:lnTo>
                        <a:lnTo>
                          <a:pt x="26" y="200"/>
                        </a:lnTo>
                        <a:lnTo>
                          <a:pt x="39" y="172"/>
                        </a:lnTo>
                        <a:lnTo>
                          <a:pt x="57" y="145"/>
                        </a:lnTo>
                        <a:lnTo>
                          <a:pt x="75" y="119"/>
                        </a:lnTo>
                        <a:lnTo>
                          <a:pt x="96" y="95"/>
                        </a:lnTo>
                        <a:lnTo>
                          <a:pt x="120" y="75"/>
                        </a:lnTo>
                        <a:lnTo>
                          <a:pt x="145" y="56"/>
                        </a:lnTo>
                        <a:lnTo>
                          <a:pt x="172" y="39"/>
                        </a:lnTo>
                        <a:lnTo>
                          <a:pt x="200" y="25"/>
                        </a:lnTo>
                        <a:lnTo>
                          <a:pt x="231" y="15"/>
                        </a:lnTo>
                        <a:lnTo>
                          <a:pt x="246" y="9"/>
                        </a:lnTo>
                        <a:lnTo>
                          <a:pt x="262" y="7"/>
                        </a:lnTo>
                        <a:lnTo>
                          <a:pt x="278" y="4"/>
                        </a:lnTo>
                        <a:lnTo>
                          <a:pt x="295" y="1"/>
                        </a:lnTo>
                        <a:lnTo>
                          <a:pt x="312" y="0"/>
                        </a:lnTo>
                        <a:lnTo>
                          <a:pt x="328" y="0"/>
                        </a:lnTo>
                        <a:lnTo>
                          <a:pt x="328" y="0"/>
                        </a:lnTo>
                        <a:lnTo>
                          <a:pt x="346" y="0"/>
                        </a:lnTo>
                        <a:lnTo>
                          <a:pt x="362" y="1"/>
                        </a:lnTo>
                        <a:lnTo>
                          <a:pt x="379" y="4"/>
                        </a:lnTo>
                        <a:lnTo>
                          <a:pt x="395" y="7"/>
                        </a:lnTo>
                        <a:lnTo>
                          <a:pt x="411" y="9"/>
                        </a:lnTo>
                        <a:lnTo>
                          <a:pt x="426" y="15"/>
                        </a:lnTo>
                        <a:lnTo>
                          <a:pt x="457" y="25"/>
                        </a:lnTo>
                        <a:lnTo>
                          <a:pt x="485" y="39"/>
                        </a:lnTo>
                        <a:lnTo>
                          <a:pt x="512" y="56"/>
                        </a:lnTo>
                        <a:lnTo>
                          <a:pt x="538" y="75"/>
                        </a:lnTo>
                        <a:lnTo>
                          <a:pt x="561" y="95"/>
                        </a:lnTo>
                        <a:lnTo>
                          <a:pt x="582" y="119"/>
                        </a:lnTo>
                        <a:lnTo>
                          <a:pt x="601" y="145"/>
                        </a:lnTo>
                        <a:lnTo>
                          <a:pt x="618" y="172"/>
                        </a:lnTo>
                        <a:lnTo>
                          <a:pt x="632" y="200"/>
                        </a:lnTo>
                        <a:lnTo>
                          <a:pt x="643" y="231"/>
                        </a:lnTo>
                        <a:lnTo>
                          <a:pt x="648" y="246"/>
                        </a:lnTo>
                        <a:lnTo>
                          <a:pt x="651" y="262"/>
                        </a:lnTo>
                        <a:lnTo>
                          <a:pt x="653" y="278"/>
                        </a:lnTo>
                        <a:lnTo>
                          <a:pt x="656" y="294"/>
                        </a:lnTo>
                        <a:lnTo>
                          <a:pt x="657" y="312"/>
                        </a:lnTo>
                        <a:lnTo>
                          <a:pt x="657" y="328"/>
                        </a:lnTo>
                        <a:lnTo>
                          <a:pt x="657" y="328"/>
                        </a:lnTo>
                        <a:lnTo>
                          <a:pt x="657" y="345"/>
                        </a:lnTo>
                        <a:lnTo>
                          <a:pt x="656" y="361"/>
                        </a:lnTo>
                        <a:lnTo>
                          <a:pt x="653" y="379"/>
                        </a:lnTo>
                        <a:lnTo>
                          <a:pt x="651" y="395"/>
                        </a:lnTo>
                        <a:lnTo>
                          <a:pt x="648" y="411"/>
                        </a:lnTo>
                        <a:lnTo>
                          <a:pt x="643" y="426"/>
                        </a:lnTo>
                        <a:lnTo>
                          <a:pt x="632" y="457"/>
                        </a:lnTo>
                        <a:lnTo>
                          <a:pt x="618" y="485"/>
                        </a:lnTo>
                        <a:lnTo>
                          <a:pt x="601" y="512"/>
                        </a:lnTo>
                        <a:lnTo>
                          <a:pt x="582" y="537"/>
                        </a:lnTo>
                        <a:lnTo>
                          <a:pt x="561" y="560"/>
                        </a:lnTo>
                        <a:lnTo>
                          <a:pt x="538" y="582"/>
                        </a:lnTo>
                        <a:lnTo>
                          <a:pt x="512" y="601"/>
                        </a:lnTo>
                        <a:lnTo>
                          <a:pt x="485" y="618"/>
                        </a:lnTo>
                        <a:lnTo>
                          <a:pt x="457" y="632"/>
                        </a:lnTo>
                        <a:lnTo>
                          <a:pt x="426" y="642"/>
                        </a:lnTo>
                        <a:lnTo>
                          <a:pt x="411" y="646"/>
                        </a:lnTo>
                        <a:lnTo>
                          <a:pt x="395" y="650"/>
                        </a:lnTo>
                        <a:lnTo>
                          <a:pt x="379" y="653"/>
                        </a:lnTo>
                        <a:lnTo>
                          <a:pt x="362" y="656"/>
                        </a:lnTo>
                        <a:lnTo>
                          <a:pt x="346" y="657"/>
                        </a:lnTo>
                        <a:lnTo>
                          <a:pt x="328" y="657"/>
                        </a:lnTo>
                        <a:lnTo>
                          <a:pt x="328" y="657"/>
                        </a:lnTo>
                        <a:close/>
                        <a:moveTo>
                          <a:pt x="328" y="37"/>
                        </a:moveTo>
                        <a:lnTo>
                          <a:pt x="328" y="37"/>
                        </a:lnTo>
                        <a:lnTo>
                          <a:pt x="299" y="39"/>
                        </a:lnTo>
                        <a:lnTo>
                          <a:pt x="270" y="43"/>
                        </a:lnTo>
                        <a:lnTo>
                          <a:pt x="242" y="50"/>
                        </a:lnTo>
                        <a:lnTo>
                          <a:pt x="215" y="60"/>
                        </a:lnTo>
                        <a:lnTo>
                          <a:pt x="190" y="72"/>
                        </a:lnTo>
                        <a:lnTo>
                          <a:pt x="166" y="87"/>
                        </a:lnTo>
                        <a:lnTo>
                          <a:pt x="144" y="103"/>
                        </a:lnTo>
                        <a:lnTo>
                          <a:pt x="123" y="122"/>
                        </a:lnTo>
                        <a:lnTo>
                          <a:pt x="104" y="144"/>
                        </a:lnTo>
                        <a:lnTo>
                          <a:pt x="88" y="165"/>
                        </a:lnTo>
                        <a:lnTo>
                          <a:pt x="73" y="189"/>
                        </a:lnTo>
                        <a:lnTo>
                          <a:pt x="61" y="215"/>
                        </a:lnTo>
                        <a:lnTo>
                          <a:pt x="50" y="242"/>
                        </a:lnTo>
                        <a:lnTo>
                          <a:pt x="43" y="270"/>
                        </a:lnTo>
                        <a:lnTo>
                          <a:pt x="39" y="298"/>
                        </a:lnTo>
                        <a:lnTo>
                          <a:pt x="38" y="328"/>
                        </a:lnTo>
                        <a:lnTo>
                          <a:pt x="38" y="328"/>
                        </a:lnTo>
                        <a:lnTo>
                          <a:pt x="39" y="359"/>
                        </a:lnTo>
                        <a:lnTo>
                          <a:pt x="43" y="387"/>
                        </a:lnTo>
                        <a:lnTo>
                          <a:pt x="50" y="415"/>
                        </a:lnTo>
                        <a:lnTo>
                          <a:pt x="61" y="442"/>
                        </a:lnTo>
                        <a:lnTo>
                          <a:pt x="73" y="468"/>
                        </a:lnTo>
                        <a:lnTo>
                          <a:pt x="88" y="492"/>
                        </a:lnTo>
                        <a:lnTo>
                          <a:pt x="104" y="513"/>
                        </a:lnTo>
                        <a:lnTo>
                          <a:pt x="123" y="535"/>
                        </a:lnTo>
                        <a:lnTo>
                          <a:pt x="144" y="554"/>
                        </a:lnTo>
                        <a:lnTo>
                          <a:pt x="166" y="570"/>
                        </a:lnTo>
                        <a:lnTo>
                          <a:pt x="190" y="585"/>
                        </a:lnTo>
                        <a:lnTo>
                          <a:pt x="215" y="597"/>
                        </a:lnTo>
                        <a:lnTo>
                          <a:pt x="242" y="606"/>
                        </a:lnTo>
                        <a:lnTo>
                          <a:pt x="270" y="614"/>
                        </a:lnTo>
                        <a:lnTo>
                          <a:pt x="299" y="618"/>
                        </a:lnTo>
                        <a:lnTo>
                          <a:pt x="328" y="619"/>
                        </a:lnTo>
                        <a:lnTo>
                          <a:pt x="328" y="619"/>
                        </a:lnTo>
                        <a:lnTo>
                          <a:pt x="359" y="618"/>
                        </a:lnTo>
                        <a:lnTo>
                          <a:pt x="387" y="614"/>
                        </a:lnTo>
                        <a:lnTo>
                          <a:pt x="415" y="606"/>
                        </a:lnTo>
                        <a:lnTo>
                          <a:pt x="442" y="597"/>
                        </a:lnTo>
                        <a:lnTo>
                          <a:pt x="468" y="585"/>
                        </a:lnTo>
                        <a:lnTo>
                          <a:pt x="492" y="570"/>
                        </a:lnTo>
                        <a:lnTo>
                          <a:pt x="514" y="554"/>
                        </a:lnTo>
                        <a:lnTo>
                          <a:pt x="535" y="535"/>
                        </a:lnTo>
                        <a:lnTo>
                          <a:pt x="554" y="513"/>
                        </a:lnTo>
                        <a:lnTo>
                          <a:pt x="570" y="492"/>
                        </a:lnTo>
                        <a:lnTo>
                          <a:pt x="585" y="468"/>
                        </a:lnTo>
                        <a:lnTo>
                          <a:pt x="597" y="442"/>
                        </a:lnTo>
                        <a:lnTo>
                          <a:pt x="606" y="415"/>
                        </a:lnTo>
                        <a:lnTo>
                          <a:pt x="614" y="387"/>
                        </a:lnTo>
                        <a:lnTo>
                          <a:pt x="618" y="359"/>
                        </a:lnTo>
                        <a:lnTo>
                          <a:pt x="620" y="328"/>
                        </a:lnTo>
                        <a:lnTo>
                          <a:pt x="620" y="328"/>
                        </a:lnTo>
                        <a:lnTo>
                          <a:pt x="618" y="298"/>
                        </a:lnTo>
                        <a:lnTo>
                          <a:pt x="614" y="270"/>
                        </a:lnTo>
                        <a:lnTo>
                          <a:pt x="606" y="242"/>
                        </a:lnTo>
                        <a:lnTo>
                          <a:pt x="597" y="215"/>
                        </a:lnTo>
                        <a:lnTo>
                          <a:pt x="585" y="189"/>
                        </a:lnTo>
                        <a:lnTo>
                          <a:pt x="570" y="165"/>
                        </a:lnTo>
                        <a:lnTo>
                          <a:pt x="554" y="144"/>
                        </a:lnTo>
                        <a:lnTo>
                          <a:pt x="535" y="122"/>
                        </a:lnTo>
                        <a:lnTo>
                          <a:pt x="514" y="103"/>
                        </a:lnTo>
                        <a:lnTo>
                          <a:pt x="492" y="87"/>
                        </a:lnTo>
                        <a:lnTo>
                          <a:pt x="468" y="72"/>
                        </a:lnTo>
                        <a:lnTo>
                          <a:pt x="442" y="60"/>
                        </a:lnTo>
                        <a:lnTo>
                          <a:pt x="415" y="50"/>
                        </a:lnTo>
                        <a:lnTo>
                          <a:pt x="387" y="43"/>
                        </a:lnTo>
                        <a:lnTo>
                          <a:pt x="359" y="39"/>
                        </a:lnTo>
                        <a:lnTo>
                          <a:pt x="328" y="37"/>
                        </a:lnTo>
                        <a:lnTo>
                          <a:pt x="328" y="3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0" name="Freeform 216">
                    <a:extLst>
                      <a:ext uri="{FF2B5EF4-FFF2-40B4-BE49-F238E27FC236}">
                        <a16:creationId xmlns:a16="http://schemas.microsoft.com/office/drawing/2014/main" id="{457016CE-D886-CC15-5059-9763CFB6712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831013" y="4294823"/>
                    <a:ext cx="296863" cy="298450"/>
                  </a:xfrm>
                  <a:custGeom>
                    <a:avLst/>
                    <a:gdLst>
                      <a:gd name="T0" fmla="*/ 321 w 374"/>
                      <a:gd name="T1" fmla="*/ 151 h 375"/>
                      <a:gd name="T2" fmla="*/ 336 w 374"/>
                      <a:gd name="T3" fmla="*/ 81 h 375"/>
                      <a:gd name="T4" fmla="*/ 336 w 374"/>
                      <a:gd name="T5" fmla="*/ 73 h 375"/>
                      <a:gd name="T6" fmla="*/ 298 w 374"/>
                      <a:gd name="T7" fmla="*/ 36 h 375"/>
                      <a:gd name="T8" fmla="*/ 255 w 374"/>
                      <a:gd name="T9" fmla="*/ 67 h 375"/>
                      <a:gd name="T10" fmla="*/ 216 w 374"/>
                      <a:gd name="T11" fmla="*/ 5 h 375"/>
                      <a:gd name="T12" fmla="*/ 211 w 374"/>
                      <a:gd name="T13" fmla="*/ 0 h 375"/>
                      <a:gd name="T14" fmla="*/ 159 w 374"/>
                      <a:gd name="T15" fmla="*/ 1 h 375"/>
                      <a:gd name="T16" fmla="*/ 151 w 374"/>
                      <a:gd name="T17" fmla="*/ 54 h 375"/>
                      <a:gd name="T18" fmla="*/ 79 w 374"/>
                      <a:gd name="T19" fmla="*/ 38 h 375"/>
                      <a:gd name="T20" fmla="*/ 71 w 374"/>
                      <a:gd name="T21" fmla="*/ 38 h 375"/>
                      <a:gd name="T22" fmla="*/ 35 w 374"/>
                      <a:gd name="T23" fmla="*/ 77 h 375"/>
                      <a:gd name="T24" fmla="*/ 66 w 374"/>
                      <a:gd name="T25" fmla="*/ 118 h 375"/>
                      <a:gd name="T26" fmla="*/ 5 w 374"/>
                      <a:gd name="T27" fmla="*/ 157 h 375"/>
                      <a:gd name="T28" fmla="*/ 0 w 374"/>
                      <a:gd name="T29" fmla="*/ 163 h 375"/>
                      <a:gd name="T30" fmla="*/ 1 w 374"/>
                      <a:gd name="T31" fmla="*/ 215 h 375"/>
                      <a:gd name="T32" fmla="*/ 52 w 374"/>
                      <a:gd name="T33" fmla="*/ 224 h 375"/>
                      <a:gd name="T34" fmla="*/ 36 w 374"/>
                      <a:gd name="T35" fmla="*/ 294 h 375"/>
                      <a:gd name="T36" fmla="*/ 38 w 374"/>
                      <a:gd name="T37" fmla="*/ 302 h 375"/>
                      <a:gd name="T38" fmla="*/ 74 w 374"/>
                      <a:gd name="T39" fmla="*/ 339 h 375"/>
                      <a:gd name="T40" fmla="*/ 79 w 374"/>
                      <a:gd name="T41" fmla="*/ 337 h 375"/>
                      <a:gd name="T42" fmla="*/ 133 w 374"/>
                      <a:gd name="T43" fmla="*/ 316 h 375"/>
                      <a:gd name="T44" fmla="*/ 156 w 374"/>
                      <a:gd name="T45" fmla="*/ 370 h 375"/>
                      <a:gd name="T46" fmla="*/ 211 w 374"/>
                      <a:gd name="T47" fmla="*/ 375 h 375"/>
                      <a:gd name="T48" fmla="*/ 216 w 374"/>
                      <a:gd name="T49" fmla="*/ 370 h 375"/>
                      <a:gd name="T50" fmla="*/ 239 w 374"/>
                      <a:gd name="T51" fmla="*/ 316 h 375"/>
                      <a:gd name="T52" fmla="*/ 294 w 374"/>
                      <a:gd name="T53" fmla="*/ 337 h 375"/>
                      <a:gd name="T54" fmla="*/ 300 w 374"/>
                      <a:gd name="T55" fmla="*/ 339 h 375"/>
                      <a:gd name="T56" fmla="*/ 336 w 374"/>
                      <a:gd name="T57" fmla="*/ 302 h 375"/>
                      <a:gd name="T58" fmla="*/ 308 w 374"/>
                      <a:gd name="T59" fmla="*/ 257 h 375"/>
                      <a:gd name="T60" fmla="*/ 321 w 374"/>
                      <a:gd name="T61" fmla="*/ 224 h 375"/>
                      <a:gd name="T62" fmla="*/ 372 w 374"/>
                      <a:gd name="T63" fmla="*/ 215 h 375"/>
                      <a:gd name="T64" fmla="*/ 374 w 374"/>
                      <a:gd name="T65" fmla="*/ 163 h 375"/>
                      <a:gd name="T66" fmla="*/ 368 w 374"/>
                      <a:gd name="T67" fmla="*/ 157 h 375"/>
                      <a:gd name="T68" fmla="*/ 179 w 374"/>
                      <a:gd name="T69" fmla="*/ 266 h 375"/>
                      <a:gd name="T70" fmla="*/ 142 w 374"/>
                      <a:gd name="T71" fmla="*/ 254 h 375"/>
                      <a:gd name="T72" fmla="*/ 113 w 374"/>
                      <a:gd name="T73" fmla="*/ 219 h 375"/>
                      <a:gd name="T74" fmla="*/ 108 w 374"/>
                      <a:gd name="T75" fmla="*/ 187 h 375"/>
                      <a:gd name="T76" fmla="*/ 109 w 374"/>
                      <a:gd name="T77" fmla="*/ 171 h 375"/>
                      <a:gd name="T78" fmla="*/ 130 w 374"/>
                      <a:gd name="T79" fmla="*/ 132 h 375"/>
                      <a:gd name="T80" fmla="*/ 171 w 374"/>
                      <a:gd name="T81" fmla="*/ 109 h 375"/>
                      <a:gd name="T82" fmla="*/ 187 w 374"/>
                      <a:gd name="T83" fmla="*/ 108 h 375"/>
                      <a:gd name="T84" fmla="*/ 218 w 374"/>
                      <a:gd name="T85" fmla="*/ 114 h 375"/>
                      <a:gd name="T86" fmla="*/ 253 w 374"/>
                      <a:gd name="T87" fmla="*/ 142 h 375"/>
                      <a:gd name="T88" fmla="*/ 266 w 374"/>
                      <a:gd name="T89" fmla="*/ 179 h 375"/>
                      <a:gd name="T90" fmla="*/ 266 w 374"/>
                      <a:gd name="T91" fmla="*/ 196 h 375"/>
                      <a:gd name="T92" fmla="*/ 253 w 374"/>
                      <a:gd name="T93" fmla="*/ 233 h 375"/>
                      <a:gd name="T94" fmla="*/ 218 w 374"/>
                      <a:gd name="T95" fmla="*/ 261 h 375"/>
                      <a:gd name="T96" fmla="*/ 187 w 374"/>
                      <a:gd name="T97" fmla="*/ 267 h 3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</a:cxnLst>
                    <a:rect l="0" t="0" r="r" b="b"/>
                    <a:pathLst>
                      <a:path w="374" h="375">
                        <a:moveTo>
                          <a:pt x="368" y="157"/>
                        </a:moveTo>
                        <a:lnTo>
                          <a:pt x="321" y="151"/>
                        </a:lnTo>
                        <a:lnTo>
                          <a:pt x="321" y="151"/>
                        </a:lnTo>
                        <a:lnTo>
                          <a:pt x="314" y="134"/>
                        </a:lnTo>
                        <a:lnTo>
                          <a:pt x="308" y="118"/>
                        </a:lnTo>
                        <a:lnTo>
                          <a:pt x="336" y="81"/>
                        </a:lnTo>
                        <a:lnTo>
                          <a:pt x="336" y="81"/>
                        </a:lnTo>
                        <a:lnTo>
                          <a:pt x="337" y="77"/>
                        </a:lnTo>
                        <a:lnTo>
                          <a:pt x="336" y="73"/>
                        </a:lnTo>
                        <a:lnTo>
                          <a:pt x="302" y="38"/>
                        </a:lnTo>
                        <a:lnTo>
                          <a:pt x="302" y="38"/>
                        </a:lnTo>
                        <a:lnTo>
                          <a:pt x="298" y="36"/>
                        </a:lnTo>
                        <a:lnTo>
                          <a:pt x="294" y="38"/>
                        </a:lnTo>
                        <a:lnTo>
                          <a:pt x="255" y="67"/>
                        </a:lnTo>
                        <a:lnTo>
                          <a:pt x="255" y="67"/>
                        </a:lnTo>
                        <a:lnTo>
                          <a:pt x="239" y="59"/>
                        </a:lnTo>
                        <a:lnTo>
                          <a:pt x="223" y="54"/>
                        </a:lnTo>
                        <a:lnTo>
                          <a:pt x="216" y="5"/>
                        </a:lnTo>
                        <a:lnTo>
                          <a:pt x="216" y="5"/>
                        </a:lnTo>
                        <a:lnTo>
                          <a:pt x="215" y="1"/>
                        </a:lnTo>
                        <a:lnTo>
                          <a:pt x="211" y="0"/>
                        </a:lnTo>
                        <a:lnTo>
                          <a:pt x="163" y="0"/>
                        </a:lnTo>
                        <a:lnTo>
                          <a:pt x="163" y="0"/>
                        </a:lnTo>
                        <a:lnTo>
                          <a:pt x="159" y="1"/>
                        </a:lnTo>
                        <a:lnTo>
                          <a:pt x="156" y="5"/>
                        </a:lnTo>
                        <a:lnTo>
                          <a:pt x="151" y="54"/>
                        </a:lnTo>
                        <a:lnTo>
                          <a:pt x="151" y="54"/>
                        </a:lnTo>
                        <a:lnTo>
                          <a:pt x="133" y="59"/>
                        </a:lnTo>
                        <a:lnTo>
                          <a:pt x="118" y="67"/>
                        </a:lnTo>
                        <a:lnTo>
                          <a:pt x="79" y="38"/>
                        </a:lnTo>
                        <a:lnTo>
                          <a:pt x="79" y="38"/>
                        </a:lnTo>
                        <a:lnTo>
                          <a:pt x="75" y="36"/>
                        </a:lnTo>
                        <a:lnTo>
                          <a:pt x="71" y="38"/>
                        </a:lnTo>
                        <a:lnTo>
                          <a:pt x="38" y="73"/>
                        </a:lnTo>
                        <a:lnTo>
                          <a:pt x="38" y="73"/>
                        </a:lnTo>
                        <a:lnTo>
                          <a:pt x="35" y="77"/>
                        </a:lnTo>
                        <a:lnTo>
                          <a:pt x="36" y="81"/>
                        </a:lnTo>
                        <a:lnTo>
                          <a:pt x="66" y="118"/>
                        </a:lnTo>
                        <a:lnTo>
                          <a:pt x="66" y="118"/>
                        </a:lnTo>
                        <a:lnTo>
                          <a:pt x="58" y="134"/>
                        </a:lnTo>
                        <a:lnTo>
                          <a:pt x="52" y="151"/>
                        </a:lnTo>
                        <a:lnTo>
                          <a:pt x="5" y="157"/>
                        </a:lnTo>
                        <a:lnTo>
                          <a:pt x="5" y="157"/>
                        </a:lnTo>
                        <a:lnTo>
                          <a:pt x="1" y="160"/>
                        </a:lnTo>
                        <a:lnTo>
                          <a:pt x="0" y="163"/>
                        </a:lnTo>
                        <a:lnTo>
                          <a:pt x="0" y="211"/>
                        </a:lnTo>
                        <a:lnTo>
                          <a:pt x="0" y="211"/>
                        </a:lnTo>
                        <a:lnTo>
                          <a:pt x="1" y="215"/>
                        </a:lnTo>
                        <a:lnTo>
                          <a:pt x="5" y="218"/>
                        </a:lnTo>
                        <a:lnTo>
                          <a:pt x="52" y="224"/>
                        </a:lnTo>
                        <a:lnTo>
                          <a:pt x="52" y="224"/>
                        </a:lnTo>
                        <a:lnTo>
                          <a:pt x="58" y="241"/>
                        </a:lnTo>
                        <a:lnTo>
                          <a:pt x="66" y="257"/>
                        </a:lnTo>
                        <a:lnTo>
                          <a:pt x="36" y="294"/>
                        </a:lnTo>
                        <a:lnTo>
                          <a:pt x="36" y="294"/>
                        </a:lnTo>
                        <a:lnTo>
                          <a:pt x="35" y="298"/>
                        </a:lnTo>
                        <a:lnTo>
                          <a:pt x="38" y="302"/>
                        </a:lnTo>
                        <a:lnTo>
                          <a:pt x="71" y="337"/>
                        </a:lnTo>
                        <a:lnTo>
                          <a:pt x="71" y="337"/>
                        </a:lnTo>
                        <a:lnTo>
                          <a:pt x="74" y="339"/>
                        </a:lnTo>
                        <a:lnTo>
                          <a:pt x="75" y="339"/>
                        </a:lnTo>
                        <a:lnTo>
                          <a:pt x="75" y="339"/>
                        </a:lnTo>
                        <a:lnTo>
                          <a:pt x="79" y="337"/>
                        </a:lnTo>
                        <a:lnTo>
                          <a:pt x="118" y="308"/>
                        </a:lnTo>
                        <a:lnTo>
                          <a:pt x="118" y="308"/>
                        </a:lnTo>
                        <a:lnTo>
                          <a:pt x="133" y="316"/>
                        </a:lnTo>
                        <a:lnTo>
                          <a:pt x="151" y="321"/>
                        </a:lnTo>
                        <a:lnTo>
                          <a:pt x="156" y="370"/>
                        </a:lnTo>
                        <a:lnTo>
                          <a:pt x="156" y="370"/>
                        </a:lnTo>
                        <a:lnTo>
                          <a:pt x="159" y="374"/>
                        </a:lnTo>
                        <a:lnTo>
                          <a:pt x="163" y="375"/>
                        </a:lnTo>
                        <a:lnTo>
                          <a:pt x="211" y="375"/>
                        </a:lnTo>
                        <a:lnTo>
                          <a:pt x="211" y="375"/>
                        </a:lnTo>
                        <a:lnTo>
                          <a:pt x="215" y="374"/>
                        </a:lnTo>
                        <a:lnTo>
                          <a:pt x="216" y="370"/>
                        </a:lnTo>
                        <a:lnTo>
                          <a:pt x="223" y="321"/>
                        </a:lnTo>
                        <a:lnTo>
                          <a:pt x="223" y="321"/>
                        </a:lnTo>
                        <a:lnTo>
                          <a:pt x="239" y="316"/>
                        </a:lnTo>
                        <a:lnTo>
                          <a:pt x="255" y="308"/>
                        </a:lnTo>
                        <a:lnTo>
                          <a:pt x="294" y="337"/>
                        </a:lnTo>
                        <a:lnTo>
                          <a:pt x="294" y="337"/>
                        </a:lnTo>
                        <a:lnTo>
                          <a:pt x="297" y="339"/>
                        </a:lnTo>
                        <a:lnTo>
                          <a:pt x="297" y="339"/>
                        </a:lnTo>
                        <a:lnTo>
                          <a:pt x="300" y="339"/>
                        </a:lnTo>
                        <a:lnTo>
                          <a:pt x="302" y="337"/>
                        </a:lnTo>
                        <a:lnTo>
                          <a:pt x="336" y="302"/>
                        </a:lnTo>
                        <a:lnTo>
                          <a:pt x="336" y="302"/>
                        </a:lnTo>
                        <a:lnTo>
                          <a:pt x="337" y="298"/>
                        </a:lnTo>
                        <a:lnTo>
                          <a:pt x="336" y="294"/>
                        </a:lnTo>
                        <a:lnTo>
                          <a:pt x="308" y="257"/>
                        </a:lnTo>
                        <a:lnTo>
                          <a:pt x="308" y="257"/>
                        </a:lnTo>
                        <a:lnTo>
                          <a:pt x="314" y="241"/>
                        </a:lnTo>
                        <a:lnTo>
                          <a:pt x="321" y="224"/>
                        </a:lnTo>
                        <a:lnTo>
                          <a:pt x="368" y="218"/>
                        </a:lnTo>
                        <a:lnTo>
                          <a:pt x="368" y="218"/>
                        </a:lnTo>
                        <a:lnTo>
                          <a:pt x="372" y="215"/>
                        </a:lnTo>
                        <a:lnTo>
                          <a:pt x="374" y="211"/>
                        </a:lnTo>
                        <a:lnTo>
                          <a:pt x="374" y="163"/>
                        </a:lnTo>
                        <a:lnTo>
                          <a:pt x="374" y="163"/>
                        </a:lnTo>
                        <a:lnTo>
                          <a:pt x="372" y="160"/>
                        </a:lnTo>
                        <a:lnTo>
                          <a:pt x="368" y="157"/>
                        </a:lnTo>
                        <a:lnTo>
                          <a:pt x="368" y="157"/>
                        </a:lnTo>
                        <a:close/>
                        <a:moveTo>
                          <a:pt x="187" y="267"/>
                        </a:moveTo>
                        <a:lnTo>
                          <a:pt x="187" y="267"/>
                        </a:lnTo>
                        <a:lnTo>
                          <a:pt x="179" y="266"/>
                        </a:lnTo>
                        <a:lnTo>
                          <a:pt x="171" y="266"/>
                        </a:lnTo>
                        <a:lnTo>
                          <a:pt x="156" y="261"/>
                        </a:lnTo>
                        <a:lnTo>
                          <a:pt x="142" y="254"/>
                        </a:lnTo>
                        <a:lnTo>
                          <a:pt x="130" y="243"/>
                        </a:lnTo>
                        <a:lnTo>
                          <a:pt x="121" y="233"/>
                        </a:lnTo>
                        <a:lnTo>
                          <a:pt x="113" y="219"/>
                        </a:lnTo>
                        <a:lnTo>
                          <a:pt x="109" y="203"/>
                        </a:lnTo>
                        <a:lnTo>
                          <a:pt x="108" y="196"/>
                        </a:lnTo>
                        <a:lnTo>
                          <a:pt x="108" y="187"/>
                        </a:lnTo>
                        <a:lnTo>
                          <a:pt x="108" y="187"/>
                        </a:lnTo>
                        <a:lnTo>
                          <a:pt x="108" y="179"/>
                        </a:lnTo>
                        <a:lnTo>
                          <a:pt x="109" y="171"/>
                        </a:lnTo>
                        <a:lnTo>
                          <a:pt x="113" y="156"/>
                        </a:lnTo>
                        <a:lnTo>
                          <a:pt x="121" y="142"/>
                        </a:lnTo>
                        <a:lnTo>
                          <a:pt x="130" y="132"/>
                        </a:lnTo>
                        <a:lnTo>
                          <a:pt x="142" y="121"/>
                        </a:lnTo>
                        <a:lnTo>
                          <a:pt x="156" y="114"/>
                        </a:lnTo>
                        <a:lnTo>
                          <a:pt x="171" y="109"/>
                        </a:lnTo>
                        <a:lnTo>
                          <a:pt x="179" y="108"/>
                        </a:lnTo>
                        <a:lnTo>
                          <a:pt x="187" y="108"/>
                        </a:lnTo>
                        <a:lnTo>
                          <a:pt x="187" y="108"/>
                        </a:lnTo>
                        <a:lnTo>
                          <a:pt x="195" y="108"/>
                        </a:lnTo>
                        <a:lnTo>
                          <a:pt x="203" y="109"/>
                        </a:lnTo>
                        <a:lnTo>
                          <a:pt x="218" y="114"/>
                        </a:lnTo>
                        <a:lnTo>
                          <a:pt x="231" y="121"/>
                        </a:lnTo>
                        <a:lnTo>
                          <a:pt x="243" y="132"/>
                        </a:lnTo>
                        <a:lnTo>
                          <a:pt x="253" y="142"/>
                        </a:lnTo>
                        <a:lnTo>
                          <a:pt x="259" y="156"/>
                        </a:lnTo>
                        <a:lnTo>
                          <a:pt x="265" y="171"/>
                        </a:lnTo>
                        <a:lnTo>
                          <a:pt x="266" y="179"/>
                        </a:lnTo>
                        <a:lnTo>
                          <a:pt x="266" y="187"/>
                        </a:lnTo>
                        <a:lnTo>
                          <a:pt x="266" y="187"/>
                        </a:lnTo>
                        <a:lnTo>
                          <a:pt x="266" y="196"/>
                        </a:lnTo>
                        <a:lnTo>
                          <a:pt x="265" y="203"/>
                        </a:lnTo>
                        <a:lnTo>
                          <a:pt x="259" y="219"/>
                        </a:lnTo>
                        <a:lnTo>
                          <a:pt x="253" y="233"/>
                        </a:lnTo>
                        <a:lnTo>
                          <a:pt x="243" y="243"/>
                        </a:lnTo>
                        <a:lnTo>
                          <a:pt x="231" y="254"/>
                        </a:lnTo>
                        <a:lnTo>
                          <a:pt x="218" y="261"/>
                        </a:lnTo>
                        <a:lnTo>
                          <a:pt x="203" y="266"/>
                        </a:lnTo>
                        <a:lnTo>
                          <a:pt x="195" y="266"/>
                        </a:lnTo>
                        <a:lnTo>
                          <a:pt x="187" y="267"/>
                        </a:lnTo>
                        <a:lnTo>
                          <a:pt x="187" y="26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5C58FDE4-821A-0F0D-9CF0-8F03090A0C11}"/>
                    </a:ext>
                  </a:extLst>
                </p:cNvPr>
                <p:cNvSpPr/>
                <p:nvPr/>
              </p:nvSpPr>
              <p:spPr>
                <a:xfrm>
                  <a:off x="10094525" y="6296453"/>
                  <a:ext cx="722444" cy="153888"/>
                </a:xfrm>
                <a:prstGeom prst="rect">
                  <a:avLst/>
                </a:prstGeom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6D6E71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Arial" panose="020B0604020202020204" pitchFamily="34" charset="0"/>
                    </a:rPr>
                    <a:t>Testing(UAT)</a:t>
                  </a: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EFE5FC7F-06CE-500B-5E55-3F07F7965D13}"/>
                  </a:ext>
                </a:extLst>
              </p:cNvPr>
              <p:cNvGrpSpPr/>
              <p:nvPr/>
            </p:nvGrpSpPr>
            <p:grpSpPr>
              <a:xfrm>
                <a:off x="11248637" y="6209272"/>
                <a:ext cx="943363" cy="248479"/>
                <a:chOff x="10932787" y="6224302"/>
                <a:chExt cx="943363" cy="248479"/>
              </a:xfrm>
            </p:grpSpPr>
            <p:sp>
              <p:nvSpPr>
                <p:cNvPr id="155" name="5-Point Star 163">
                  <a:extLst>
                    <a:ext uri="{FF2B5EF4-FFF2-40B4-BE49-F238E27FC236}">
                      <a16:creationId xmlns:a16="http://schemas.microsoft.com/office/drawing/2014/main" id="{DC7D1740-9046-4A32-ADCB-E94857C9D92D}"/>
                    </a:ext>
                  </a:extLst>
                </p:cNvPr>
                <p:cNvSpPr/>
                <p:nvPr/>
              </p:nvSpPr>
              <p:spPr bwMode="gray">
                <a:xfrm>
                  <a:off x="10932787" y="6224302"/>
                  <a:ext cx="248479" cy="248479"/>
                </a:xfrm>
                <a:prstGeom prst="star5">
                  <a:avLst/>
                </a:prstGeom>
                <a:solidFill>
                  <a:srgbClr val="404040"/>
                </a:solidFill>
                <a:ln w="19050" algn="ctr">
                  <a:noFill/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437500F6-9ECC-2C0F-535F-EBCB2015A059}"/>
                    </a:ext>
                  </a:extLst>
                </p:cNvPr>
                <p:cNvSpPr/>
                <p:nvPr/>
              </p:nvSpPr>
              <p:spPr>
                <a:xfrm>
                  <a:off x="11208958" y="6271597"/>
                  <a:ext cx="667192" cy="153888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6D6E71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Arial" panose="020B0604020202020204" pitchFamily="34" charset="0"/>
                    </a:rPr>
                    <a:t>Go-Live</a:t>
                  </a: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AFC34B66-EA66-91AD-E2AA-F5A79D47FD35}"/>
                  </a:ext>
                </a:extLst>
              </p:cNvPr>
              <p:cNvGrpSpPr/>
              <p:nvPr/>
            </p:nvGrpSpPr>
            <p:grpSpPr>
              <a:xfrm>
                <a:off x="10195073" y="6235126"/>
                <a:ext cx="980962" cy="196770"/>
                <a:chOff x="9663781" y="5291646"/>
                <a:chExt cx="980962" cy="196770"/>
              </a:xfrm>
            </p:grpSpPr>
            <p:sp>
              <p:nvSpPr>
                <p:cNvPr id="153" name="Diamond 152">
                  <a:extLst>
                    <a:ext uri="{FF2B5EF4-FFF2-40B4-BE49-F238E27FC236}">
                      <a16:creationId xmlns:a16="http://schemas.microsoft.com/office/drawing/2014/main" id="{C37A9604-4C2D-D2C4-5EA0-81CA00127830}"/>
                    </a:ext>
                  </a:extLst>
                </p:cNvPr>
                <p:cNvSpPr/>
                <p:nvPr/>
              </p:nvSpPr>
              <p:spPr>
                <a:xfrm>
                  <a:off x="9663781" y="5291646"/>
                  <a:ext cx="196770" cy="196770"/>
                </a:xfrm>
                <a:prstGeom prst="diamond">
                  <a:avLst/>
                </a:prstGeom>
                <a:gradFill flip="none" rotWithShape="1">
                  <a:gsLst>
                    <a:gs pos="49000">
                      <a:srgbClr val="B95D1F"/>
                    </a:gs>
                    <a:gs pos="0">
                      <a:schemeClr val="accent2"/>
                    </a:gs>
                    <a:gs pos="50000">
                      <a:schemeClr val="accent2">
                        <a:lumMod val="50000"/>
                      </a:schemeClr>
                    </a:gs>
                    <a:gs pos="100000">
                      <a:schemeClr val="accent2">
                        <a:lumMod val="50000"/>
                      </a:schemeClr>
                    </a:gs>
                  </a:gsLst>
                  <a:lin ang="0" scaled="1"/>
                  <a:tileRect/>
                </a:gradFill>
                <a:ln>
                  <a:solidFill>
                    <a:srgbClr val="6D6E7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84AB5395-C8DA-D7ED-5429-709AFBCE4920}"/>
                    </a:ext>
                  </a:extLst>
                </p:cNvPr>
                <p:cNvSpPr/>
                <p:nvPr/>
              </p:nvSpPr>
              <p:spPr>
                <a:xfrm>
                  <a:off x="9915143" y="5313087"/>
                  <a:ext cx="729600" cy="153888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6D6E71"/>
                      </a:solidFill>
                      <a:effectLst/>
                      <a:uLnTx/>
                      <a:uFillTx/>
                      <a:latin typeface="Calibri" panose="020F0502020204030204"/>
                      <a:ea typeface="Verdana" panose="020B0604030504040204" pitchFamily="34" charset="0"/>
                      <a:cs typeface="Arial" panose="020B0604020202020204" pitchFamily="34" charset="0"/>
                    </a:rPr>
                    <a:t>Milestones</a:t>
                  </a: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endParaRPr>
                </a:p>
              </p:txBody>
            </p: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AE367A6C-F51C-A823-DAE0-65E15436284A}"/>
                  </a:ext>
                </a:extLst>
              </p:cNvPr>
              <p:cNvSpPr/>
              <p:nvPr/>
            </p:nvSpPr>
            <p:spPr>
              <a:xfrm>
                <a:off x="6158253" y="6204858"/>
                <a:ext cx="64306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6D6E71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anose="020B0604020202020204" pitchFamily="34" charset="0"/>
                  </a:rPr>
                  <a:t>Legend</a:t>
                </a: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6D6E71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538AF26A-32FF-5E79-5FAB-61C952E1C798}"/>
                  </a:ext>
                </a:extLst>
              </p:cNvPr>
              <p:cNvCxnSpPr/>
              <p:nvPr/>
            </p:nvCxnSpPr>
            <p:spPr>
              <a:xfrm>
                <a:off x="6948296" y="6234791"/>
                <a:ext cx="0" cy="217131"/>
              </a:xfrm>
              <a:prstGeom prst="line">
                <a:avLst/>
              </a:prstGeom>
              <a:ln w="28575">
                <a:solidFill>
                  <a:srgbClr val="6D6E7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Arrow: Pentagon 143">
              <a:extLst>
                <a:ext uri="{FF2B5EF4-FFF2-40B4-BE49-F238E27FC236}">
                  <a16:creationId xmlns:a16="http://schemas.microsoft.com/office/drawing/2014/main" id="{90575BEF-BEEE-E933-E3BB-421EE6AF49D3}"/>
                </a:ext>
              </a:extLst>
            </p:cNvPr>
            <p:cNvSpPr/>
            <p:nvPr/>
          </p:nvSpPr>
          <p:spPr>
            <a:xfrm>
              <a:off x="10246430" y="3534500"/>
              <a:ext cx="252000" cy="136635"/>
            </a:xfrm>
            <a:prstGeom prst="homePlate">
              <a:avLst/>
            </a:prstGeom>
            <a:pattFill prst="pct50">
              <a:fgClr>
                <a:srgbClr val="FF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DA58EAF9-E922-B0B2-846B-846288BF8F46}"/>
                </a:ext>
              </a:extLst>
            </p:cNvPr>
            <p:cNvSpPr/>
            <p:nvPr/>
          </p:nvSpPr>
          <p:spPr>
            <a:xfrm>
              <a:off x="10586259" y="3519094"/>
              <a:ext cx="667192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6D6E71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Arial" panose="020B0604020202020204" pitchFamily="34" charset="0"/>
                </a:rPr>
                <a:t>Delay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D6E71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endParaRP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D786ADB-BA00-D0BA-01A9-D0CBA6B0D208}"/>
              </a:ext>
            </a:extLst>
          </p:cNvPr>
          <p:cNvGrpSpPr/>
          <p:nvPr/>
        </p:nvGrpSpPr>
        <p:grpSpPr>
          <a:xfrm>
            <a:off x="6653404" y="6510908"/>
            <a:ext cx="4668210" cy="369332"/>
            <a:chOff x="3621684" y="6022088"/>
            <a:chExt cx="4668210" cy="369332"/>
          </a:xfrm>
        </p:grpSpPr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B7896DE3-5240-70D7-3537-D9E67FDC2CEB}"/>
                </a:ext>
              </a:extLst>
            </p:cNvPr>
            <p:cNvSpPr txBox="1"/>
            <p:nvPr/>
          </p:nvSpPr>
          <p:spPr>
            <a:xfrm>
              <a:off x="5318112" y="6022088"/>
              <a:ext cx="385942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C66F012D-27B8-1B1F-AE34-8BBB6D737EFF}"/>
                </a:ext>
              </a:extLst>
            </p:cNvPr>
            <p:cNvSpPr txBox="1"/>
            <p:nvPr/>
          </p:nvSpPr>
          <p:spPr>
            <a:xfrm>
              <a:off x="3817672" y="6022088"/>
              <a:ext cx="4542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6E513AA-14A4-3345-77A0-B2D55F8EDCE6}"/>
                </a:ext>
              </a:extLst>
            </p:cNvPr>
            <p:cNvSpPr txBox="1"/>
            <p:nvPr/>
          </p:nvSpPr>
          <p:spPr>
            <a:xfrm>
              <a:off x="4292087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On-track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19D6A19-9C4E-BC3C-806B-ED17874C0013}"/>
                </a:ext>
              </a:extLst>
            </p:cNvPr>
            <p:cNvSpPr txBox="1"/>
            <p:nvPr/>
          </p:nvSpPr>
          <p:spPr>
            <a:xfrm>
              <a:off x="5724239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Slightly off-track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40CABB5-4D70-0433-9BB2-03EA5A962239}"/>
                </a:ext>
              </a:extLst>
            </p:cNvPr>
            <p:cNvSpPr txBox="1"/>
            <p:nvPr/>
          </p:nvSpPr>
          <p:spPr>
            <a:xfrm>
              <a:off x="6750264" y="6022088"/>
              <a:ext cx="513607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ctr" defTabSz="914400" rtl="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  <a:sym typeface="Wingdings" panose="05000000000000000000" pitchFamily="2" charset="2"/>
                </a:rPr>
                <a:t>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515B53E3-3364-7578-DF74-2108B3BB28D4}"/>
                </a:ext>
              </a:extLst>
            </p:cNvPr>
            <p:cNvSpPr txBox="1"/>
            <p:nvPr/>
          </p:nvSpPr>
          <p:spPr>
            <a:xfrm>
              <a:off x="7284054" y="6115314"/>
              <a:ext cx="1005840" cy="182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77"/>
                </a:rPr>
                <a:t>Off-track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B1BA393B-4172-7D29-8885-A07FEFB1F533}"/>
                </a:ext>
              </a:extLst>
            </p:cNvPr>
            <p:cNvSpPr/>
            <p:nvPr/>
          </p:nvSpPr>
          <p:spPr>
            <a:xfrm>
              <a:off x="3621684" y="6051396"/>
              <a:ext cx="4661452" cy="26502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C2BD0FA-F36F-ACBA-F1B6-1D0E9A85E691}"/>
              </a:ext>
            </a:extLst>
          </p:cNvPr>
          <p:cNvGraphicFramePr>
            <a:graphicFrameLocks noGrp="1"/>
          </p:cNvGraphicFramePr>
          <p:nvPr/>
        </p:nvGraphicFramePr>
        <p:xfrm>
          <a:off x="5574537" y="28706"/>
          <a:ext cx="657258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190">
                  <a:extLst>
                    <a:ext uri="{9D8B030D-6E8A-4147-A177-3AD203B41FA5}">
                      <a16:colId xmlns:a16="http://schemas.microsoft.com/office/drawing/2014/main" val="206438777"/>
                    </a:ext>
                  </a:extLst>
                </a:gridCol>
                <a:gridCol w="1123820">
                  <a:extLst>
                    <a:ext uri="{9D8B030D-6E8A-4147-A177-3AD203B41FA5}">
                      <a16:colId xmlns:a16="http://schemas.microsoft.com/office/drawing/2014/main" val="1679038743"/>
                    </a:ext>
                  </a:extLst>
                </a:gridCol>
                <a:gridCol w="915005">
                  <a:extLst>
                    <a:ext uri="{9D8B030D-6E8A-4147-A177-3AD203B41FA5}">
                      <a16:colId xmlns:a16="http://schemas.microsoft.com/office/drawing/2014/main" val="565544261"/>
                    </a:ext>
                  </a:extLst>
                </a:gridCol>
                <a:gridCol w="1186133">
                  <a:extLst>
                    <a:ext uri="{9D8B030D-6E8A-4147-A177-3AD203B41FA5}">
                      <a16:colId xmlns:a16="http://schemas.microsoft.com/office/drawing/2014/main" val="3072034866"/>
                    </a:ext>
                  </a:extLst>
                </a:gridCol>
                <a:gridCol w="1396650">
                  <a:extLst>
                    <a:ext uri="{9D8B030D-6E8A-4147-A177-3AD203B41FA5}">
                      <a16:colId xmlns:a16="http://schemas.microsoft.com/office/drawing/2014/main" val="1998805191"/>
                    </a:ext>
                  </a:extLst>
                </a:gridCol>
                <a:gridCol w="1244786">
                  <a:extLst>
                    <a:ext uri="{9D8B030D-6E8A-4147-A177-3AD203B41FA5}">
                      <a16:colId xmlns:a16="http://schemas.microsoft.com/office/drawing/2014/main" val="2236392260"/>
                    </a:ext>
                  </a:extLst>
                </a:gridCol>
              </a:tblGrid>
              <a:tr h="218930">
                <a:tc rowSpan="2">
                  <a:txBody>
                    <a:bodyPr/>
                    <a:lstStyle/>
                    <a:p>
                      <a:r>
                        <a:rPr lang="en-US" sz="1200"/>
                        <a:t>Date of last 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&lt;DD-MON-YYYY &gt;</a:t>
                      </a:r>
                      <a:endParaRPr lang="en-US" sz="10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Region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&lt;Region&gt;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Sponsor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&lt;Name Here&gt;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916471"/>
                  </a:ext>
                </a:extLst>
              </a:tr>
              <a:tr h="364883">
                <a:tc vMerge="1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&lt;Function Nm&gt;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03153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Project Manager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&lt;Name Here&gt;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01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99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Project Timelines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Provides timeline view of key activities across 5 phases of a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49C2A1-0802-63F6-11B5-193F4DBD021C}"/>
              </a:ext>
            </a:extLst>
          </p:cNvPr>
          <p:cNvGrpSpPr/>
          <p:nvPr/>
        </p:nvGrpSpPr>
        <p:grpSpPr>
          <a:xfrm>
            <a:off x="609600" y="1164101"/>
            <a:ext cx="3290753" cy="278537"/>
            <a:chOff x="609600" y="844061"/>
            <a:chExt cx="3290753" cy="27853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52DA5C-77EC-810C-4912-0B94B11C06F9}"/>
                </a:ext>
              </a:extLst>
            </p:cNvPr>
            <p:cNvSpPr/>
            <p:nvPr/>
          </p:nvSpPr>
          <p:spPr>
            <a:xfrm>
              <a:off x="609600" y="844061"/>
              <a:ext cx="1005840" cy="278537"/>
            </a:xfrm>
            <a:prstGeom prst="rect">
              <a:avLst/>
            </a:prstGeom>
            <a:solidFill>
              <a:srgbClr val="F9BEB9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</a:rPr>
                <a:t>Project Name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D05456-4A46-AC24-5F79-9135FA1944FD}"/>
                </a:ext>
              </a:extLst>
            </p:cNvPr>
            <p:cNvSpPr/>
            <p:nvPr/>
          </p:nvSpPr>
          <p:spPr>
            <a:xfrm>
              <a:off x="1614353" y="844061"/>
              <a:ext cx="2286000" cy="2785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E81A59F-1974-6D2B-E4EA-4DA375D71F42}"/>
              </a:ext>
            </a:extLst>
          </p:cNvPr>
          <p:cNvGrpSpPr/>
          <p:nvPr/>
        </p:nvGrpSpPr>
        <p:grpSpPr>
          <a:xfrm>
            <a:off x="4452519" y="1164101"/>
            <a:ext cx="3291840" cy="278537"/>
            <a:chOff x="3932128" y="844061"/>
            <a:chExt cx="3291840" cy="27853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ADD3A8-6AD0-1891-241D-704723627FE7}"/>
                </a:ext>
              </a:extLst>
            </p:cNvPr>
            <p:cNvSpPr/>
            <p:nvPr/>
          </p:nvSpPr>
          <p:spPr>
            <a:xfrm>
              <a:off x="3932128" y="844061"/>
              <a:ext cx="1005840" cy="278537"/>
            </a:xfrm>
            <a:prstGeom prst="rect">
              <a:avLst/>
            </a:prstGeom>
            <a:solidFill>
              <a:srgbClr val="F9BEB9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</a:rPr>
                <a:t>Project Sponsor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8A1013-37FF-5A08-AD24-B1F2B732FCA0}"/>
                </a:ext>
              </a:extLst>
            </p:cNvPr>
            <p:cNvSpPr/>
            <p:nvPr/>
          </p:nvSpPr>
          <p:spPr>
            <a:xfrm>
              <a:off x="4937968" y="844061"/>
              <a:ext cx="2286000" cy="2785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6BCB52-5C7C-7CC4-2657-CB83CD1799E0}"/>
              </a:ext>
            </a:extLst>
          </p:cNvPr>
          <p:cNvGrpSpPr/>
          <p:nvPr/>
        </p:nvGrpSpPr>
        <p:grpSpPr>
          <a:xfrm>
            <a:off x="8296525" y="1164101"/>
            <a:ext cx="3271582" cy="278537"/>
            <a:chOff x="8711048" y="844061"/>
            <a:chExt cx="3271582" cy="27853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62A23B-DCC5-4352-D2F1-49286326379C}"/>
                </a:ext>
              </a:extLst>
            </p:cNvPr>
            <p:cNvSpPr/>
            <p:nvPr/>
          </p:nvSpPr>
          <p:spPr>
            <a:xfrm>
              <a:off x="8711048" y="844061"/>
              <a:ext cx="1005840" cy="278537"/>
            </a:xfrm>
            <a:prstGeom prst="rect">
              <a:avLst/>
            </a:prstGeom>
            <a:solidFill>
              <a:srgbClr val="F9BEB9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</a:rPr>
                <a:t>Project Lead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299A5D-4749-2A73-B01F-68A6325F12EA}"/>
                </a:ext>
              </a:extLst>
            </p:cNvPr>
            <p:cNvSpPr/>
            <p:nvPr/>
          </p:nvSpPr>
          <p:spPr>
            <a:xfrm>
              <a:off x="9696630" y="844061"/>
              <a:ext cx="2286000" cy="2785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Unilever Shilling" panose="020B0502020202020204" pitchFamily="34" charset="0"/>
              </a:endParaRPr>
            </a:p>
          </p:txBody>
        </p:sp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96407B-910F-DFA1-A03B-AB9BCB1AD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617413"/>
              </p:ext>
            </p:extLst>
          </p:nvPr>
        </p:nvGraphicFramePr>
        <p:xfrm>
          <a:off x="609601" y="1570798"/>
          <a:ext cx="10958506" cy="4232937"/>
        </p:xfrm>
        <a:graphic>
          <a:graphicData uri="http://schemas.openxmlformats.org/drawingml/2006/table">
            <a:tbl>
              <a:tblPr firstRow="1" bandRow="1"/>
              <a:tblGrid>
                <a:gridCol w="827056">
                  <a:extLst>
                    <a:ext uri="{9D8B030D-6E8A-4147-A177-3AD203B41FA5}">
                      <a16:colId xmlns:a16="http://schemas.microsoft.com/office/drawing/2014/main" val="3027172186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469083278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207030173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919840228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161748572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265321862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652469004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542031226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850301121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10792065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695650380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514864499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558531148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646103779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898165950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199393331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1793875349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945081231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2801388534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4023892994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4023154721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314532849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608053984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19033703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3429880645"/>
                    </a:ext>
                  </a:extLst>
                </a:gridCol>
                <a:gridCol w="405258">
                  <a:extLst>
                    <a:ext uri="{9D8B030D-6E8A-4147-A177-3AD203B41FA5}">
                      <a16:colId xmlns:a16="http://schemas.microsoft.com/office/drawing/2014/main" val="4047877792"/>
                    </a:ext>
                  </a:extLst>
                </a:gridCol>
              </a:tblGrid>
              <a:tr h="3334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September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71B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21635"/>
                  </a:ext>
                </a:extLst>
              </a:tr>
              <a:tr h="3333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 sz="1100" b="1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B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223917"/>
                  </a:ext>
                </a:extLst>
              </a:tr>
              <a:tr h="7132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DISCOVERY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15997"/>
                  </a:ext>
                </a:extLst>
              </a:tr>
              <a:tr h="7132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marL="0" marR="0" lvl="0" indent="0" algn="ctr" defTabSz="9141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INITIATION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767715"/>
                  </a:ext>
                </a:extLst>
              </a:tr>
              <a:tr h="7132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r>
                        <a:rPr lang="en-US" sz="1050" b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PLANNING &amp; DESIGN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685087"/>
                  </a:ext>
                </a:extLst>
              </a:tr>
              <a:tr h="7132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r>
                        <a:rPr lang="en-US" sz="1050" b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EXECUTE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778304"/>
                  </a:ext>
                </a:extLst>
              </a:tr>
              <a:tr h="7132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r>
                        <a:rPr lang="en-US" sz="1050" b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CLOSURE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peedee"/>
                        </a:defRPr>
                      </a:lvl9pPr>
                    </a:lstStyle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388841"/>
                  </a:ext>
                </a:extLst>
              </a:tr>
            </a:tbl>
          </a:graphicData>
        </a:graphic>
      </p:graphicFrame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39DB8B29-5454-A1D5-2366-AA4D91BEED1D}"/>
              </a:ext>
            </a:extLst>
          </p:cNvPr>
          <p:cNvSpPr/>
          <p:nvPr/>
        </p:nvSpPr>
        <p:spPr>
          <a:xfrm>
            <a:off x="4356472" y="3877082"/>
            <a:ext cx="1737360" cy="274320"/>
          </a:xfrm>
          <a:prstGeom prst="homePlate">
            <a:avLst/>
          </a:prstGeom>
          <a:solidFill>
            <a:srgbClr val="F9BEB9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82880" tIns="91440" rIns="18288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edee"/>
              <a:ea typeface="+mn-ea"/>
              <a:cs typeface="+mn-cs"/>
            </a:endParaRP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26B23257-F083-EE09-94E5-A0785BA9266C}"/>
              </a:ext>
            </a:extLst>
          </p:cNvPr>
          <p:cNvSpPr/>
          <p:nvPr/>
        </p:nvSpPr>
        <p:spPr>
          <a:xfrm>
            <a:off x="6058973" y="4596839"/>
            <a:ext cx="3566160" cy="274320"/>
          </a:xfrm>
          <a:prstGeom prst="homePlate">
            <a:avLst/>
          </a:prstGeom>
          <a:solidFill>
            <a:srgbClr val="F9BEB9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82880" tIns="91440" rIns="18288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edee"/>
              <a:ea typeface="+mn-ea"/>
              <a:cs typeface="+mn-cs"/>
            </a:endParaRP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12AD3D10-AE0B-D394-CE5F-9296EC0F863F}"/>
              </a:ext>
            </a:extLst>
          </p:cNvPr>
          <p:cNvSpPr/>
          <p:nvPr/>
        </p:nvSpPr>
        <p:spPr>
          <a:xfrm>
            <a:off x="9830747" y="5321359"/>
            <a:ext cx="1737360" cy="274320"/>
          </a:xfrm>
          <a:prstGeom prst="homePlate">
            <a:avLst/>
          </a:prstGeom>
          <a:solidFill>
            <a:srgbClr val="F9BEB9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82880" tIns="91440" rIns="18288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edee"/>
              <a:ea typeface="+mn-ea"/>
              <a:cs typeface="+mn-cs"/>
            </a:endParaRP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17C4110B-0AA6-C6EC-7FF6-A1C8E3F21C5C}"/>
              </a:ext>
            </a:extLst>
          </p:cNvPr>
          <p:cNvSpPr/>
          <p:nvPr/>
        </p:nvSpPr>
        <p:spPr>
          <a:xfrm>
            <a:off x="1547325" y="2395489"/>
            <a:ext cx="1463040" cy="274320"/>
          </a:xfrm>
          <a:prstGeom prst="homePlate">
            <a:avLst/>
          </a:prstGeom>
          <a:solidFill>
            <a:srgbClr val="F9BEB9">
              <a:alpha val="33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 lIns="182880" tIns="91440" rIns="18288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edee"/>
              <a:ea typeface="+mn-ea"/>
              <a:cs typeface="+mn-cs"/>
            </a:endParaRP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80EEBC9C-36D9-20E8-A8F1-7B5D4D06B4F6}"/>
              </a:ext>
            </a:extLst>
          </p:cNvPr>
          <p:cNvSpPr/>
          <p:nvPr/>
        </p:nvSpPr>
        <p:spPr>
          <a:xfrm>
            <a:off x="2918676" y="3161432"/>
            <a:ext cx="1371600" cy="274320"/>
          </a:xfrm>
          <a:prstGeom prst="homePlate">
            <a:avLst/>
          </a:prstGeom>
          <a:solidFill>
            <a:srgbClr val="F9BEB9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182880" tIns="91440" rIns="182880" bIns="9144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edee"/>
              <a:ea typeface="+mn-ea"/>
              <a:cs typeface="+mn-cs"/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B411E352-7531-9939-7397-54BAD2BC03B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06679" y="6013682"/>
            <a:ext cx="137160" cy="137160"/>
          </a:xfrm>
          <a:prstGeom prst="arc">
            <a:avLst>
              <a:gd name="adj1" fmla="val 16200000"/>
              <a:gd name="adj2" fmla="val 16200000"/>
            </a:avLst>
          </a:prstGeom>
          <a:solidFill>
            <a:srgbClr val="00B050"/>
          </a:solidFill>
          <a:ln w="6350" cap="flat" cmpd="sng" algn="ctr">
            <a:noFill/>
            <a:prstDash val="solid"/>
            <a:miter lim="800000"/>
            <a:tailEnd type="none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accent1"/>
                </a:solidFill>
                <a:prstDash val="solid"/>
                <a:miter lim="800000"/>
                <a:tailEnd type="none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BC0D">
                  <a:lumMod val="20000"/>
                  <a:lumOff val="8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D4FCC1D-7B32-1C04-5DB8-4A72697136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799569" y="6013682"/>
            <a:ext cx="137160" cy="137160"/>
          </a:xfrm>
          <a:prstGeom prst="arc">
            <a:avLst>
              <a:gd name="adj1" fmla="val 16200000"/>
              <a:gd name="adj2" fmla="val 16200000"/>
            </a:avLst>
          </a:prstGeom>
          <a:solidFill>
            <a:srgbClr val="0070C0"/>
          </a:solidFill>
          <a:ln w="6350" cap="flat" cmpd="sng" algn="ctr">
            <a:noFill/>
            <a:prstDash val="solid"/>
            <a:miter lim="800000"/>
            <a:tailEnd type="none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accent1"/>
                </a:solidFill>
                <a:prstDash val="solid"/>
                <a:miter lim="800000"/>
                <a:tailEnd type="none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BC0D">
                  <a:lumMod val="20000"/>
                  <a:lumOff val="8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371371-0702-0AAE-3174-054D61A49D72}"/>
              </a:ext>
            </a:extLst>
          </p:cNvPr>
          <p:cNvSpPr txBox="1"/>
          <p:nvPr/>
        </p:nvSpPr>
        <p:spPr>
          <a:xfrm>
            <a:off x="3025800" y="6005318"/>
            <a:ext cx="78806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Speedee" panose="020B0603030502020204" pitchFamily="34" charset="0"/>
                <a:cs typeface="Arial" panose="020B0604020202020204" pitchFamily="34" charset="0"/>
                <a:sym typeface="Speedee" panose="020B06030305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Speedee" panose="020B0603030502020204" pitchFamily="34" charset="0"/>
              </a:rPr>
              <a:t>Completed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1FDEE667-10D5-2432-D324-9AE2CA4CA97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560485" y="6013682"/>
            <a:ext cx="137160" cy="137160"/>
          </a:xfrm>
          <a:prstGeom prst="arc">
            <a:avLst>
              <a:gd name="adj1" fmla="val 16200000"/>
              <a:gd name="adj2" fmla="val 16200000"/>
            </a:avLst>
          </a:prstGeom>
          <a:solidFill>
            <a:schemeClr val="bg2">
              <a:lumMod val="90000"/>
            </a:schemeClr>
          </a:solidFill>
          <a:ln w="6350" cap="flat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BC0D">
                  <a:lumMod val="20000"/>
                  <a:lumOff val="8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B5A29B-E1CA-594F-7948-827FBC300425}"/>
              </a:ext>
            </a:extLst>
          </p:cNvPr>
          <p:cNvSpPr txBox="1"/>
          <p:nvPr/>
        </p:nvSpPr>
        <p:spPr>
          <a:xfrm>
            <a:off x="4787121" y="6005318"/>
            <a:ext cx="73152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Speedee" panose="020B0603030502020204" pitchFamily="34" charset="0"/>
                <a:cs typeface="Arial" panose="020B0604020202020204" pitchFamily="34" charset="0"/>
                <a:sym typeface="Speedee" panose="020B06030305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Speedee" panose="020B0603030502020204" pitchFamily="34" charset="0"/>
              </a:rPr>
              <a:t>Yet to Start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B67C948-C422-85D5-AAD0-11A2F8ED2E20}"/>
              </a:ext>
            </a:extLst>
          </p:cNvPr>
          <p:cNvGrpSpPr/>
          <p:nvPr/>
        </p:nvGrpSpPr>
        <p:grpSpPr>
          <a:xfrm>
            <a:off x="1603873" y="6005318"/>
            <a:ext cx="1130956" cy="153888"/>
            <a:chOff x="1603873" y="6041894"/>
            <a:chExt cx="1130956" cy="153888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4E87DC5-9119-D9D4-2896-3281B537E478}"/>
                </a:ext>
              </a:extLst>
            </p:cNvPr>
            <p:cNvSpPr/>
            <p:nvPr/>
          </p:nvSpPr>
          <p:spPr>
            <a:xfrm>
              <a:off x="1603873" y="6050258"/>
              <a:ext cx="137160" cy="13716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4F51F9D-03E3-52C0-D43F-4BD128154F89}"/>
                </a:ext>
              </a:extLst>
            </p:cNvPr>
            <p:cNvSpPr txBox="1"/>
            <p:nvPr/>
          </p:nvSpPr>
          <p:spPr>
            <a:xfrm>
              <a:off x="1794705" y="6041894"/>
              <a:ext cx="940124" cy="1538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Critical Activities</a:t>
              </a:r>
            </a:p>
          </p:txBody>
        </p:sp>
      </p:grpSp>
      <p:sp>
        <p:nvSpPr>
          <p:cNvPr id="38" name="Arc 37">
            <a:extLst>
              <a:ext uri="{FF2B5EF4-FFF2-40B4-BE49-F238E27FC236}">
                <a16:creationId xmlns:a16="http://schemas.microsoft.com/office/drawing/2014/main" id="{9291E1E8-28FE-CCDA-55A5-A2FCBC08F70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458605" y="6013682"/>
            <a:ext cx="137160" cy="137160"/>
          </a:xfrm>
          <a:prstGeom prst="arc">
            <a:avLst>
              <a:gd name="adj1" fmla="val 16200000"/>
              <a:gd name="adj2" fmla="val 16200000"/>
            </a:avLst>
          </a:prstGeom>
          <a:solidFill>
            <a:srgbClr val="FFC000"/>
          </a:solidFill>
          <a:ln w="6350" cap="flat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BC0D">
                  <a:lumMod val="20000"/>
                  <a:lumOff val="8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FE076C-47B1-BD71-B6D6-8C8B7A8AF1EC}"/>
              </a:ext>
            </a:extLst>
          </p:cNvPr>
          <p:cNvSpPr txBox="1"/>
          <p:nvPr/>
        </p:nvSpPr>
        <p:spPr>
          <a:xfrm>
            <a:off x="5685241" y="6005318"/>
            <a:ext cx="73152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Speedee" panose="020B0603030502020204" pitchFamily="34" charset="0"/>
                <a:cs typeface="Arial" panose="020B0604020202020204" pitchFamily="34" charset="0"/>
                <a:sym typeface="Speedee" panose="020B06030305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Speedee" panose="020B0603030502020204" pitchFamily="34" charset="0"/>
              </a:rPr>
              <a:t>Delayed</a:t>
            </a: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25EC1B0C-D0C6-9188-9221-82FDCF7FC1E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24675" y="6013682"/>
            <a:ext cx="137160" cy="137160"/>
          </a:xfrm>
          <a:prstGeom prst="arc">
            <a:avLst>
              <a:gd name="adj1" fmla="val 16200000"/>
              <a:gd name="adj2" fmla="val 16200000"/>
            </a:avLst>
          </a:prstGeom>
          <a:solidFill>
            <a:srgbClr val="FFFF00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BC0D">
                  <a:lumMod val="20000"/>
                  <a:lumOff val="80000"/>
                </a:srgb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F8FEED-030B-AC94-CD21-B28BA1DE0E14}"/>
              </a:ext>
            </a:extLst>
          </p:cNvPr>
          <p:cNvSpPr txBox="1"/>
          <p:nvPr/>
        </p:nvSpPr>
        <p:spPr>
          <a:xfrm>
            <a:off x="6451311" y="6005318"/>
            <a:ext cx="73152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Speedee" panose="020B0603030502020204" pitchFamily="34" charset="0"/>
                <a:cs typeface="Arial" panose="020B0604020202020204" pitchFamily="34" charset="0"/>
                <a:sym typeface="Speedee" panose="020B06030305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Speedee" panose="020B0603030502020204" pitchFamily="34" charset="0"/>
              </a:rPr>
              <a:t>At risk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9E9B22D-3AE8-A134-5095-6D697BFA0FFA}"/>
              </a:ext>
            </a:extLst>
          </p:cNvPr>
          <p:cNvGrpSpPr/>
          <p:nvPr/>
        </p:nvGrpSpPr>
        <p:grpSpPr>
          <a:xfrm>
            <a:off x="4056814" y="2269535"/>
            <a:ext cx="382906" cy="4481866"/>
            <a:chOff x="6343935" y="1625458"/>
            <a:chExt cx="503546" cy="4908392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F80C512-3746-BDD8-C6FF-9E1A9441F054}"/>
                </a:ext>
              </a:extLst>
            </p:cNvPr>
            <p:cNvGrpSpPr/>
            <p:nvPr/>
          </p:nvGrpSpPr>
          <p:grpSpPr>
            <a:xfrm>
              <a:off x="6493424" y="1625458"/>
              <a:ext cx="197756" cy="4812446"/>
              <a:chOff x="5384612" y="1566002"/>
              <a:chExt cx="197756" cy="4812446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8EFF6731-0CC3-DEA4-D8F2-2A00DC92DF99}"/>
                  </a:ext>
                </a:extLst>
              </p:cNvPr>
              <p:cNvGrpSpPr/>
              <p:nvPr/>
            </p:nvGrpSpPr>
            <p:grpSpPr>
              <a:xfrm>
                <a:off x="5384612" y="1571625"/>
                <a:ext cx="182879" cy="4806823"/>
                <a:chOff x="5380340" y="1571625"/>
                <a:chExt cx="182879" cy="4806823"/>
              </a:xfrm>
            </p:grpSpPr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CA840D74-AC58-94AA-7AFA-D467DDEE5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77780" y="1571625"/>
                  <a:ext cx="0" cy="4806823"/>
                </a:xfrm>
                <a:prstGeom prst="line">
                  <a:avLst/>
                </a:prstGeom>
                <a:solidFill>
                  <a:srgbClr val="FF0000"/>
                </a:solidFill>
                <a:ln w="28575" cap="flat" cmpd="sng" algn="ctr">
                  <a:solidFill>
                    <a:srgbClr val="FF0000"/>
                  </a:solidFill>
                  <a:prstDash val="dash"/>
                  <a:miter lim="800000"/>
                </a:ln>
                <a:effectLst/>
              </p:spPr>
            </p:cxnSp>
            <p:sp>
              <p:nvSpPr>
                <p:cNvPr id="68" name="Isosceles Triangle 67">
                  <a:extLst>
                    <a:ext uri="{FF2B5EF4-FFF2-40B4-BE49-F238E27FC236}">
                      <a16:creationId xmlns:a16="http://schemas.microsoft.com/office/drawing/2014/main" id="{E045AA59-A75B-61BB-B78B-47F9B67F295B}"/>
                    </a:ext>
                  </a:extLst>
                </p:cNvPr>
                <p:cNvSpPr/>
                <p:nvPr/>
              </p:nvSpPr>
              <p:spPr>
                <a:xfrm>
                  <a:off x="5380340" y="6201488"/>
                  <a:ext cx="182879" cy="91440"/>
                </a:xfrm>
                <a:prstGeom prst="triangle">
                  <a:avLst/>
                </a:prstGeom>
                <a:solidFill>
                  <a:srgbClr val="FF0000"/>
                </a:solidFill>
                <a:ln w="28575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Speedee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7095BE47-FD12-E387-726B-1606D41EA77A}"/>
                  </a:ext>
                </a:extLst>
              </p:cNvPr>
              <p:cNvSpPr/>
              <p:nvPr/>
            </p:nvSpPr>
            <p:spPr>
              <a:xfrm rot="10800000">
                <a:off x="5399488" y="1566002"/>
                <a:ext cx="182880" cy="91440"/>
              </a:xfrm>
              <a:prstGeom prst="triangle">
                <a:avLst/>
              </a:prstGeom>
              <a:solidFill>
                <a:srgbClr val="FF0000"/>
              </a:solidFill>
              <a:ln w="28575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peedee"/>
                  <a:ea typeface="+mn-ea"/>
                  <a:cs typeface="+mn-cs"/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227ED45-389C-0DEE-CAC7-CDD29C0790CF}"/>
                </a:ext>
              </a:extLst>
            </p:cNvPr>
            <p:cNvSpPr txBox="1"/>
            <p:nvPr/>
          </p:nvSpPr>
          <p:spPr>
            <a:xfrm>
              <a:off x="6343935" y="6387601"/>
              <a:ext cx="503546" cy="146249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peedee"/>
                  <a:ea typeface="+mn-ea"/>
                  <a:cs typeface="+mn-cs"/>
                </a:rPr>
                <a:t>Today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5CB020F-4B2C-3536-FC27-E68F0456ABF6}"/>
              </a:ext>
            </a:extLst>
          </p:cNvPr>
          <p:cNvGrpSpPr/>
          <p:nvPr/>
        </p:nvGrpSpPr>
        <p:grpSpPr>
          <a:xfrm>
            <a:off x="1626078" y="2346321"/>
            <a:ext cx="689324" cy="540399"/>
            <a:chOff x="1626078" y="2126865"/>
            <a:chExt cx="689324" cy="540399"/>
          </a:xfrm>
        </p:grpSpPr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9023C262-7E7C-8F98-4212-F17527F357D2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916CC2A-5E0D-FF0B-D7AC-7BC9275F13EC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1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9A79F13-6990-78B4-CE7D-716278E70895}"/>
              </a:ext>
            </a:extLst>
          </p:cNvPr>
          <p:cNvGrpSpPr/>
          <p:nvPr/>
        </p:nvGrpSpPr>
        <p:grpSpPr>
          <a:xfrm>
            <a:off x="2308821" y="2353536"/>
            <a:ext cx="689324" cy="540399"/>
            <a:chOff x="1626078" y="2126865"/>
            <a:chExt cx="689324" cy="540399"/>
          </a:xfrm>
        </p:grpSpPr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6A0ACABE-A124-DE9B-EB18-12F0361FF26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2FA822F-C390-CC50-67FB-72C9EBE9B0BD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2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6447BED-8977-A9FC-5C1E-D4ADD864CB2B}"/>
              </a:ext>
            </a:extLst>
          </p:cNvPr>
          <p:cNvGrpSpPr/>
          <p:nvPr/>
        </p:nvGrpSpPr>
        <p:grpSpPr>
          <a:xfrm>
            <a:off x="3584082" y="3118928"/>
            <a:ext cx="689324" cy="540399"/>
            <a:chOff x="1626078" y="2126865"/>
            <a:chExt cx="689324" cy="540399"/>
          </a:xfrm>
        </p:grpSpPr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BC261623-E7EF-0620-76BE-B9B2C5E577A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033194C-90EF-EFE0-5A2A-6E6FBFA8A882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3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1C99D48-8363-7C13-0F1F-D6E362814F4B}"/>
              </a:ext>
            </a:extLst>
          </p:cNvPr>
          <p:cNvGrpSpPr/>
          <p:nvPr/>
        </p:nvGrpSpPr>
        <p:grpSpPr>
          <a:xfrm>
            <a:off x="4334284" y="3834311"/>
            <a:ext cx="689324" cy="540399"/>
            <a:chOff x="1626078" y="2126865"/>
            <a:chExt cx="689324" cy="540399"/>
          </a:xfrm>
        </p:grpSpPr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8CAF9765-C6F0-40F4-73BE-3458845E4C7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76497B3-59DB-1F64-590B-27F178C5B39B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4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90870C1-EDD1-455B-1E21-CB3867A444C5}"/>
              </a:ext>
            </a:extLst>
          </p:cNvPr>
          <p:cNvGrpSpPr/>
          <p:nvPr/>
        </p:nvGrpSpPr>
        <p:grpSpPr>
          <a:xfrm>
            <a:off x="5399530" y="3843875"/>
            <a:ext cx="689324" cy="540399"/>
            <a:chOff x="1626078" y="2126865"/>
            <a:chExt cx="689324" cy="540399"/>
          </a:xfrm>
        </p:grpSpPr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EF5BEC03-12FA-62C7-F6E7-5D822939190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670A05C-1C66-3576-7948-48086F5D4A70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4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23BDF70-8BB4-B02F-4044-5C3690837914}"/>
              </a:ext>
            </a:extLst>
          </p:cNvPr>
          <p:cNvGrpSpPr/>
          <p:nvPr/>
        </p:nvGrpSpPr>
        <p:grpSpPr>
          <a:xfrm>
            <a:off x="6058973" y="4545658"/>
            <a:ext cx="689324" cy="540399"/>
            <a:chOff x="1626078" y="2126865"/>
            <a:chExt cx="689324" cy="540399"/>
          </a:xfrm>
        </p:grpSpPr>
        <p:sp>
          <p:nvSpPr>
            <p:cNvPr id="85" name="Arc 84">
              <a:extLst>
                <a:ext uri="{FF2B5EF4-FFF2-40B4-BE49-F238E27FC236}">
                  <a16:creationId xmlns:a16="http://schemas.microsoft.com/office/drawing/2014/main" id="{156CB0EA-A5C2-2381-0576-E07C9F08CB2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70C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40E57AD-55BE-C432-86C1-5047A3CCC860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5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6573BBA-EACC-6326-25BC-1D307E3E8FE6}"/>
              </a:ext>
            </a:extLst>
          </p:cNvPr>
          <p:cNvGrpSpPr/>
          <p:nvPr/>
        </p:nvGrpSpPr>
        <p:grpSpPr>
          <a:xfrm>
            <a:off x="6748297" y="4545658"/>
            <a:ext cx="689324" cy="540399"/>
            <a:chOff x="1626078" y="2126865"/>
            <a:chExt cx="689324" cy="540399"/>
          </a:xfrm>
        </p:grpSpPr>
        <p:sp>
          <p:nvSpPr>
            <p:cNvPr id="88" name="Arc 87">
              <a:extLst>
                <a:ext uri="{FF2B5EF4-FFF2-40B4-BE49-F238E27FC236}">
                  <a16:creationId xmlns:a16="http://schemas.microsoft.com/office/drawing/2014/main" id="{C4D03C46-0E96-19CE-CD32-58963C9B9AD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C00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CF2610E-8B9C-56BF-85B6-9B2B5C31D6B6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6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83A2710-7541-5C55-B0D1-DE1CE3ABCC1B}"/>
              </a:ext>
            </a:extLst>
          </p:cNvPr>
          <p:cNvGrpSpPr/>
          <p:nvPr/>
        </p:nvGrpSpPr>
        <p:grpSpPr>
          <a:xfrm>
            <a:off x="7698663" y="4545658"/>
            <a:ext cx="689324" cy="540399"/>
            <a:chOff x="1626078" y="2126865"/>
            <a:chExt cx="689324" cy="540399"/>
          </a:xfrm>
        </p:grpSpPr>
        <p:sp>
          <p:nvSpPr>
            <p:cNvPr id="91" name="Arc 90">
              <a:extLst>
                <a:ext uri="{FF2B5EF4-FFF2-40B4-BE49-F238E27FC236}">
                  <a16:creationId xmlns:a16="http://schemas.microsoft.com/office/drawing/2014/main" id="{425CCB4A-D217-186B-5A56-2844FFF6D2D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B3ABE60-92B7-08FA-09A7-11FE68DA8B38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7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80C677C-D687-0DC9-E3B6-5C959E3ADA34}"/>
              </a:ext>
            </a:extLst>
          </p:cNvPr>
          <p:cNvGrpSpPr/>
          <p:nvPr/>
        </p:nvGrpSpPr>
        <p:grpSpPr>
          <a:xfrm>
            <a:off x="9024952" y="4554802"/>
            <a:ext cx="689324" cy="531255"/>
            <a:chOff x="1626078" y="2136009"/>
            <a:chExt cx="689324" cy="531255"/>
          </a:xfrm>
        </p:grpSpPr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57987CD3-B140-87D2-ECDB-BEEB60B5E66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787860" y="2136009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BFFB472-0F32-D061-C421-2129A40BB0B1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8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85EA3A7-DEDB-0B85-1CA7-08C8083E32A0}"/>
              </a:ext>
            </a:extLst>
          </p:cNvPr>
          <p:cNvGrpSpPr/>
          <p:nvPr/>
        </p:nvGrpSpPr>
        <p:grpSpPr>
          <a:xfrm>
            <a:off x="9848101" y="5274945"/>
            <a:ext cx="689324" cy="540399"/>
            <a:chOff x="1626078" y="2126865"/>
            <a:chExt cx="689324" cy="540399"/>
          </a:xfrm>
        </p:grpSpPr>
        <p:sp>
          <p:nvSpPr>
            <p:cNvPr id="97" name="Arc 96">
              <a:extLst>
                <a:ext uri="{FF2B5EF4-FFF2-40B4-BE49-F238E27FC236}">
                  <a16:creationId xmlns:a16="http://schemas.microsoft.com/office/drawing/2014/main" id="{A4EED60D-C9B3-2FA4-CB3C-AA2D658CD4D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E9FC6A1-9226-01C4-4738-68DB28280A89}"/>
                </a:ext>
              </a:extLst>
            </p:cNvPr>
            <p:cNvSpPr/>
            <p:nvPr/>
          </p:nvSpPr>
          <p:spPr>
            <a:xfrm>
              <a:off x="1626078" y="2496932"/>
              <a:ext cx="689324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9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C51E2E3-3920-2CDC-006F-78DC5C0BD786}"/>
              </a:ext>
            </a:extLst>
          </p:cNvPr>
          <p:cNvGrpSpPr/>
          <p:nvPr/>
        </p:nvGrpSpPr>
        <p:grpSpPr>
          <a:xfrm>
            <a:off x="10689344" y="5274945"/>
            <a:ext cx="758256" cy="540399"/>
            <a:chOff x="1591612" y="2126865"/>
            <a:chExt cx="758256" cy="540399"/>
          </a:xfrm>
        </p:grpSpPr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F09398BB-471D-2B7C-52A3-234ECD033A7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787860" y="2126865"/>
              <a:ext cx="365760" cy="3657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FF8685B-F9DE-80FF-34B7-414FC8F84337}"/>
                </a:ext>
              </a:extLst>
            </p:cNvPr>
            <p:cNvSpPr/>
            <p:nvPr/>
          </p:nvSpPr>
          <p:spPr>
            <a:xfrm>
              <a:off x="1591612" y="2496932"/>
              <a:ext cx="758256" cy="170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Activity 10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8C2D62D-B5F8-3FC4-B529-26E72C194A19}"/>
              </a:ext>
            </a:extLst>
          </p:cNvPr>
          <p:cNvSpPr txBox="1"/>
          <p:nvPr/>
        </p:nvSpPr>
        <p:spPr>
          <a:xfrm>
            <a:off x="3932910" y="6005318"/>
            <a:ext cx="48578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Speedee" panose="020B0603030502020204" pitchFamily="34" charset="0"/>
                <a:cs typeface="Arial" panose="020B0604020202020204" pitchFamily="34" charset="0"/>
                <a:sym typeface="Speedee" panose="020B06030305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Speedee" panose="020B0603030502020204" pitchFamily="34" charset="0"/>
                <a:sym typeface="Speedee" panose="020B06030305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Speedee" panose="020B0603030502020204" pitchFamily="34" charset="0"/>
              </a:rPr>
              <a:t>On track</a:t>
            </a:r>
          </a:p>
        </p:txBody>
      </p:sp>
      <p:sp>
        <p:nvSpPr>
          <p:cNvPr id="28" name="Rectangle 27">
            <a:hlinkClick r:id="rId19"/>
            <a:extLst>
              <a:ext uri="{FF2B5EF4-FFF2-40B4-BE49-F238E27FC236}">
                <a16:creationId xmlns:a16="http://schemas.microsoft.com/office/drawing/2014/main" id="{B467E03A-740F-260D-EC0E-4B85D3CD51B8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Project Plan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02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Budget Tracker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Tracks project actuals by comparing it against approved budget and forecasts across key cost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3C590E-AAD6-4ADE-EBE2-134CAB138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348636"/>
              </p:ext>
            </p:extLst>
          </p:nvPr>
        </p:nvGraphicFramePr>
        <p:xfrm>
          <a:off x="600118" y="1484868"/>
          <a:ext cx="11127767" cy="4116121"/>
        </p:xfrm>
        <a:graphic>
          <a:graphicData uri="http://schemas.openxmlformats.org/drawingml/2006/table">
            <a:tbl>
              <a:tblPr/>
              <a:tblGrid>
                <a:gridCol w="921316">
                  <a:extLst>
                    <a:ext uri="{9D8B030D-6E8A-4147-A177-3AD203B41FA5}">
                      <a16:colId xmlns:a16="http://schemas.microsoft.com/office/drawing/2014/main" val="1395127167"/>
                    </a:ext>
                  </a:extLst>
                </a:gridCol>
                <a:gridCol w="1934764">
                  <a:extLst>
                    <a:ext uri="{9D8B030D-6E8A-4147-A177-3AD203B41FA5}">
                      <a16:colId xmlns:a16="http://schemas.microsoft.com/office/drawing/2014/main" val="65702820"/>
                    </a:ext>
                  </a:extLst>
                </a:gridCol>
                <a:gridCol w="1197710">
                  <a:extLst>
                    <a:ext uri="{9D8B030D-6E8A-4147-A177-3AD203B41FA5}">
                      <a16:colId xmlns:a16="http://schemas.microsoft.com/office/drawing/2014/main" val="3996643263"/>
                    </a:ext>
                  </a:extLst>
                </a:gridCol>
                <a:gridCol w="1197710">
                  <a:extLst>
                    <a:ext uri="{9D8B030D-6E8A-4147-A177-3AD203B41FA5}">
                      <a16:colId xmlns:a16="http://schemas.microsoft.com/office/drawing/2014/main" val="3343964843"/>
                    </a:ext>
                  </a:extLst>
                </a:gridCol>
                <a:gridCol w="1197710">
                  <a:extLst>
                    <a:ext uri="{9D8B030D-6E8A-4147-A177-3AD203B41FA5}">
                      <a16:colId xmlns:a16="http://schemas.microsoft.com/office/drawing/2014/main" val="2695743389"/>
                    </a:ext>
                  </a:extLst>
                </a:gridCol>
                <a:gridCol w="1361821">
                  <a:extLst>
                    <a:ext uri="{9D8B030D-6E8A-4147-A177-3AD203B41FA5}">
                      <a16:colId xmlns:a16="http://schemas.microsoft.com/office/drawing/2014/main" val="1423189276"/>
                    </a:ext>
                  </a:extLst>
                </a:gridCol>
                <a:gridCol w="1197710">
                  <a:extLst>
                    <a:ext uri="{9D8B030D-6E8A-4147-A177-3AD203B41FA5}">
                      <a16:colId xmlns:a16="http://schemas.microsoft.com/office/drawing/2014/main" val="4118240536"/>
                    </a:ext>
                  </a:extLst>
                </a:gridCol>
                <a:gridCol w="2119026">
                  <a:extLst>
                    <a:ext uri="{9D8B030D-6E8A-4147-A177-3AD203B41FA5}">
                      <a16:colId xmlns:a16="http://schemas.microsoft.com/office/drawing/2014/main" val="372869343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ase"/>
                      <a:endParaRPr lang="en-US" sz="12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en-US" sz="12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ase"/>
                      <a:r>
                        <a:rPr lang="en-US" sz="1200" b="1" i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Budget </a:t>
                      </a:r>
                      <a:r>
                        <a:rPr lang="en-US" sz="1200" b="0" i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(In INR Lakhs)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/>
                      <a:endParaRPr lang="en-US" sz="1200" b="1" i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/>
                      <a:endParaRPr lang="en-US" sz="1200" b="1" i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/>
                      <a:endParaRPr lang="en-US" sz="1200" b="1" i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en-US" sz="1200" b="0" i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en-US" sz="12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359069"/>
                  </a:ext>
                </a:extLst>
              </a:tr>
              <a:tr h="30307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Spend Type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Spend Category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[A] Approved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[B] Actuals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[C] Forecast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[D] Available </a:t>
                      </a:r>
                      <a:r>
                        <a:rPr lang="en-US" sz="1000" b="0" i="1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[A] - [B]</a:t>
                      </a:r>
                      <a:endParaRPr lang="en-US" sz="1200" b="0" i="1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1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Variance 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Remarks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249347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Internal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1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People Cost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ctr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70.5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ctr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20.5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ctr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72.5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ctr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50.0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ctr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(2.5)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  <a:endParaRPr lang="en-US" sz="1200" b="0" i="1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657627"/>
                  </a:ext>
                </a:extLst>
              </a:tr>
              <a:tr h="539496">
                <a:tc rowSpan="5"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External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1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Professional Services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5.0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6.0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7.0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-1.0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(2.0)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  <a:endParaRPr lang="en-US" sz="1200" b="0" i="1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439787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defTabSz="903153"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1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Hardware / Infrastructure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ctr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2.0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  <a:endParaRPr lang="en-US" sz="1200" b="0" i="1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20061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defTabSz="903153"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1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Software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ctr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3.5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3.3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3.5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  <a:endParaRPr lang="en-US" sz="1200" b="0" i="1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17484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defTabSz="903153"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1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Others (Travel, etc.)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ctr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1.0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0.8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0.8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.2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  <a:endParaRPr lang="en-US" sz="1200" b="0" i="1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751640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External Total</a:t>
                      </a:r>
                      <a:endParaRPr lang="en-IN" sz="1100" b="1" i="1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ctr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effectLst/>
                          <a:latin typeface="+mn-lt"/>
                        </a:rPr>
                        <a:t>12.0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effectLst/>
                          <a:latin typeface="+mn-lt"/>
                        </a:rPr>
                        <a:t>11.5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effectLst/>
                          <a:latin typeface="+mn-lt"/>
                        </a:rPr>
                        <a:t>13.8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effectLst/>
                          <a:latin typeface="+mn-lt"/>
                        </a:rPr>
                        <a:t>0.5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t">
                        <a:buFont typeface="Arial" panose="020B0604020202020204" pitchFamily="34" charset="0"/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effectLst/>
                          <a:latin typeface="+mn-lt"/>
                        </a:rPr>
                        <a:t>(1.8)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kumimoji="0" lang="en-US" sz="1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</a:t>
                      </a:r>
                      <a:endParaRPr lang="en-US" sz="1200" b="1" i="1" u="none" strike="noStrike" dirty="0">
                        <a:solidFill>
                          <a:schemeClr val="tx1">
                            <a:lumMod val="76000"/>
                            <a:lumOff val="24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598578"/>
                  </a:ext>
                </a:extLst>
              </a:tr>
              <a:tr h="301752">
                <a:tc gridSpan="2"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Project Total</a:t>
                      </a:r>
                      <a:endParaRPr kumimoji="0"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&lt;TOTAL&gt;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&lt;TOTAL&gt;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&lt;TOTAL&gt;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&lt;TOTAL&gt;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&lt;TOTAL&gt;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+mj-lt"/>
                        <a:buNone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306612"/>
                  </a:ext>
                </a:extLst>
              </a:tr>
            </a:tbl>
          </a:graphicData>
        </a:graphic>
      </p:graphicFrame>
      <p:sp>
        <p:nvSpPr>
          <p:cNvPr id="5" name="Rectangle 4">
            <a:hlinkClick r:id="rId3"/>
            <a:extLst>
              <a:ext uri="{FF2B5EF4-FFF2-40B4-BE49-F238E27FC236}">
                <a16:creationId xmlns:a16="http://schemas.microsoft.com/office/drawing/2014/main" id="{FD0D4623-A123-7A70-8DF4-8128ED4992C8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Budget Tracker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630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AEFB51-E358-8042-4698-D4C0BF0EE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938407"/>
              </p:ext>
            </p:extLst>
          </p:nvPr>
        </p:nvGraphicFramePr>
        <p:xfrm>
          <a:off x="600119" y="1237980"/>
          <a:ext cx="10963656" cy="4527601"/>
        </p:xfrm>
        <a:graphic>
          <a:graphicData uri="http://schemas.openxmlformats.org/drawingml/2006/table">
            <a:tbl>
              <a:tblPr/>
              <a:tblGrid>
                <a:gridCol w="1354970">
                  <a:extLst>
                    <a:ext uri="{9D8B030D-6E8A-4147-A177-3AD203B41FA5}">
                      <a16:colId xmlns:a16="http://schemas.microsoft.com/office/drawing/2014/main" val="1395127167"/>
                    </a:ext>
                  </a:extLst>
                </a:gridCol>
                <a:gridCol w="3280166">
                  <a:extLst>
                    <a:ext uri="{9D8B030D-6E8A-4147-A177-3AD203B41FA5}">
                      <a16:colId xmlns:a16="http://schemas.microsoft.com/office/drawing/2014/main" val="65702820"/>
                    </a:ext>
                  </a:extLst>
                </a:gridCol>
                <a:gridCol w="1934198">
                  <a:extLst>
                    <a:ext uri="{9D8B030D-6E8A-4147-A177-3AD203B41FA5}">
                      <a16:colId xmlns:a16="http://schemas.microsoft.com/office/drawing/2014/main" val="3343964843"/>
                    </a:ext>
                  </a:extLst>
                </a:gridCol>
                <a:gridCol w="1934198">
                  <a:extLst>
                    <a:ext uri="{9D8B030D-6E8A-4147-A177-3AD203B41FA5}">
                      <a16:colId xmlns:a16="http://schemas.microsoft.com/office/drawing/2014/main" val="2695743389"/>
                    </a:ext>
                  </a:extLst>
                </a:gridCol>
                <a:gridCol w="2460124">
                  <a:extLst>
                    <a:ext uri="{9D8B030D-6E8A-4147-A177-3AD203B41FA5}">
                      <a16:colId xmlns:a16="http://schemas.microsoft.com/office/drawing/2014/main" val="1423189276"/>
                    </a:ext>
                  </a:extLst>
                </a:gridCol>
              </a:tblGrid>
              <a:tr h="30307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Category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Description &amp; Impact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Seveirity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Owner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Mitigation/Resolution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249347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Issues #1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endParaRPr lang="en-US" sz="1100" b="0" i="1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endParaRPr lang="en-US" sz="1100" b="0" i="1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657627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Issues #2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06577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Issues #N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439787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Risk #1</a:t>
                      </a: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2006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Risk #2</a:t>
                      </a: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17484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Risk #N</a:t>
                      </a: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696227"/>
                  </a:ext>
                </a:extLst>
              </a:tr>
            </a:tbl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Risks &amp; Issues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Captures and monitors project risks and issues with assigned ownership, severity, and mitigation plans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>
            <a:hlinkClick r:id="rId3"/>
            <a:extLst>
              <a:ext uri="{FF2B5EF4-FFF2-40B4-BE49-F238E27FC236}">
                <a16:creationId xmlns:a16="http://schemas.microsoft.com/office/drawing/2014/main" id="{113BC646-C5B7-9A12-AA3C-319280B27BDD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RAID Log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7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Change Control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Tracks change requests forms against their approval status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770801-AC6E-65AB-EE0B-1343D74A0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86644"/>
              </p:ext>
            </p:extLst>
          </p:nvPr>
        </p:nvGraphicFramePr>
        <p:xfrm>
          <a:off x="600119" y="1237980"/>
          <a:ext cx="10963659" cy="4531883"/>
        </p:xfrm>
        <a:graphic>
          <a:graphicData uri="http://schemas.openxmlformats.org/drawingml/2006/table">
            <a:tbl>
              <a:tblPr/>
              <a:tblGrid>
                <a:gridCol w="819522">
                  <a:extLst>
                    <a:ext uri="{9D8B030D-6E8A-4147-A177-3AD203B41FA5}">
                      <a16:colId xmlns:a16="http://schemas.microsoft.com/office/drawing/2014/main" val="1395127167"/>
                    </a:ext>
                  </a:extLst>
                </a:gridCol>
                <a:gridCol w="1365870">
                  <a:extLst>
                    <a:ext uri="{9D8B030D-6E8A-4147-A177-3AD203B41FA5}">
                      <a16:colId xmlns:a16="http://schemas.microsoft.com/office/drawing/2014/main" val="1744552941"/>
                    </a:ext>
                  </a:extLst>
                </a:gridCol>
                <a:gridCol w="3085247">
                  <a:extLst>
                    <a:ext uri="{9D8B030D-6E8A-4147-A177-3AD203B41FA5}">
                      <a16:colId xmlns:a16="http://schemas.microsoft.com/office/drawing/2014/main" val="65702820"/>
                    </a:ext>
                  </a:extLst>
                </a:gridCol>
                <a:gridCol w="1423255">
                  <a:extLst>
                    <a:ext uri="{9D8B030D-6E8A-4147-A177-3AD203B41FA5}">
                      <a16:colId xmlns:a16="http://schemas.microsoft.com/office/drawing/2014/main" val="1342595100"/>
                    </a:ext>
                  </a:extLst>
                </a:gridCol>
                <a:gridCol w="1423255">
                  <a:extLst>
                    <a:ext uri="{9D8B030D-6E8A-4147-A177-3AD203B41FA5}">
                      <a16:colId xmlns:a16="http://schemas.microsoft.com/office/drawing/2014/main" val="3996643263"/>
                    </a:ext>
                  </a:extLst>
                </a:gridCol>
                <a:gridCol w="1423255">
                  <a:extLst>
                    <a:ext uri="{9D8B030D-6E8A-4147-A177-3AD203B41FA5}">
                      <a16:colId xmlns:a16="http://schemas.microsoft.com/office/drawing/2014/main" val="3343964843"/>
                    </a:ext>
                  </a:extLst>
                </a:gridCol>
                <a:gridCol w="1423255">
                  <a:extLst>
                    <a:ext uri="{9D8B030D-6E8A-4147-A177-3AD203B41FA5}">
                      <a16:colId xmlns:a16="http://schemas.microsoft.com/office/drawing/2014/main" val="1423189276"/>
                    </a:ext>
                  </a:extLst>
                </a:gridCol>
              </a:tblGrid>
              <a:tr h="30307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Request ID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Category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Budget Requested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Requested By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Date Raised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Decision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24934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CR-001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Scope, Time, Budget, etc.</a:t>
                      </a:r>
                      <a:endParaRPr kumimoji="0" lang="en-US" sz="11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Approved, Deferred, Rejected, Open, etc.</a:t>
                      </a:r>
                      <a:endParaRPr kumimoji="0" lang="en-US" sz="11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65762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CR-002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43978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CR-003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20061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CR-004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17484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CR-005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696227"/>
                  </a:ext>
                </a:extLst>
              </a:tr>
            </a:tbl>
          </a:graphicData>
        </a:graphic>
      </p:graphicFrame>
      <p:sp>
        <p:nvSpPr>
          <p:cNvPr id="5" name="Rectangle 4">
            <a:hlinkClick r:id="rId3"/>
            <a:extLst>
              <a:ext uri="{FF2B5EF4-FFF2-40B4-BE49-F238E27FC236}">
                <a16:creationId xmlns:a16="http://schemas.microsoft.com/office/drawing/2014/main" id="{32F9EDE2-577D-5F83-4666-31BE721BCB74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Change Control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994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Gate Review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Summarizes gate-checklist status and completion to facilitate go/no-go decisions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8D5302-9DD4-D0C2-F321-8D3D6E29690C}"/>
              </a:ext>
            </a:extLst>
          </p:cNvPr>
          <p:cNvSpPr/>
          <p:nvPr/>
        </p:nvSpPr>
        <p:spPr>
          <a:xfrm>
            <a:off x="625601" y="1343771"/>
            <a:ext cx="10950697" cy="4224925"/>
          </a:xfrm>
          <a:prstGeom prst="roundRect">
            <a:avLst>
              <a:gd name="adj" fmla="val 363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213E33-18CA-41E8-92E1-27E166B8B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085728"/>
              </p:ext>
            </p:extLst>
          </p:nvPr>
        </p:nvGraphicFramePr>
        <p:xfrm>
          <a:off x="756358" y="1452034"/>
          <a:ext cx="10608128" cy="3805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>
                  <a:extLst>
                    <a:ext uri="{9D8B030D-6E8A-4147-A177-3AD203B41FA5}">
                      <a16:colId xmlns:a16="http://schemas.microsoft.com/office/drawing/2014/main" val="2156749070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1547046648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1819793229"/>
                    </a:ext>
                  </a:extLst>
                </a:gridCol>
              </a:tblGrid>
              <a:tr h="631760">
                <a:tc>
                  <a:txBody>
                    <a:bodyPr/>
                    <a:lstStyle/>
                    <a:p>
                      <a:endParaRPr lang="en-US" sz="16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41564" marB="41564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T="41564" marB="41564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sng" dirty="0">
                          <a:solidFill>
                            <a:schemeClr val="tx1"/>
                          </a:solidFill>
                          <a:latin typeface="+mn-lt"/>
                        </a:rPr>
                        <a:t>Remarks</a:t>
                      </a:r>
                    </a:p>
                  </a:txBody>
                  <a:tcPr marL="365760" marT="41564" marB="41564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488740"/>
                  </a:ext>
                </a:extLst>
              </a:tr>
              <a:tr h="101081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Gate Checklist Prepared</a:t>
                      </a:r>
                    </a:p>
                  </a:txBody>
                  <a:tcPr marT="41564" marB="41564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&lt;&gt;</a:t>
                      </a:r>
                      <a:endParaRPr lang="en-US" sz="1600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marL="365760" marT="41564" marB="41564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77276"/>
                  </a:ext>
                </a:extLst>
              </a:tr>
              <a:tr h="1010815"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PMO Approval</a:t>
                      </a: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&lt;&gt;</a:t>
                      </a:r>
                      <a:endParaRPr lang="en-US" sz="1600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marL="365760"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69826"/>
                  </a:ext>
                </a:extLst>
              </a:tr>
              <a:tr h="1152375"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Steering Committee Approval</a:t>
                      </a: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&lt;&gt;</a:t>
                      </a:r>
                      <a:endParaRPr lang="en-US" sz="1600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marL="365760"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61451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0B5674F-1B00-D138-72AD-79188AA5F5B8}"/>
              </a:ext>
            </a:extLst>
          </p:cNvPr>
          <p:cNvSpPr/>
          <p:nvPr/>
        </p:nvSpPr>
        <p:spPr>
          <a:xfrm>
            <a:off x="827513" y="1536192"/>
            <a:ext cx="2601487" cy="402336"/>
          </a:xfrm>
          <a:prstGeom prst="rect">
            <a:avLst/>
          </a:prstGeom>
          <a:solidFill>
            <a:srgbClr val="FFD1D1">
              <a:alpha val="32000"/>
            </a:srgbClr>
          </a:solidFill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Gate Review: </a:t>
            </a:r>
            <a:r>
              <a:rPr lang="en-US" sz="1200" i="1">
                <a:solidFill>
                  <a:schemeClr val="tx1"/>
                </a:solidFill>
              </a:rPr>
              <a:t>In-Progress</a:t>
            </a:r>
            <a:endParaRPr lang="en-IN" sz="1200" i="1">
              <a:solidFill>
                <a:schemeClr val="tx1"/>
              </a:solidFill>
            </a:endParaRPr>
          </a:p>
        </p:txBody>
      </p:sp>
      <p:sp>
        <p:nvSpPr>
          <p:cNvPr id="6" name="Rectangle 5">
            <a:hlinkClick r:id="rId3"/>
            <a:extLst>
              <a:ext uri="{FF2B5EF4-FFF2-40B4-BE49-F238E27FC236}">
                <a16:creationId xmlns:a16="http://schemas.microsoft.com/office/drawing/2014/main" id="{53897BE4-D1D9-06FB-7771-0ED605B8611F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Gate Checklist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067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480" y="275646"/>
            <a:ext cx="11184280" cy="365760"/>
          </a:xfrm>
        </p:spPr>
        <p:txBody>
          <a:bodyPr/>
          <a:lstStyle/>
          <a:p>
            <a:r>
              <a:rPr lang="en-US" sz="2000" dirty="0"/>
              <a:t>Template Overview 					 </a:t>
            </a:r>
            <a:r>
              <a:rPr lang="en-US" sz="1600" i="1" dirty="0"/>
              <a:t>Owner:</a:t>
            </a:r>
            <a:r>
              <a:rPr lang="en-US" sz="1600" b="0" i="1" dirty="0"/>
              <a:t> &lt;Project Manager Details&gt;</a:t>
            </a:r>
            <a:endParaRPr lang="en-US" sz="1600" b="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6728BC-F146-DA2F-E9A7-6432EB11D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483153"/>
              </p:ext>
            </p:extLst>
          </p:nvPr>
        </p:nvGraphicFramePr>
        <p:xfrm>
          <a:off x="611480" y="859522"/>
          <a:ext cx="10972798" cy="5148567"/>
        </p:xfrm>
        <a:graphic>
          <a:graphicData uri="http://schemas.openxmlformats.org/drawingml/2006/table">
            <a:tbl>
              <a:tblPr/>
              <a:tblGrid>
                <a:gridCol w="435511">
                  <a:extLst>
                    <a:ext uri="{9D8B030D-6E8A-4147-A177-3AD203B41FA5}">
                      <a16:colId xmlns:a16="http://schemas.microsoft.com/office/drawing/2014/main" val="3371965279"/>
                    </a:ext>
                  </a:extLst>
                </a:gridCol>
                <a:gridCol w="1839595">
                  <a:extLst>
                    <a:ext uri="{9D8B030D-6E8A-4147-A177-3AD203B41FA5}">
                      <a16:colId xmlns:a16="http://schemas.microsoft.com/office/drawing/2014/main" val="3341091264"/>
                    </a:ext>
                  </a:extLst>
                </a:gridCol>
                <a:gridCol w="5142408">
                  <a:extLst>
                    <a:ext uri="{9D8B030D-6E8A-4147-A177-3AD203B41FA5}">
                      <a16:colId xmlns:a16="http://schemas.microsoft.com/office/drawing/2014/main" val="2438490604"/>
                    </a:ext>
                  </a:extLst>
                </a:gridCol>
                <a:gridCol w="1796489">
                  <a:extLst>
                    <a:ext uri="{9D8B030D-6E8A-4147-A177-3AD203B41FA5}">
                      <a16:colId xmlns:a16="http://schemas.microsoft.com/office/drawing/2014/main" val="1982929938"/>
                    </a:ext>
                  </a:extLst>
                </a:gridCol>
                <a:gridCol w="351759">
                  <a:extLst>
                    <a:ext uri="{9D8B030D-6E8A-4147-A177-3AD203B41FA5}">
                      <a16:colId xmlns:a16="http://schemas.microsoft.com/office/drawing/2014/main" val="678145687"/>
                    </a:ext>
                  </a:extLst>
                </a:gridCol>
                <a:gridCol w="351759">
                  <a:extLst>
                    <a:ext uri="{9D8B030D-6E8A-4147-A177-3AD203B41FA5}">
                      <a16:colId xmlns:a16="http://schemas.microsoft.com/office/drawing/2014/main" val="1695725757"/>
                    </a:ext>
                  </a:extLst>
                </a:gridCol>
                <a:gridCol w="351759">
                  <a:extLst>
                    <a:ext uri="{9D8B030D-6E8A-4147-A177-3AD203B41FA5}">
                      <a16:colId xmlns:a16="http://schemas.microsoft.com/office/drawing/2014/main" val="2153711074"/>
                    </a:ext>
                  </a:extLst>
                </a:gridCol>
                <a:gridCol w="351759">
                  <a:extLst>
                    <a:ext uri="{9D8B030D-6E8A-4147-A177-3AD203B41FA5}">
                      <a16:colId xmlns:a16="http://schemas.microsoft.com/office/drawing/2014/main" val="1457113380"/>
                    </a:ext>
                  </a:extLst>
                </a:gridCol>
                <a:gridCol w="351759">
                  <a:extLst>
                    <a:ext uri="{9D8B030D-6E8A-4147-A177-3AD203B41FA5}">
                      <a16:colId xmlns:a16="http://schemas.microsoft.com/office/drawing/2014/main" val="3831519009"/>
                    </a:ext>
                  </a:extLst>
                </a:gridCol>
              </a:tblGrid>
              <a:tr h="1742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</a:t>
                      </a:r>
                    </a:p>
                  </a:txBody>
                  <a:tcPr marL="8058"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Slide Name</a:t>
                      </a:r>
                    </a:p>
                  </a:txBody>
                  <a:tcPr marL="8058"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Purpose</a:t>
                      </a:r>
                    </a:p>
                  </a:txBody>
                  <a:tcPr marL="8058"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Input Template</a:t>
                      </a:r>
                    </a:p>
                  </a:txBody>
                  <a:tcPr marL="8058"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G1</a:t>
                      </a:r>
                    </a:p>
                  </a:txBody>
                  <a:tcPr marL="8058"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G2</a:t>
                      </a:r>
                    </a:p>
                  </a:txBody>
                  <a:tcPr marL="8058"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G3</a:t>
                      </a:r>
                    </a:p>
                  </a:txBody>
                  <a:tcPr marL="8058"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G4</a:t>
                      </a:r>
                    </a:p>
                  </a:txBody>
                  <a:tcPr marL="8058"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G5</a:t>
                      </a:r>
                    </a:p>
                  </a:txBody>
                  <a:tcPr marL="8058"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64882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Agenda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Outlines the flow of the presentation and sets clear expectations for the session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1" u="none" strike="noStrike">
                          <a:solidFill>
                            <a:srgbClr val="808080"/>
                          </a:solidFill>
                          <a:effectLst/>
                          <a:latin typeface="+mn-lt"/>
                        </a:rPr>
                        <a:t>NA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44422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 Items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Tracks progress of assigned action items from the last meeting to ensure timely completion and follow-up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Meeting Minutes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67965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Scope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Provides a high-level summary of the project’s purpose, objectives, scope, key stakeholders, budget, and benefits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Charter;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Business Case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FFC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565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Status Dashboard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Presents a summary on project status using RAG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Status Update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sz="1778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sz="1778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1883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Timelines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Provides timeline view of key activities across 5 phases of a project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Plan on a Page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chemeClr val="accent2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chemeClr val="accent2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8203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Organization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Visually depicts governance and team structure, highlighting key roles, reporting lines, and leadership accountability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Stakeholder Team Register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FFC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dirty="0">
                        <a:solidFill>
                          <a:srgbClr val="92D050"/>
                        </a:solidFill>
                        <a:latin typeface="+mj-lt"/>
                        <a:sym typeface="Wingdings" panose="05000000000000000000" pitchFamily="2" charset="2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11219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Key Deliverables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Outlines key deliverables for the Gates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Stage Gate Deliverables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900" b="1" i="0" u="none" strike="noStrike" kern="1200" dirty="0">
                        <a:solidFill>
                          <a:srgbClr val="FFC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0848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ate Review 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Summarizes gate-checklist status and completion to facilitate go/no-go decisions to next Stage.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Gate Checklist and Approval Form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76614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Budget Tracker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Tracks project actuals by comparing it against approved budget and forecasts across key cost types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Financial Tracker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sym typeface="Wingdings"/>
                        </a:rPr>
                        <a:t></a:t>
                      </a:r>
                      <a:endParaRPr kumimoji="0" lang="en-US" dirty="0">
                        <a:latin typeface="+mj-lt"/>
                        <a:sym typeface="Wingdings" panose="05000000000000000000" pitchFamily="2" charset="2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02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Resource Capacity Plan 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Provides a consolidated view of resource allocation, utilization, and forward plan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Capacity Utilization Tracker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kern="1200" dirty="0">
                          <a:solidFill>
                            <a:srgbClr val="FFC000"/>
                          </a:solidFill>
                          <a:effectLst/>
                          <a:highlight>
                            <a:srgbClr val="F2F2F2"/>
                          </a:highlight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900" b="1" i="0" u="none" strike="noStrike" kern="1200" dirty="0">
                        <a:solidFill>
                          <a:srgbClr val="FFC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8642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Benefit Realization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Tracks benefits approved as part of the business case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Benefit Tracker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62175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Risks &amp; Issue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Captures and monitors project risks and issues with assigned ownership, severity, and mitigation plans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RAID Log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FFC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FFC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66399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Change Control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Tracks change requests forms against their approval status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Change Request Form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latin typeface="+mj-lt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59823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Communication Plan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Defines approach to ensure the right stakeholders receive the right information at the right time through the right channels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Communication Plan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23758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Lessons Learned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Documents key successes, challenges, and recommendations to enhance future project delivery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Lessons Log</a:t>
                      </a: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kern="1200" dirty="0">
                          <a:solidFill>
                            <a:srgbClr val="FFC000"/>
                          </a:solidFill>
                          <a:effectLst/>
                          <a:highlight>
                            <a:srgbClr val="F2F2F2"/>
                          </a:highlight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en-US" sz="900" b="1" i="0" u="none" strike="noStrike" kern="1200" dirty="0">
                        <a:solidFill>
                          <a:srgbClr val="FFC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latin typeface="+mj-lt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73194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Post Implementation Survey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Captures stakeholder and end-user feedback to assess solution adoption, effectiveness, and improvement areas</a:t>
                      </a:r>
                    </a:p>
                  </a:txBody>
                  <a:tcPr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Survey Form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8058" marT="80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2F2F2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</a:t>
                      </a:r>
                      <a:endParaRPr lang="en-US" sz="800" b="1" i="0" u="none" strike="noStrike" kern="1200" dirty="0">
                        <a:solidFill>
                          <a:srgbClr val="C00000"/>
                        </a:solidFill>
                        <a:effectLst/>
                        <a:highlight>
                          <a:srgbClr val="F2F2F2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548235"/>
                          </a:solidFill>
                          <a:effectLst/>
                          <a:highlight>
                            <a:srgbClr val="F2F2F2"/>
                          </a:highlight>
                          <a:latin typeface="+mj-lt"/>
                          <a:sym typeface="Wingdings" panose="05000000000000000000" pitchFamily="2" charset="2"/>
                        </a:rPr>
                        <a:t></a:t>
                      </a:r>
                      <a:endParaRPr lang="en-US" sz="800" b="1" i="0" u="none" strike="noStrike" dirty="0">
                        <a:solidFill>
                          <a:srgbClr val="548235"/>
                        </a:solidFill>
                        <a:effectLst/>
                        <a:highlight>
                          <a:srgbClr val="F2F2F2"/>
                        </a:highlight>
                        <a:latin typeface="+mj-lt"/>
                      </a:endParaRPr>
                    </a:p>
                  </a:txBody>
                  <a:tcPr marL="8058" marR="8058" marT="8058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40258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326A7C-EB73-9119-011F-C8E21BFA2225}"/>
              </a:ext>
            </a:extLst>
          </p:cNvPr>
          <p:cNvGraphicFramePr>
            <a:graphicFrameLocks noGrp="1"/>
          </p:cNvGraphicFramePr>
          <p:nvPr/>
        </p:nvGraphicFramePr>
        <p:xfrm>
          <a:off x="611480" y="6090022"/>
          <a:ext cx="3291840" cy="185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14487337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529360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67375667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93340611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34905886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898191262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Not Required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sz="1000" dirty="0">
                        <a:solidFill>
                          <a:srgbClr val="00B050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Mandatory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C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sz="1000" dirty="0">
                        <a:solidFill>
                          <a:srgbClr val="FFC000"/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Indicative View to be Prepared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463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724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Project Scope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Provides a high-level summary of the project’s purpose, objectives, scope, key stakeholders, budget, and benefits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5D68EBE-7289-E375-3105-7C16909AE7CF}"/>
              </a:ext>
            </a:extLst>
          </p:cNvPr>
          <p:cNvGrpSpPr/>
          <p:nvPr/>
        </p:nvGrpSpPr>
        <p:grpSpPr>
          <a:xfrm>
            <a:off x="527400" y="1231321"/>
            <a:ext cx="1836144" cy="439891"/>
            <a:chOff x="527400" y="1318786"/>
            <a:chExt cx="1836144" cy="43989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6AE568D-7A09-F3C3-F84E-A3DAF065C15F}"/>
                </a:ext>
              </a:extLst>
            </p:cNvPr>
            <p:cNvCxnSpPr>
              <a:cxnSpLocks/>
            </p:cNvCxnSpPr>
            <p:nvPr/>
          </p:nvCxnSpPr>
          <p:spPr>
            <a:xfrm>
              <a:off x="631526" y="1758677"/>
              <a:ext cx="815611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CAAC075-453A-2566-63B5-683BA28B2E1E}"/>
                </a:ext>
              </a:extLst>
            </p:cNvPr>
            <p:cNvSpPr/>
            <p:nvPr/>
          </p:nvSpPr>
          <p:spPr>
            <a:xfrm>
              <a:off x="527400" y="1318786"/>
              <a:ext cx="1836144" cy="3865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1" indent="0" algn="l" defTabSz="9144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Problem Statement</a:t>
              </a:r>
            </a:p>
          </p:txBody>
        </p: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12B765E-B567-3B1D-94ED-6DD1534F5210}"/>
              </a:ext>
            </a:extLst>
          </p:cNvPr>
          <p:cNvSpPr/>
          <p:nvPr/>
        </p:nvSpPr>
        <p:spPr>
          <a:xfrm>
            <a:off x="611479" y="1768370"/>
            <a:ext cx="4187417" cy="1188720"/>
          </a:xfrm>
          <a:prstGeom prst="roundRect">
            <a:avLst>
              <a:gd name="adj" fmla="val 3448"/>
            </a:avLst>
          </a:prstGeom>
          <a:solidFill>
            <a:srgbClr val="FF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i="1">
                <a:solidFill>
                  <a:schemeClr val="tx1"/>
                </a:solidFill>
                <a:latin typeface="Calibri" panose="020F0502020204030204"/>
              </a:rPr>
              <a:t>Briefly answers “Why this project exists (business challenge or opportunity)”</a:t>
            </a:r>
            <a:endParaRPr kumimoji="0" lang="en-IN" sz="120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5C5DD2-4149-ABEB-926B-5CA7BA2FD036}"/>
              </a:ext>
            </a:extLst>
          </p:cNvPr>
          <p:cNvGrpSpPr/>
          <p:nvPr/>
        </p:nvGrpSpPr>
        <p:grpSpPr>
          <a:xfrm>
            <a:off x="527400" y="2959873"/>
            <a:ext cx="4271496" cy="1779146"/>
            <a:chOff x="527400" y="3691393"/>
            <a:chExt cx="4271496" cy="177914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F38396A-5183-8911-5A81-8D43B1F57061}"/>
                </a:ext>
              </a:extLst>
            </p:cNvPr>
            <p:cNvGrpSpPr/>
            <p:nvPr/>
          </p:nvGrpSpPr>
          <p:grpSpPr>
            <a:xfrm>
              <a:off x="527400" y="3691393"/>
              <a:ext cx="1077218" cy="439891"/>
              <a:chOff x="527400" y="1318786"/>
              <a:chExt cx="1077218" cy="43989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2FD58B9-E10F-CDAC-0833-38A7D1A205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526" y="1758677"/>
                <a:ext cx="815611" cy="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3286D32-3FB5-2037-B344-3356D4B66AAD}"/>
                  </a:ext>
                </a:extLst>
              </p:cNvPr>
              <p:cNvSpPr/>
              <p:nvPr/>
            </p:nvSpPr>
            <p:spPr>
              <a:xfrm>
                <a:off x="527400" y="1318786"/>
                <a:ext cx="1077218" cy="386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1" indent="0" algn="l" defTabSz="914400" rtl="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Objectives</a:t>
                </a: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D5714FA-EEE8-F47C-8C0F-91C918E860A4}"/>
                </a:ext>
              </a:extLst>
            </p:cNvPr>
            <p:cNvSpPr/>
            <p:nvPr/>
          </p:nvSpPr>
          <p:spPr>
            <a:xfrm>
              <a:off x="611479" y="4281819"/>
              <a:ext cx="4187417" cy="1188720"/>
            </a:xfrm>
            <a:prstGeom prst="roundRect">
              <a:avLst>
                <a:gd name="adj" fmla="val 3448"/>
              </a:avLst>
            </a:prstGeom>
            <a:solidFill>
              <a:srgbClr val="FF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t"/>
            <a:lstStyle/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Covers key objectives/outcomes the project aims to achieve</a:t>
              </a:r>
              <a:endParaRPr kumimoji="0" lang="en-IN" sz="120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4EA6A4E-A28C-6E0C-2673-178B3980DDD1}"/>
              </a:ext>
            </a:extLst>
          </p:cNvPr>
          <p:cNvCxnSpPr>
            <a:cxnSpLocks/>
          </p:cNvCxnSpPr>
          <p:nvPr/>
        </p:nvCxnSpPr>
        <p:spPr>
          <a:xfrm>
            <a:off x="5061139" y="1343770"/>
            <a:ext cx="0" cy="4818075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9E3E701-B45C-3AF4-5AB6-CF4097B359FC}"/>
              </a:ext>
            </a:extLst>
          </p:cNvPr>
          <p:cNvGrpSpPr/>
          <p:nvPr/>
        </p:nvGrpSpPr>
        <p:grpSpPr>
          <a:xfrm>
            <a:off x="5323383" y="1231321"/>
            <a:ext cx="6144367" cy="1185878"/>
            <a:chOff x="5323383" y="1231321"/>
            <a:chExt cx="6144367" cy="118587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E8B88E7-DC52-DB67-5164-BC10F54F9E44}"/>
                </a:ext>
              </a:extLst>
            </p:cNvPr>
            <p:cNvGrpSpPr/>
            <p:nvPr/>
          </p:nvGrpSpPr>
          <p:grpSpPr>
            <a:xfrm>
              <a:off x="5323383" y="1231321"/>
              <a:ext cx="919737" cy="439891"/>
              <a:chOff x="527400" y="1318786"/>
              <a:chExt cx="919737" cy="439891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E84E744-4156-F46B-2FA0-7532FC61A7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526" y="1758677"/>
                <a:ext cx="815611" cy="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79AE823-D830-9900-F46E-7906EC9CB7A9}"/>
                  </a:ext>
                </a:extLst>
              </p:cNvPr>
              <p:cNvSpPr/>
              <p:nvPr/>
            </p:nvSpPr>
            <p:spPr>
              <a:xfrm>
                <a:off x="527400" y="1318786"/>
                <a:ext cx="691792" cy="386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1" indent="0" algn="l" defTabSz="914400" rtl="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Scope</a:t>
                </a:r>
              </a:p>
            </p:txBody>
          </p:sp>
        </p:grp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A1EC3A9D-508D-BD87-BEBC-2B84F9CA5BCA}"/>
                </a:ext>
              </a:extLst>
            </p:cNvPr>
            <p:cNvSpPr/>
            <p:nvPr/>
          </p:nvSpPr>
          <p:spPr>
            <a:xfrm>
              <a:off x="5323383" y="1741339"/>
              <a:ext cx="6144367" cy="675860"/>
            </a:xfrm>
            <a:prstGeom prst="roundRect">
              <a:avLst>
                <a:gd name="adj" fmla="val 3448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t"/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 Summarizes the boundaries/what’s covered&gt;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&lt;&gt;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&lt;&gt;</a:t>
              </a:r>
              <a:endParaRPr kumimoji="0" lang="en-IN" sz="120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D7BB05B-8DDE-010B-4150-841DCF304771}"/>
              </a:ext>
            </a:extLst>
          </p:cNvPr>
          <p:cNvGrpSpPr/>
          <p:nvPr/>
        </p:nvGrpSpPr>
        <p:grpSpPr>
          <a:xfrm>
            <a:off x="5323383" y="2393913"/>
            <a:ext cx="6144367" cy="967218"/>
            <a:chOff x="5323383" y="1231321"/>
            <a:chExt cx="6144367" cy="96721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DBF85E5-6558-7504-CA16-664B2C167F86}"/>
                </a:ext>
              </a:extLst>
            </p:cNvPr>
            <p:cNvGrpSpPr/>
            <p:nvPr/>
          </p:nvGrpSpPr>
          <p:grpSpPr>
            <a:xfrm>
              <a:off x="5323383" y="1231321"/>
              <a:ext cx="1637243" cy="439891"/>
              <a:chOff x="527400" y="1318786"/>
              <a:chExt cx="1637243" cy="439891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DA47691C-E9FC-A4DB-3936-2475E7021F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526" y="1758677"/>
                <a:ext cx="815611" cy="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103C36DA-9E1C-FEA4-01C4-4DB96EAC3A2D}"/>
                  </a:ext>
                </a:extLst>
              </p:cNvPr>
              <p:cNvSpPr/>
              <p:nvPr/>
            </p:nvSpPr>
            <p:spPr>
              <a:xfrm>
                <a:off x="527400" y="1318786"/>
                <a:ext cx="1637243" cy="386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1" indent="0" algn="l" defTabSz="914400" rtl="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 Stakeholders</a:t>
                </a:r>
              </a:p>
            </p:txBody>
          </p:sp>
        </p:grp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9D63BC3-A2F8-C545-6E85-A0A97002EF74}"/>
                </a:ext>
              </a:extLst>
            </p:cNvPr>
            <p:cNvSpPr/>
            <p:nvPr/>
          </p:nvSpPr>
          <p:spPr>
            <a:xfrm>
              <a:off x="5323383" y="1741339"/>
              <a:ext cx="6144367" cy="457200"/>
            </a:xfrm>
            <a:prstGeom prst="roundRect">
              <a:avLst>
                <a:gd name="adj" fmla="val 3448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t"/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 List out Sponsors, IT Lead, Team Lead, and major stakeholder groups&gt;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&lt;&gt;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1F97B8F-3F34-2CDB-F4A3-C34396A9338F}"/>
              </a:ext>
            </a:extLst>
          </p:cNvPr>
          <p:cNvGrpSpPr/>
          <p:nvPr/>
        </p:nvGrpSpPr>
        <p:grpSpPr>
          <a:xfrm>
            <a:off x="5323383" y="5018283"/>
            <a:ext cx="6144367" cy="959267"/>
            <a:chOff x="5323383" y="1231321"/>
            <a:chExt cx="6144367" cy="959267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F8EF9E1-F71E-48B1-350E-612514EA24FF}"/>
                </a:ext>
              </a:extLst>
            </p:cNvPr>
            <p:cNvGrpSpPr/>
            <p:nvPr/>
          </p:nvGrpSpPr>
          <p:grpSpPr>
            <a:xfrm>
              <a:off x="5323383" y="1231321"/>
              <a:ext cx="1235531" cy="439891"/>
              <a:chOff x="527400" y="1318786"/>
              <a:chExt cx="1235531" cy="439891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5BEDED24-4388-0F41-DDEF-04468A62DB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526" y="1758677"/>
                <a:ext cx="815611" cy="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3BC959F-7107-CCAC-727C-590CC5DAABC9}"/>
                  </a:ext>
                </a:extLst>
              </p:cNvPr>
              <p:cNvSpPr/>
              <p:nvPr/>
            </p:nvSpPr>
            <p:spPr>
              <a:xfrm>
                <a:off x="527400" y="1318786"/>
                <a:ext cx="1235531" cy="386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1" indent="0" algn="l" defTabSz="914400" rtl="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 Benefits</a:t>
                </a:r>
              </a:p>
            </p:txBody>
          </p:sp>
        </p:grp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6A0E88E-F9E6-CA11-6404-D40FAFA92EEE}"/>
                </a:ext>
              </a:extLst>
            </p:cNvPr>
            <p:cNvSpPr/>
            <p:nvPr/>
          </p:nvSpPr>
          <p:spPr>
            <a:xfrm>
              <a:off x="5323383" y="1733388"/>
              <a:ext cx="6144367" cy="457200"/>
            </a:xfrm>
            <a:prstGeom prst="roundRect">
              <a:avLst>
                <a:gd name="adj" fmla="val 3448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t"/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 Covers value realization in terms of efficiency, innovation, savings, etc.&gt;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&lt;&gt;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27DA5A3-B878-0E4F-EBE7-38ECBEFE9824}"/>
              </a:ext>
            </a:extLst>
          </p:cNvPr>
          <p:cNvGrpSpPr/>
          <p:nvPr/>
        </p:nvGrpSpPr>
        <p:grpSpPr>
          <a:xfrm>
            <a:off x="5323383" y="3424527"/>
            <a:ext cx="919737" cy="439891"/>
            <a:chOff x="527400" y="1318786"/>
            <a:chExt cx="919737" cy="439891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BC61513-E62A-54E1-7E92-239CD326201B}"/>
                </a:ext>
              </a:extLst>
            </p:cNvPr>
            <p:cNvCxnSpPr>
              <a:cxnSpLocks/>
            </p:cNvCxnSpPr>
            <p:nvPr/>
          </p:nvCxnSpPr>
          <p:spPr>
            <a:xfrm>
              <a:off x="631526" y="1758677"/>
              <a:ext cx="815611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416A150-FAF3-4820-2C07-1EA70F99438C}"/>
                </a:ext>
              </a:extLst>
            </p:cNvPr>
            <p:cNvSpPr/>
            <p:nvPr/>
          </p:nvSpPr>
          <p:spPr>
            <a:xfrm>
              <a:off x="527400" y="1318786"/>
              <a:ext cx="788614" cy="3865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1" indent="0" algn="l" defTabSz="9144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Budget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CE15151-64A5-4796-BD6F-AAE50939196C}"/>
              </a:ext>
            </a:extLst>
          </p:cNvPr>
          <p:cNvGrpSpPr/>
          <p:nvPr/>
        </p:nvGrpSpPr>
        <p:grpSpPr>
          <a:xfrm>
            <a:off x="527400" y="4816728"/>
            <a:ext cx="998991" cy="439891"/>
            <a:chOff x="527400" y="1318786"/>
            <a:chExt cx="998991" cy="43989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A97ECB-0055-EEEE-EC6B-0B3C6613A9A8}"/>
                </a:ext>
              </a:extLst>
            </p:cNvPr>
            <p:cNvCxnSpPr>
              <a:cxnSpLocks/>
            </p:cNvCxnSpPr>
            <p:nvPr/>
          </p:nvCxnSpPr>
          <p:spPr>
            <a:xfrm>
              <a:off x="631526" y="1758677"/>
              <a:ext cx="815611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3980B7-BFB0-FC12-DC81-3E456297F3DD}"/>
                </a:ext>
              </a:extLst>
            </p:cNvPr>
            <p:cNvSpPr/>
            <p:nvPr/>
          </p:nvSpPr>
          <p:spPr>
            <a:xfrm>
              <a:off x="527400" y="1318786"/>
              <a:ext cx="998991" cy="3865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1" indent="0" algn="l" defTabSz="9144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Timelines</a:t>
              </a:r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67BFFA7-DE6C-ADD8-3A6E-34ED369EC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577970"/>
              </p:ext>
            </p:extLst>
          </p:nvPr>
        </p:nvGraphicFramePr>
        <p:xfrm>
          <a:off x="631526" y="5384605"/>
          <a:ext cx="416737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474">
                  <a:extLst>
                    <a:ext uri="{9D8B030D-6E8A-4147-A177-3AD203B41FA5}">
                      <a16:colId xmlns:a16="http://schemas.microsoft.com/office/drawing/2014/main" val="3376835974"/>
                    </a:ext>
                  </a:extLst>
                </a:gridCol>
                <a:gridCol w="833474">
                  <a:extLst>
                    <a:ext uri="{9D8B030D-6E8A-4147-A177-3AD203B41FA5}">
                      <a16:colId xmlns:a16="http://schemas.microsoft.com/office/drawing/2014/main" val="1379727157"/>
                    </a:ext>
                  </a:extLst>
                </a:gridCol>
                <a:gridCol w="833474">
                  <a:extLst>
                    <a:ext uri="{9D8B030D-6E8A-4147-A177-3AD203B41FA5}">
                      <a16:colId xmlns:a16="http://schemas.microsoft.com/office/drawing/2014/main" val="3726689582"/>
                    </a:ext>
                  </a:extLst>
                </a:gridCol>
                <a:gridCol w="833474">
                  <a:extLst>
                    <a:ext uri="{9D8B030D-6E8A-4147-A177-3AD203B41FA5}">
                      <a16:colId xmlns:a16="http://schemas.microsoft.com/office/drawing/2014/main" val="4135869858"/>
                    </a:ext>
                  </a:extLst>
                </a:gridCol>
                <a:gridCol w="833474">
                  <a:extLst>
                    <a:ext uri="{9D8B030D-6E8A-4147-A177-3AD203B41FA5}">
                      <a16:colId xmlns:a16="http://schemas.microsoft.com/office/drawing/2014/main" val="877000905"/>
                    </a:ext>
                  </a:extLst>
                </a:gridCol>
              </a:tblGrid>
              <a:tr h="229004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tx1"/>
                          </a:solidFill>
                          <a:latin typeface="+mn-lt"/>
                        </a:rPr>
                        <a:t>Discovery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tx1"/>
                          </a:solidFill>
                          <a:latin typeface="+mn-lt"/>
                        </a:rPr>
                        <a:t>Initiation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tx1"/>
                          </a:solidFill>
                          <a:latin typeface="+mn-lt"/>
                        </a:rPr>
                        <a:t>Planning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tx1"/>
                          </a:solidFill>
                          <a:latin typeface="+mn-lt"/>
                        </a:rPr>
                        <a:t>Execute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tx1"/>
                          </a:solidFill>
                          <a:latin typeface="+mn-lt"/>
                        </a:rPr>
                        <a:t>Closure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825933"/>
                  </a:ext>
                </a:extLst>
              </a:tr>
              <a:tr h="229004"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chemeClr val="tx1"/>
                          </a:solidFill>
                          <a:latin typeface="+mn-lt"/>
                        </a:rPr>
                        <a:t>Complete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chemeClr val="tx1"/>
                          </a:solidFill>
                          <a:latin typeface="+mn-lt"/>
                        </a:rPr>
                        <a:t>In-Progress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chemeClr val="tx1"/>
                          </a:solidFill>
                          <a:latin typeface="+mn-lt"/>
                        </a:rPr>
                        <a:t>Yet to Start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Yet to Start</a:t>
                      </a:r>
                      <a:endParaRPr lang="en-US" sz="1000" b="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Yet to Start</a:t>
                      </a:r>
                      <a:endParaRPr lang="en-US" sz="1000" b="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797195"/>
                  </a:ext>
                </a:extLst>
              </a:tr>
              <a:tr h="229004">
                <a:tc>
                  <a:txBody>
                    <a:bodyPr/>
                    <a:lstStyle/>
                    <a:p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DD/MM/YY</a:t>
                      </a:r>
                      <a:endParaRPr lang="en-US" sz="10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DD/MM/YY</a:t>
                      </a:r>
                      <a:endParaRPr lang="en-US" sz="10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DD/MM/YY</a:t>
                      </a:r>
                      <a:endParaRPr lang="en-US" sz="10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DD/MM/YY</a:t>
                      </a:r>
                      <a:endParaRPr lang="en-US" sz="10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DD/MM/YY</a:t>
                      </a:r>
                      <a:endParaRPr lang="en-US" sz="1000" b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0154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60A103-0028-056A-AEDF-4D1C423DE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173622"/>
              </p:ext>
            </p:extLst>
          </p:nvPr>
        </p:nvGraphicFramePr>
        <p:xfrm>
          <a:off x="5427506" y="3979907"/>
          <a:ext cx="379669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3376835974"/>
                    </a:ext>
                  </a:extLst>
                </a:gridCol>
                <a:gridCol w="1395425">
                  <a:extLst>
                    <a:ext uri="{9D8B030D-6E8A-4147-A177-3AD203B41FA5}">
                      <a16:colId xmlns:a16="http://schemas.microsoft.com/office/drawing/2014/main" val="4287611387"/>
                    </a:ext>
                  </a:extLst>
                </a:gridCol>
                <a:gridCol w="1395425">
                  <a:extLst>
                    <a:ext uri="{9D8B030D-6E8A-4147-A177-3AD203B41FA5}">
                      <a16:colId xmlns:a16="http://schemas.microsoft.com/office/drawing/2014/main" val="1379727157"/>
                    </a:ext>
                  </a:extLst>
                </a:gridCol>
              </a:tblGrid>
              <a:tr h="162867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tx1"/>
                          </a:solidFill>
                          <a:latin typeface="+mn-lt"/>
                        </a:rPr>
                        <a:t>Category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i="0">
                          <a:solidFill>
                            <a:schemeClr val="tx1"/>
                          </a:solidFill>
                          <a:latin typeface="+mn-lt"/>
                        </a:rPr>
                        <a:t>Subcategory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tx1"/>
                          </a:solidFill>
                          <a:latin typeface="+mn-lt"/>
                        </a:rPr>
                        <a:t>Approved </a:t>
                      </a:r>
                      <a:r>
                        <a:rPr lang="en-US" sz="800" b="0" i="1">
                          <a:solidFill>
                            <a:schemeClr val="tx1"/>
                          </a:solidFill>
                          <a:latin typeface="+mn-lt"/>
                        </a:rPr>
                        <a:t>(In INR)</a:t>
                      </a:r>
                      <a:endParaRPr lang="en-US" sz="1000" b="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825933"/>
                  </a:ext>
                </a:extLst>
              </a:tr>
              <a:tr h="162867">
                <a:tc rowSpan="2"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chemeClr val="tx1"/>
                          </a:solidFill>
                          <a:latin typeface="+mn-lt"/>
                        </a:rPr>
                        <a:t>Budget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>
                          <a:solidFill>
                            <a:schemeClr val="tx1"/>
                          </a:solidFill>
                          <a:latin typeface="+mn-lt"/>
                        </a:rPr>
                        <a:t>Internal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i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797195"/>
                  </a:ext>
                </a:extLst>
              </a:tr>
              <a:tr h="162867">
                <a:tc vMerge="1">
                  <a:txBody>
                    <a:bodyPr/>
                    <a:lstStyle/>
                    <a:p>
                      <a:endParaRPr lang="en-US" sz="1000" b="0" i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>
                          <a:solidFill>
                            <a:schemeClr val="tx1"/>
                          </a:solidFill>
                          <a:latin typeface="+mn-lt"/>
                        </a:rPr>
                        <a:t>External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i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911472"/>
                  </a:ext>
                </a:extLst>
              </a:tr>
              <a:tr h="162867">
                <a:tc>
                  <a:txBody>
                    <a:bodyPr/>
                    <a:lstStyle/>
                    <a:p>
                      <a:r>
                        <a:rPr lang="en-US" sz="1000" b="0" i="1">
                          <a:solidFill>
                            <a:schemeClr val="tx1"/>
                          </a:solidFill>
                          <a:latin typeface="+mn-lt"/>
                        </a:rPr>
                        <a:t>Savings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 i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015458"/>
                  </a:ext>
                </a:extLst>
              </a:tr>
            </a:tbl>
          </a:graphicData>
        </a:graphic>
      </p:graphicFrame>
      <p:sp>
        <p:nvSpPr>
          <p:cNvPr id="6" name="Rectangle 5">
            <a:hlinkClick r:id="rId3"/>
            <a:extLst>
              <a:ext uri="{FF2B5EF4-FFF2-40B4-BE49-F238E27FC236}">
                <a16:creationId xmlns:a16="http://schemas.microsoft.com/office/drawing/2014/main" id="{97DEE1FA-D6BC-6888-5146-1A549639394C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Project Charter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235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480" y="275646"/>
            <a:ext cx="10588959" cy="365760"/>
          </a:xfrm>
        </p:spPr>
        <p:txBody>
          <a:bodyPr/>
          <a:lstStyle/>
          <a:p>
            <a:r>
              <a:rPr lang="en-US" sz="2000"/>
              <a:t>Project Status Dashboard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Presents a summary on project status using RAG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413DDC5-7F59-6D74-441F-C182CDA1D040}"/>
              </a:ext>
            </a:extLst>
          </p:cNvPr>
          <p:cNvSpPr/>
          <p:nvPr/>
        </p:nvSpPr>
        <p:spPr>
          <a:xfrm>
            <a:off x="625601" y="1343771"/>
            <a:ext cx="10950697" cy="4355693"/>
          </a:xfrm>
          <a:prstGeom prst="roundRect">
            <a:avLst>
              <a:gd name="adj" fmla="val 363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7C7E9A8-E273-1FC2-9A58-E27806A9D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885952"/>
              </p:ext>
            </p:extLst>
          </p:nvPr>
        </p:nvGraphicFramePr>
        <p:xfrm>
          <a:off x="756358" y="1452034"/>
          <a:ext cx="1060812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156749070"/>
                    </a:ext>
                  </a:extLst>
                </a:gridCol>
                <a:gridCol w="1372689">
                  <a:extLst>
                    <a:ext uri="{9D8B030D-6E8A-4147-A177-3AD203B41FA5}">
                      <a16:colId xmlns:a16="http://schemas.microsoft.com/office/drawing/2014/main" val="1547046648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181979322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sz="16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41564" marB="41564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T="41564" marB="41564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sng">
                          <a:solidFill>
                            <a:schemeClr val="tx1"/>
                          </a:solidFill>
                          <a:latin typeface="+mn-lt"/>
                        </a:rPr>
                        <a:t>Remarks</a:t>
                      </a:r>
                    </a:p>
                  </a:txBody>
                  <a:tcPr marL="457200" marT="41564" marB="41564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48874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Delivery Against Scope</a:t>
                      </a:r>
                    </a:p>
                  </a:txBody>
                  <a:tcPr marT="41564" marB="41564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&lt;&gt;</a:t>
                      </a:r>
                      <a:endParaRPr lang="en-US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marL="457200" marT="41564" marB="41564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7727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Timelines</a:t>
                      </a: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&lt;&gt;</a:t>
                      </a:r>
                      <a:endParaRPr lang="en-US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marL="457200"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6982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Budget Utilization</a:t>
                      </a: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&lt;&gt;</a:t>
                      </a:r>
                      <a:endParaRPr lang="en-US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marL="457200"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61451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Benefit Realization</a:t>
                      </a: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&lt;&gt;</a:t>
                      </a:r>
                      <a:endParaRPr lang="en-US" sz="16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marL="457200"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4365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Risks &amp; Issues Mgmt.</a:t>
                      </a: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&lt;&gt;</a:t>
                      </a:r>
                      <a:endParaRPr lang="en-US" sz="1600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</a:endParaRPr>
                    </a:p>
                  </a:txBody>
                  <a:tcPr marL="457200"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735240"/>
                  </a:ext>
                </a:extLst>
              </a:tr>
            </a:tbl>
          </a:graphicData>
        </a:graphic>
      </p:graphicFrame>
      <p:sp>
        <p:nvSpPr>
          <p:cNvPr id="3" name="Rectangle 2">
            <a:hlinkClick r:id="rId3"/>
            <a:extLst>
              <a:ext uri="{FF2B5EF4-FFF2-40B4-BE49-F238E27FC236}">
                <a16:creationId xmlns:a16="http://schemas.microsoft.com/office/drawing/2014/main" id="{9BA3928A-C521-F739-31D7-047C9DF5816D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Project Update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376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A3FF3-6B69-6FC0-9531-BE45EE72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BACB6D-C7D9-A97A-ED14-91B1AA69F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45720" rIns="91440" bIns="45720" anchor="t"/>
          <a:lstStyle/>
          <a:p>
            <a:r>
              <a:rPr lang="en-US" sz="2000">
                <a:latin typeface="Verdana"/>
                <a:ea typeface="Verdana"/>
              </a:rPr>
              <a:t>Project Organization</a:t>
            </a:r>
            <a:endParaRPr lang="en-US" sz="20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AC8870B-A1BA-E89E-9067-10592BE9E1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Visually depicts governance and team structure, highlighting key roles, reporting lines, and leadership accountability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48253F-6C91-9B57-C531-BE6160DC5995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B17F48-BBEA-761C-6632-7AF64DB76A47}"/>
              </a:ext>
            </a:extLst>
          </p:cNvPr>
          <p:cNvSpPr/>
          <p:nvPr/>
        </p:nvSpPr>
        <p:spPr bwMode="gray">
          <a:xfrm>
            <a:off x="1722021" y="1270002"/>
            <a:ext cx="8336306" cy="1471923"/>
          </a:xfrm>
          <a:prstGeom prst="roundRect">
            <a:avLst>
              <a:gd name="adj" fmla="val 3097"/>
            </a:avLst>
          </a:prstGeom>
          <a:solidFill>
            <a:srgbClr val="FFF0F0"/>
          </a:solidFill>
          <a:ln w="19050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CABD14-2BC5-9EE7-A4C3-B3D013EBC98F}"/>
              </a:ext>
            </a:extLst>
          </p:cNvPr>
          <p:cNvSpPr/>
          <p:nvPr/>
        </p:nvSpPr>
        <p:spPr>
          <a:xfrm>
            <a:off x="1932155" y="2126169"/>
            <a:ext cx="7916039" cy="498677"/>
          </a:xfrm>
          <a:prstGeom prst="rect">
            <a:avLst/>
          </a:prstGeom>
          <a:solidFill>
            <a:srgbClr val="FF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2BFF1-F00C-854C-D48B-D1B2B1A30552}"/>
              </a:ext>
            </a:extLst>
          </p:cNvPr>
          <p:cNvSpPr txBox="1"/>
          <p:nvPr/>
        </p:nvSpPr>
        <p:spPr>
          <a:xfrm>
            <a:off x="1908504" y="1107348"/>
            <a:ext cx="1462019" cy="27699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ea typeface="Calibri"/>
                <a:cs typeface="Calibri"/>
              </a:rPr>
              <a:t>Steering Committee</a:t>
            </a:r>
            <a:endParaRPr lang="en-US" sz="1200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01B014-5054-1CA5-02F6-0F4AB85FE184}"/>
              </a:ext>
            </a:extLst>
          </p:cNvPr>
          <p:cNvSpPr/>
          <p:nvPr/>
        </p:nvSpPr>
        <p:spPr>
          <a:xfrm>
            <a:off x="3738581" y="1461916"/>
            <a:ext cx="4303187" cy="429558"/>
          </a:xfrm>
          <a:prstGeom prst="rect">
            <a:avLst/>
          </a:prstGeom>
          <a:solidFill>
            <a:srgbClr val="FF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Leader 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17984-8B43-88A8-80CD-A23CB4F63961}"/>
              </a:ext>
            </a:extLst>
          </p:cNvPr>
          <p:cNvSpPr txBox="1"/>
          <p:nvPr/>
        </p:nvSpPr>
        <p:spPr>
          <a:xfrm>
            <a:off x="5225909" y="1332314"/>
            <a:ext cx="1324835" cy="276999"/>
          </a:xfrm>
          <a:prstGeom prst="rect">
            <a:avLst/>
          </a:prstGeom>
          <a:solidFill>
            <a:srgbClr val="FFF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ea typeface="Calibri"/>
                <a:cs typeface="Calibri"/>
              </a:rPr>
              <a:t>Executive Team</a:t>
            </a:r>
            <a:endParaRPr lang="en-US" sz="12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D3A45-E328-1944-5B2D-2567D5D549F6}"/>
              </a:ext>
            </a:extLst>
          </p:cNvPr>
          <p:cNvSpPr txBox="1"/>
          <p:nvPr/>
        </p:nvSpPr>
        <p:spPr>
          <a:xfrm>
            <a:off x="4996698" y="1993058"/>
            <a:ext cx="1783257" cy="276999"/>
          </a:xfrm>
          <a:prstGeom prst="rect">
            <a:avLst/>
          </a:prstGeom>
          <a:solidFill>
            <a:srgbClr val="FFF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ea typeface="Calibri"/>
                <a:cs typeface="Calibri"/>
              </a:rPr>
              <a:t>Senior Leadership Team</a:t>
            </a: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05662BA8-252D-6A1E-E242-C94B7AA47EFE}"/>
              </a:ext>
            </a:extLst>
          </p:cNvPr>
          <p:cNvSpPr txBox="1"/>
          <p:nvPr/>
        </p:nvSpPr>
        <p:spPr>
          <a:xfrm>
            <a:off x="2116175" y="2237008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IT Capability Heads </a:t>
            </a:r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865A4EBE-0ABE-A90F-89F0-32CCC431990C}"/>
              </a:ext>
            </a:extLst>
          </p:cNvPr>
          <p:cNvSpPr txBox="1"/>
          <p:nvPr/>
        </p:nvSpPr>
        <p:spPr>
          <a:xfrm>
            <a:off x="5993407" y="2237008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Vendor Product Leader</a:t>
            </a:r>
            <a:endParaRPr lang="en-US"/>
          </a:p>
        </p:txBody>
      </p:sp>
      <p:sp>
        <p:nvSpPr>
          <p:cNvPr id="44" name="TextBox 16">
            <a:extLst>
              <a:ext uri="{FF2B5EF4-FFF2-40B4-BE49-F238E27FC236}">
                <a16:creationId xmlns:a16="http://schemas.microsoft.com/office/drawing/2014/main" id="{572A9F7C-86DF-57FC-D061-4956B8E5C3B6}"/>
              </a:ext>
            </a:extLst>
          </p:cNvPr>
          <p:cNvSpPr txBox="1"/>
          <p:nvPr/>
        </p:nvSpPr>
        <p:spPr>
          <a:xfrm>
            <a:off x="4054791" y="2237008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Business Champion</a:t>
            </a:r>
            <a:endParaRPr lang="en-US"/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E6590A0C-5947-810C-B735-6793CAFCD46B}"/>
              </a:ext>
            </a:extLst>
          </p:cNvPr>
          <p:cNvSpPr txBox="1"/>
          <p:nvPr/>
        </p:nvSpPr>
        <p:spPr>
          <a:xfrm>
            <a:off x="7932022" y="2237008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Implementation Partner </a:t>
            </a:r>
          </a:p>
        </p:txBody>
      </p:sp>
      <p:sp>
        <p:nvSpPr>
          <p:cNvPr id="52" name="TextBox 10">
            <a:extLst>
              <a:ext uri="{FF2B5EF4-FFF2-40B4-BE49-F238E27FC236}">
                <a16:creationId xmlns:a16="http://schemas.microsoft.com/office/drawing/2014/main" id="{49F1ECA7-C39C-3F47-4337-C48B51D72751}"/>
              </a:ext>
            </a:extLst>
          </p:cNvPr>
          <p:cNvSpPr txBox="1"/>
          <p:nvPr/>
        </p:nvSpPr>
        <p:spPr>
          <a:xfrm>
            <a:off x="4138387" y="1600658"/>
            <a:ext cx="3505200" cy="276999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Project Sponsor , CIDO, Functional  Heads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2BE6F87-53FC-5A78-B90B-4A10C9063E83}"/>
              </a:ext>
            </a:extLst>
          </p:cNvPr>
          <p:cNvSpPr/>
          <p:nvPr/>
        </p:nvSpPr>
        <p:spPr bwMode="gray">
          <a:xfrm>
            <a:off x="1733394" y="2932780"/>
            <a:ext cx="8313560" cy="1244461"/>
          </a:xfrm>
          <a:prstGeom prst="roundRect">
            <a:avLst>
              <a:gd name="adj" fmla="val 3097"/>
            </a:avLst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AE055E6-6E36-A208-990C-1AE456E899C9}"/>
              </a:ext>
            </a:extLst>
          </p:cNvPr>
          <p:cNvCxnSpPr>
            <a:cxnSpLocks/>
          </p:cNvCxnSpPr>
          <p:nvPr/>
        </p:nvCxnSpPr>
        <p:spPr>
          <a:xfrm>
            <a:off x="5574072" y="3058281"/>
            <a:ext cx="0" cy="2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10EF9F4-B418-CA8A-4C5E-DC8A9DE90ADB}"/>
              </a:ext>
            </a:extLst>
          </p:cNvPr>
          <p:cNvSpPr txBox="1"/>
          <p:nvPr/>
        </p:nvSpPr>
        <p:spPr>
          <a:xfrm>
            <a:off x="1908504" y="2792161"/>
            <a:ext cx="1712229" cy="27699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Project Execution Leads</a:t>
            </a:r>
            <a:endParaRPr lang="en-US" sz="1200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9CA6B2-96C8-0953-516E-7B9226CD404B}"/>
              </a:ext>
            </a:extLst>
          </p:cNvPr>
          <p:cNvSpPr/>
          <p:nvPr/>
        </p:nvSpPr>
        <p:spPr>
          <a:xfrm>
            <a:off x="3926237" y="3072395"/>
            <a:ext cx="3927874" cy="5367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F7D14D-756B-E3E5-9ACF-0592E676B507}"/>
              </a:ext>
            </a:extLst>
          </p:cNvPr>
          <p:cNvSpPr txBox="1"/>
          <p:nvPr/>
        </p:nvSpPr>
        <p:spPr>
          <a:xfrm>
            <a:off x="5111887" y="3024414"/>
            <a:ext cx="1556574" cy="1846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ea typeface="Calibri"/>
                <a:cs typeface="Calibri"/>
              </a:rPr>
              <a:t>Project Managers</a:t>
            </a:r>
          </a:p>
        </p:txBody>
      </p:sp>
      <p:sp>
        <p:nvSpPr>
          <p:cNvPr id="50" name="TextBox 13">
            <a:extLst>
              <a:ext uri="{FF2B5EF4-FFF2-40B4-BE49-F238E27FC236}">
                <a16:creationId xmlns:a16="http://schemas.microsoft.com/office/drawing/2014/main" id="{A3CC2003-2071-C63B-E3DD-E3D47A0EF275}"/>
              </a:ext>
            </a:extLst>
          </p:cNvPr>
          <p:cNvSpPr txBox="1"/>
          <p:nvPr/>
        </p:nvSpPr>
        <p:spPr>
          <a:xfrm>
            <a:off x="4013283" y="3268005"/>
            <a:ext cx="1560392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Project Manager </a:t>
            </a: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8A6228A4-CA0D-1E01-D90B-B73D1FFDDD0D}"/>
              </a:ext>
            </a:extLst>
          </p:cNvPr>
          <p:cNvSpPr txBox="1"/>
          <p:nvPr/>
        </p:nvSpPr>
        <p:spPr>
          <a:xfrm>
            <a:off x="5821611" y="3256630"/>
            <a:ext cx="1890214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Vendor Project Manager </a:t>
            </a:r>
            <a:endParaRPr lang="en-US"/>
          </a:p>
        </p:txBody>
      </p:sp>
      <p:sp>
        <p:nvSpPr>
          <p:cNvPr id="64" name="TextBox 13">
            <a:extLst>
              <a:ext uri="{FF2B5EF4-FFF2-40B4-BE49-F238E27FC236}">
                <a16:creationId xmlns:a16="http://schemas.microsoft.com/office/drawing/2014/main" id="{9372A803-3ECF-470E-7B6A-B346B8369A02}"/>
              </a:ext>
            </a:extLst>
          </p:cNvPr>
          <p:cNvSpPr txBox="1"/>
          <p:nvPr/>
        </p:nvSpPr>
        <p:spPr>
          <a:xfrm>
            <a:off x="1932155" y="3764556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IT Leads</a:t>
            </a:r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5801E255-604E-FC08-9D81-AA117D8D835A}"/>
              </a:ext>
            </a:extLst>
          </p:cNvPr>
          <p:cNvSpPr txBox="1"/>
          <p:nvPr/>
        </p:nvSpPr>
        <p:spPr>
          <a:xfrm>
            <a:off x="6051275" y="3764556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Integration lead</a:t>
            </a:r>
            <a:endParaRPr lang="en-US"/>
          </a:p>
        </p:txBody>
      </p:sp>
      <p:sp>
        <p:nvSpPr>
          <p:cNvPr id="67" name="TextBox 16">
            <a:extLst>
              <a:ext uri="{FF2B5EF4-FFF2-40B4-BE49-F238E27FC236}">
                <a16:creationId xmlns:a16="http://schemas.microsoft.com/office/drawing/2014/main" id="{A730AF77-4C79-E02D-A2FB-CB4F5BC9EC3A}"/>
              </a:ext>
            </a:extLst>
          </p:cNvPr>
          <p:cNvSpPr txBox="1"/>
          <p:nvPr/>
        </p:nvSpPr>
        <p:spPr>
          <a:xfrm>
            <a:off x="3991715" y="3764556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Business Leads</a:t>
            </a:r>
            <a:endParaRPr lang="en-US"/>
          </a:p>
        </p:txBody>
      </p:sp>
      <p:sp>
        <p:nvSpPr>
          <p:cNvPr id="68" name="TextBox 16">
            <a:extLst>
              <a:ext uri="{FF2B5EF4-FFF2-40B4-BE49-F238E27FC236}">
                <a16:creationId xmlns:a16="http://schemas.microsoft.com/office/drawing/2014/main" id="{0187AC6B-5681-270E-9CA8-8E8C5B56DA3E}"/>
              </a:ext>
            </a:extLst>
          </p:cNvPr>
          <p:cNvSpPr txBox="1"/>
          <p:nvPr/>
        </p:nvSpPr>
        <p:spPr>
          <a:xfrm>
            <a:off x="8110835" y="3764556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Architect</a:t>
            </a:r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BEABCD4-45F7-7626-8732-BFB02F43426D}"/>
              </a:ext>
            </a:extLst>
          </p:cNvPr>
          <p:cNvSpPr/>
          <p:nvPr/>
        </p:nvSpPr>
        <p:spPr bwMode="gray">
          <a:xfrm>
            <a:off x="1735242" y="4337568"/>
            <a:ext cx="8324933" cy="1392309"/>
          </a:xfrm>
          <a:prstGeom prst="roundRect">
            <a:avLst>
              <a:gd name="adj" fmla="val 3097"/>
            </a:avLst>
          </a:prstGeom>
          <a:noFill/>
          <a:ln w="19050" algn="ctr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01D6E1-ABA3-6179-7BDE-76894FCB6569}"/>
              </a:ext>
            </a:extLst>
          </p:cNvPr>
          <p:cNvSpPr txBox="1"/>
          <p:nvPr/>
        </p:nvSpPr>
        <p:spPr>
          <a:xfrm>
            <a:off x="1908504" y="4227478"/>
            <a:ext cx="1560393" cy="27699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ea typeface="Calibri"/>
                <a:cs typeface="Calibri"/>
              </a:rPr>
              <a:t>Key Team members </a:t>
            </a:r>
            <a:endParaRPr lang="en-US" b="1">
              <a:ea typeface="Calibri"/>
              <a:cs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052A1D-DF04-F512-D4BC-0549EDF61BCC}"/>
              </a:ext>
            </a:extLst>
          </p:cNvPr>
          <p:cNvGrpSpPr/>
          <p:nvPr/>
        </p:nvGrpSpPr>
        <p:grpSpPr>
          <a:xfrm>
            <a:off x="1932155" y="4542407"/>
            <a:ext cx="1757878" cy="970760"/>
            <a:chOff x="2239073" y="4542407"/>
            <a:chExt cx="1757878" cy="970760"/>
          </a:xfrm>
        </p:grpSpPr>
        <p:sp>
          <p:nvSpPr>
            <p:cNvPr id="72" name="TextBox 13">
              <a:extLst>
                <a:ext uri="{FF2B5EF4-FFF2-40B4-BE49-F238E27FC236}">
                  <a16:creationId xmlns:a16="http://schemas.microsoft.com/office/drawing/2014/main" id="{1AC14D3C-8B4C-CEE9-CD07-8F0B3B3E838B}"/>
                </a:ext>
              </a:extLst>
            </p:cNvPr>
            <p:cNvSpPr txBox="1"/>
            <p:nvPr/>
          </p:nvSpPr>
          <p:spPr>
            <a:xfrm>
              <a:off x="2239073" y="4542407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</a:p>
          </p:txBody>
        </p:sp>
        <p:sp>
          <p:nvSpPr>
            <p:cNvPr id="76" name="TextBox 13">
              <a:extLst>
                <a:ext uri="{FF2B5EF4-FFF2-40B4-BE49-F238E27FC236}">
                  <a16:creationId xmlns:a16="http://schemas.microsoft.com/office/drawing/2014/main" id="{A92D3C72-ED54-87EE-E434-A354C1737CFB}"/>
                </a:ext>
              </a:extLst>
            </p:cNvPr>
            <p:cNvSpPr txBox="1"/>
            <p:nvPr/>
          </p:nvSpPr>
          <p:spPr>
            <a:xfrm>
              <a:off x="2250447" y="4883601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80" name="TextBox 13">
              <a:extLst>
                <a:ext uri="{FF2B5EF4-FFF2-40B4-BE49-F238E27FC236}">
                  <a16:creationId xmlns:a16="http://schemas.microsoft.com/office/drawing/2014/main" id="{04363AE2-5E46-746D-A411-FC28605D959B}"/>
                </a:ext>
              </a:extLst>
            </p:cNvPr>
            <p:cNvSpPr txBox="1"/>
            <p:nvPr/>
          </p:nvSpPr>
          <p:spPr>
            <a:xfrm>
              <a:off x="2250446" y="5236168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B4448C5-A0E8-8C7D-6C94-E5B01FDC0F38}"/>
              </a:ext>
            </a:extLst>
          </p:cNvPr>
          <p:cNvGrpSpPr/>
          <p:nvPr/>
        </p:nvGrpSpPr>
        <p:grpSpPr>
          <a:xfrm>
            <a:off x="6045179" y="4542405"/>
            <a:ext cx="1757878" cy="970760"/>
            <a:chOff x="5878475" y="4542405"/>
            <a:chExt cx="1757878" cy="970760"/>
          </a:xfrm>
        </p:grpSpPr>
        <p:sp>
          <p:nvSpPr>
            <p:cNvPr id="73" name="TextBox 17">
              <a:extLst>
                <a:ext uri="{FF2B5EF4-FFF2-40B4-BE49-F238E27FC236}">
                  <a16:creationId xmlns:a16="http://schemas.microsoft.com/office/drawing/2014/main" id="{674B6380-D0FC-A132-F5FD-A6DE076F872C}"/>
                </a:ext>
              </a:extLst>
            </p:cNvPr>
            <p:cNvSpPr txBox="1"/>
            <p:nvPr/>
          </p:nvSpPr>
          <p:spPr>
            <a:xfrm>
              <a:off x="5878475" y="4542405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77" name="TextBox 17">
              <a:extLst>
                <a:ext uri="{FF2B5EF4-FFF2-40B4-BE49-F238E27FC236}">
                  <a16:creationId xmlns:a16="http://schemas.microsoft.com/office/drawing/2014/main" id="{6CB395A1-1B57-25B4-AB36-583E5CDFA52E}"/>
                </a:ext>
              </a:extLst>
            </p:cNvPr>
            <p:cNvSpPr txBox="1"/>
            <p:nvPr/>
          </p:nvSpPr>
          <p:spPr>
            <a:xfrm>
              <a:off x="5889849" y="4883599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81" name="TextBox 17">
              <a:extLst>
                <a:ext uri="{FF2B5EF4-FFF2-40B4-BE49-F238E27FC236}">
                  <a16:creationId xmlns:a16="http://schemas.microsoft.com/office/drawing/2014/main" id="{F50A2EAC-F7C0-302F-F864-7D63FDC7781B}"/>
                </a:ext>
              </a:extLst>
            </p:cNvPr>
            <p:cNvSpPr txBox="1"/>
            <p:nvPr/>
          </p:nvSpPr>
          <p:spPr>
            <a:xfrm>
              <a:off x="5889847" y="5236166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F88A7-98B8-3702-4D55-6FFE6BCA8E67}"/>
              </a:ext>
            </a:extLst>
          </p:cNvPr>
          <p:cNvGrpSpPr/>
          <p:nvPr/>
        </p:nvGrpSpPr>
        <p:grpSpPr>
          <a:xfrm>
            <a:off x="3988667" y="4542406"/>
            <a:ext cx="1757878" cy="970760"/>
            <a:chOff x="4024654" y="4542406"/>
            <a:chExt cx="1757878" cy="970760"/>
          </a:xfrm>
        </p:grpSpPr>
        <p:sp>
          <p:nvSpPr>
            <p:cNvPr id="74" name="TextBox 16">
              <a:extLst>
                <a:ext uri="{FF2B5EF4-FFF2-40B4-BE49-F238E27FC236}">
                  <a16:creationId xmlns:a16="http://schemas.microsoft.com/office/drawing/2014/main" id="{DC13641C-16E9-6007-5DD0-FFC0019BB7CB}"/>
                </a:ext>
              </a:extLst>
            </p:cNvPr>
            <p:cNvSpPr txBox="1"/>
            <p:nvPr/>
          </p:nvSpPr>
          <p:spPr>
            <a:xfrm>
              <a:off x="4024654" y="4542406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78" name="TextBox 16">
              <a:extLst>
                <a:ext uri="{FF2B5EF4-FFF2-40B4-BE49-F238E27FC236}">
                  <a16:creationId xmlns:a16="http://schemas.microsoft.com/office/drawing/2014/main" id="{95850B19-3CB8-9A61-7116-C93E24263EF4}"/>
                </a:ext>
              </a:extLst>
            </p:cNvPr>
            <p:cNvSpPr txBox="1"/>
            <p:nvPr/>
          </p:nvSpPr>
          <p:spPr>
            <a:xfrm>
              <a:off x="4036028" y="4883600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82" name="TextBox 16">
              <a:extLst>
                <a:ext uri="{FF2B5EF4-FFF2-40B4-BE49-F238E27FC236}">
                  <a16:creationId xmlns:a16="http://schemas.microsoft.com/office/drawing/2014/main" id="{23F41503-EC65-F421-745E-4C6603461D02}"/>
                </a:ext>
              </a:extLst>
            </p:cNvPr>
            <p:cNvSpPr txBox="1"/>
            <p:nvPr/>
          </p:nvSpPr>
          <p:spPr>
            <a:xfrm>
              <a:off x="4036026" y="5236167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58D7002-1BBD-5202-FBBD-4BB2E46AB493}"/>
              </a:ext>
            </a:extLst>
          </p:cNvPr>
          <p:cNvGrpSpPr/>
          <p:nvPr/>
        </p:nvGrpSpPr>
        <p:grpSpPr>
          <a:xfrm>
            <a:off x="8101691" y="4542405"/>
            <a:ext cx="1746504" cy="970760"/>
            <a:chOff x="7923863" y="4542405"/>
            <a:chExt cx="1746504" cy="970760"/>
          </a:xfrm>
        </p:grpSpPr>
        <p:sp>
          <p:nvSpPr>
            <p:cNvPr id="75" name="TextBox 16">
              <a:extLst>
                <a:ext uri="{FF2B5EF4-FFF2-40B4-BE49-F238E27FC236}">
                  <a16:creationId xmlns:a16="http://schemas.microsoft.com/office/drawing/2014/main" id="{C9504868-88BA-4023-69AE-FD8FFAE0743E}"/>
                </a:ext>
              </a:extLst>
            </p:cNvPr>
            <p:cNvSpPr txBox="1"/>
            <p:nvPr/>
          </p:nvSpPr>
          <p:spPr>
            <a:xfrm>
              <a:off x="7923863" y="4542405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79" name="TextBox 16">
              <a:extLst>
                <a:ext uri="{FF2B5EF4-FFF2-40B4-BE49-F238E27FC236}">
                  <a16:creationId xmlns:a16="http://schemas.microsoft.com/office/drawing/2014/main" id="{70F4E31C-CE86-B3D6-A28D-1A9EAD4F4A56}"/>
                </a:ext>
              </a:extLst>
            </p:cNvPr>
            <p:cNvSpPr txBox="1"/>
            <p:nvPr/>
          </p:nvSpPr>
          <p:spPr>
            <a:xfrm>
              <a:off x="7923863" y="4883599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83" name="TextBox 16">
              <a:extLst>
                <a:ext uri="{FF2B5EF4-FFF2-40B4-BE49-F238E27FC236}">
                  <a16:creationId xmlns:a16="http://schemas.microsoft.com/office/drawing/2014/main" id="{76E7B4D6-6B78-5CC3-E063-F958238D910D}"/>
                </a:ext>
              </a:extLst>
            </p:cNvPr>
            <p:cNvSpPr txBox="1"/>
            <p:nvPr/>
          </p:nvSpPr>
          <p:spPr>
            <a:xfrm>
              <a:off x="7923863" y="5236166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</p:grpSp>
      <p:sp>
        <p:nvSpPr>
          <p:cNvPr id="3" name="Rectangle 2">
            <a:hlinkClick r:id="rId3"/>
            <a:extLst>
              <a:ext uri="{FF2B5EF4-FFF2-40B4-BE49-F238E27FC236}">
                <a16:creationId xmlns:a16="http://schemas.microsoft.com/office/drawing/2014/main" id="{E07197E7-EC7F-C17A-A18B-0E47A19CC91A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Team Register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32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480" y="275646"/>
            <a:ext cx="10588959" cy="365760"/>
          </a:xfrm>
        </p:spPr>
        <p:txBody>
          <a:bodyPr/>
          <a:lstStyle/>
          <a:p>
            <a:r>
              <a:rPr lang="en-US" sz="2000"/>
              <a:t>Key Deliverables </a:t>
            </a:r>
            <a:r>
              <a:rPr lang="en-US" sz="2000" b="0" i="1">
                <a:solidFill>
                  <a:schemeClr val="tx1">
                    <a:lumMod val="50000"/>
                    <a:lumOff val="50000"/>
                  </a:schemeClr>
                </a:solidFill>
              </a:rPr>
              <a:t>[Slide to be Gate Specific]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 dirty="0"/>
              <a:t>Outlines key deliverables for the Gates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B3DDC7-53BA-A132-192B-95BFFBF396E6}"/>
              </a:ext>
            </a:extLst>
          </p:cNvPr>
          <p:cNvGraphicFramePr>
            <a:graphicFrameLocks noGrp="1"/>
          </p:cNvGraphicFramePr>
          <p:nvPr/>
        </p:nvGraphicFramePr>
        <p:xfrm>
          <a:off x="611479" y="1680216"/>
          <a:ext cx="10964820" cy="4137647"/>
        </p:xfrm>
        <a:graphic>
          <a:graphicData uri="http://schemas.openxmlformats.org/drawingml/2006/table">
            <a:tbl>
              <a:tblPr/>
              <a:tblGrid>
                <a:gridCol w="2791135">
                  <a:extLst>
                    <a:ext uri="{9D8B030D-6E8A-4147-A177-3AD203B41FA5}">
                      <a16:colId xmlns:a16="http://schemas.microsoft.com/office/drawing/2014/main" val="1395127167"/>
                    </a:ext>
                  </a:extLst>
                </a:gridCol>
                <a:gridCol w="2484524">
                  <a:extLst>
                    <a:ext uri="{9D8B030D-6E8A-4147-A177-3AD203B41FA5}">
                      <a16:colId xmlns:a16="http://schemas.microsoft.com/office/drawing/2014/main" val="65702820"/>
                    </a:ext>
                  </a:extLst>
                </a:gridCol>
                <a:gridCol w="2484524">
                  <a:extLst>
                    <a:ext uri="{9D8B030D-6E8A-4147-A177-3AD203B41FA5}">
                      <a16:colId xmlns:a16="http://schemas.microsoft.com/office/drawing/2014/main" val="3996643263"/>
                    </a:ext>
                  </a:extLst>
                </a:gridCol>
                <a:gridCol w="3204637">
                  <a:extLst>
                    <a:ext uri="{9D8B030D-6E8A-4147-A177-3AD203B41FA5}">
                      <a16:colId xmlns:a16="http://schemas.microsoft.com/office/drawing/2014/main" val="3885148376"/>
                    </a:ext>
                  </a:extLst>
                </a:gridCol>
              </a:tblGrid>
              <a:tr h="297167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Deliverable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Owner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Status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Remarks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24934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Deliverable #1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6576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Deliverable #2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43978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Deliverable #3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2006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Deliverable #4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1748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Deliverable #5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6962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Deliverable #6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50982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89BE9517-5007-14DB-CA5E-4F4D9E989F8C}"/>
              </a:ext>
            </a:extLst>
          </p:cNvPr>
          <p:cNvGrpSpPr/>
          <p:nvPr/>
        </p:nvGrpSpPr>
        <p:grpSpPr>
          <a:xfrm>
            <a:off x="609600" y="1168293"/>
            <a:ext cx="3939977" cy="278537"/>
            <a:chOff x="609600" y="844061"/>
            <a:chExt cx="3939977" cy="27853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A73FAF-A538-1054-349B-E367739BFEDC}"/>
                </a:ext>
              </a:extLst>
            </p:cNvPr>
            <p:cNvSpPr/>
            <p:nvPr/>
          </p:nvSpPr>
          <p:spPr>
            <a:xfrm>
              <a:off x="609600" y="844061"/>
              <a:ext cx="1645920" cy="278537"/>
            </a:xfrm>
            <a:prstGeom prst="rect">
              <a:avLst/>
            </a:prstGeom>
            <a:solidFill>
              <a:srgbClr val="F9BEB9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</a:rPr>
                <a:t>Gate Phase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E6D845-8CF0-3DC0-E650-EDC936E2D304}"/>
                </a:ext>
              </a:extLst>
            </p:cNvPr>
            <p:cNvSpPr/>
            <p:nvPr/>
          </p:nvSpPr>
          <p:spPr>
            <a:xfrm>
              <a:off x="2263577" y="844061"/>
              <a:ext cx="2286000" cy="2785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</a:rPr>
                <a:t>&lt;&gt;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B42FEA-5BE8-E4EB-B0F3-060C0D647AAC}"/>
              </a:ext>
            </a:extLst>
          </p:cNvPr>
          <p:cNvGrpSpPr/>
          <p:nvPr/>
        </p:nvGrpSpPr>
        <p:grpSpPr>
          <a:xfrm>
            <a:off x="5376063" y="1168293"/>
            <a:ext cx="3941064" cy="278537"/>
            <a:chOff x="3932128" y="844061"/>
            <a:chExt cx="3941064" cy="27853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E20481-0D4B-A44C-606F-4897C6FC1E17}"/>
                </a:ext>
              </a:extLst>
            </p:cNvPr>
            <p:cNvSpPr/>
            <p:nvPr/>
          </p:nvSpPr>
          <p:spPr>
            <a:xfrm>
              <a:off x="3932128" y="844061"/>
              <a:ext cx="1645920" cy="278537"/>
            </a:xfrm>
            <a:prstGeom prst="rect">
              <a:avLst/>
            </a:prstGeom>
            <a:solidFill>
              <a:srgbClr val="F9BEB9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</a:rPr>
                <a:t>Timeline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C3101B-7CF9-7C58-CA31-F67497D96788}"/>
                </a:ext>
              </a:extLst>
            </p:cNvPr>
            <p:cNvSpPr/>
            <p:nvPr/>
          </p:nvSpPr>
          <p:spPr>
            <a:xfrm>
              <a:off x="5587192" y="844061"/>
              <a:ext cx="2286000" cy="2785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Unilever Shilling" panose="020B0502020202020204" pitchFamily="34" charset="0"/>
                </a:rPr>
                <a:t>DD/MM/YYYY – DD/MM/YYYY</a:t>
              </a:r>
            </a:p>
          </p:txBody>
        </p:sp>
      </p:grpSp>
      <p:sp>
        <p:nvSpPr>
          <p:cNvPr id="5" name="Rectangle 4">
            <a:hlinkClick r:id="rId3"/>
            <a:extLst>
              <a:ext uri="{FF2B5EF4-FFF2-40B4-BE49-F238E27FC236}">
                <a16:creationId xmlns:a16="http://schemas.microsoft.com/office/drawing/2014/main" id="{1617ED7B-7717-68D6-1950-555294608DAE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Gate Deliverables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322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Resource Utilization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 lIns="0" tIns="45720" rIns="91440" bIns="45720" anchor="t"/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ea typeface="Verdana"/>
              </a:rPr>
              <a:t>Provides a consolidated view of resource allocation, utilization, and forward 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EDA8B4-4A96-C532-CA3B-4622DCD22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558489"/>
              </p:ext>
            </p:extLst>
          </p:nvPr>
        </p:nvGraphicFramePr>
        <p:xfrm>
          <a:off x="600119" y="1237980"/>
          <a:ext cx="10976178" cy="3594913"/>
        </p:xfrm>
        <a:graphic>
          <a:graphicData uri="http://schemas.openxmlformats.org/drawingml/2006/table">
            <a:tbl>
              <a:tblPr/>
              <a:tblGrid>
                <a:gridCol w="1825295">
                  <a:extLst>
                    <a:ext uri="{9D8B030D-6E8A-4147-A177-3AD203B41FA5}">
                      <a16:colId xmlns:a16="http://schemas.microsoft.com/office/drawing/2014/main" val="1395127167"/>
                    </a:ext>
                  </a:extLst>
                </a:gridCol>
                <a:gridCol w="1825295">
                  <a:extLst>
                    <a:ext uri="{9D8B030D-6E8A-4147-A177-3AD203B41FA5}">
                      <a16:colId xmlns:a16="http://schemas.microsoft.com/office/drawing/2014/main" val="65702820"/>
                    </a:ext>
                  </a:extLst>
                </a:gridCol>
                <a:gridCol w="1825295">
                  <a:extLst>
                    <a:ext uri="{9D8B030D-6E8A-4147-A177-3AD203B41FA5}">
                      <a16:colId xmlns:a16="http://schemas.microsoft.com/office/drawing/2014/main" val="3996643263"/>
                    </a:ext>
                  </a:extLst>
                </a:gridCol>
                <a:gridCol w="1550467">
                  <a:extLst>
                    <a:ext uri="{9D8B030D-6E8A-4147-A177-3AD203B41FA5}">
                      <a16:colId xmlns:a16="http://schemas.microsoft.com/office/drawing/2014/main" val="3343964843"/>
                    </a:ext>
                  </a:extLst>
                </a:gridCol>
                <a:gridCol w="1550467">
                  <a:extLst>
                    <a:ext uri="{9D8B030D-6E8A-4147-A177-3AD203B41FA5}">
                      <a16:colId xmlns:a16="http://schemas.microsoft.com/office/drawing/2014/main" val="2695743389"/>
                    </a:ext>
                  </a:extLst>
                </a:gridCol>
                <a:gridCol w="1134421">
                  <a:extLst>
                    <a:ext uri="{9D8B030D-6E8A-4147-A177-3AD203B41FA5}">
                      <a16:colId xmlns:a16="http://schemas.microsoft.com/office/drawing/2014/main" val="1423189276"/>
                    </a:ext>
                  </a:extLst>
                </a:gridCol>
                <a:gridCol w="1264938">
                  <a:extLst>
                    <a:ext uri="{9D8B030D-6E8A-4147-A177-3AD203B41FA5}">
                      <a16:colId xmlns:a16="http://schemas.microsoft.com/office/drawing/2014/main" val="2610430654"/>
                    </a:ext>
                  </a:extLst>
                </a:gridCol>
              </a:tblGrid>
              <a:tr h="30307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Resource Name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Role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Reporting Manager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Role Start Date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Role End Date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YTD Utilization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Utilization Status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24934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&lt;Resource #1&gt;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&lt;Architect, SME, etc.&gt;</a:t>
                      </a:r>
                      <a:endParaRPr lang="en-IN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&lt;Brief Detail about the Role&gt;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&lt;DD/MM/YY&gt;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&lt;DD/MM/YY&gt;</a:t>
                      </a:r>
                      <a:endParaRPr lang="en-US" sz="1100" b="0" i="1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 fontAlgn="ctr">
                        <a:buFont typeface="+mj-lt"/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XX%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65762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r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43978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r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836428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r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59479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r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55895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DC83AAF-F20E-D782-629B-DBF660026AFD}"/>
              </a:ext>
            </a:extLst>
          </p:cNvPr>
          <p:cNvSpPr/>
          <p:nvPr/>
        </p:nvSpPr>
        <p:spPr>
          <a:xfrm>
            <a:off x="625601" y="4960478"/>
            <a:ext cx="10950697" cy="7549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500"/>
              </a:spcAft>
            </a:pPr>
            <a:r>
              <a:rPr lang="en-IN" sz="1100" b="1" dirty="0">
                <a:solidFill>
                  <a:schemeClr val="tx1"/>
                </a:solidFill>
              </a:rPr>
              <a:t>Forward View: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Upcoming Project Needs: &lt;Headcount, skill, etc.&gt;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Hiring and Upskilling Requirements: &lt;Training required, Fastrack onboarding, etc.&gt;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4452EB-AFD8-120B-59FD-0B04DDE731E5}"/>
              </a:ext>
            </a:extLst>
          </p:cNvPr>
          <p:cNvGrpSpPr/>
          <p:nvPr/>
        </p:nvGrpSpPr>
        <p:grpSpPr>
          <a:xfrm>
            <a:off x="637504" y="5773093"/>
            <a:ext cx="4329125" cy="138499"/>
            <a:chOff x="637504" y="5647258"/>
            <a:chExt cx="4329125" cy="138499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1F2B6834-AC9B-4BB8-A355-55672F335EC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37504" y="5659830"/>
              <a:ext cx="113355" cy="113355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6B36612-A4EF-B851-54C2-68F4F38423E2}"/>
                </a:ext>
              </a:extLst>
            </p:cNvPr>
            <p:cNvSpPr txBox="1"/>
            <p:nvPr/>
          </p:nvSpPr>
          <p:spPr>
            <a:xfrm>
              <a:off x="851829" y="5647258"/>
              <a:ext cx="4114800" cy="1384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On Track </a:t>
              </a:r>
              <a:r>
                <a:rPr kumimoji="0" lang="en-US" sz="9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(Capacity</a:t>
              </a:r>
              <a:r>
                <a:rPr lang="en-US" sz="9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 utilization </a:t>
              </a:r>
              <a:r>
                <a:rPr kumimoji="0" lang="en-US" sz="9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within planned thresholds; no major issues)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CFBD74-8B18-8DDF-137E-4D2EC22F1BAB}"/>
              </a:ext>
            </a:extLst>
          </p:cNvPr>
          <p:cNvGrpSpPr/>
          <p:nvPr/>
        </p:nvGrpSpPr>
        <p:grpSpPr>
          <a:xfrm>
            <a:off x="637504" y="5946580"/>
            <a:ext cx="6066485" cy="138499"/>
            <a:chOff x="637504" y="5887857"/>
            <a:chExt cx="6066485" cy="138499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89697C67-EF4F-8D0E-26BC-0A621C0F042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37504" y="5900429"/>
              <a:ext cx="113355" cy="113355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749D34-CD0F-AE8B-7314-A7B325A7C8E7}"/>
                </a:ext>
              </a:extLst>
            </p:cNvPr>
            <p:cNvSpPr txBox="1"/>
            <p:nvPr/>
          </p:nvSpPr>
          <p:spPr>
            <a:xfrm>
              <a:off x="851829" y="5887857"/>
              <a:ext cx="5852160" cy="1384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Watchout </a:t>
              </a:r>
              <a:r>
                <a:rPr kumimoji="0" lang="en-US" sz="9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(</a:t>
              </a:r>
              <a:r>
                <a:rPr lang="en-US" sz="9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10-20%</a:t>
              </a:r>
              <a:r>
                <a:rPr kumimoji="0" lang="en-US" sz="9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 deviation from planned</a:t>
              </a:r>
              <a:r>
                <a:rPr lang="en-US" sz="9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 utilization – can be under or over utilized</a:t>
              </a:r>
              <a:endPara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Speedee" panose="020B06030305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3278DE-42BA-BFDF-3A92-12C9442FC596}"/>
              </a:ext>
            </a:extLst>
          </p:cNvPr>
          <p:cNvGrpSpPr/>
          <p:nvPr/>
        </p:nvGrpSpPr>
        <p:grpSpPr>
          <a:xfrm>
            <a:off x="637504" y="6120067"/>
            <a:ext cx="8718245" cy="138499"/>
            <a:chOff x="637504" y="6120067"/>
            <a:chExt cx="6995859" cy="138499"/>
          </a:xfrm>
        </p:grpSpPr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ACCA464D-D7AC-90C4-1435-152A7D69463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37504" y="6132639"/>
              <a:ext cx="88050" cy="113355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000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5696BEC-BDE3-5DE1-741C-F3511623C6B7}"/>
                </a:ext>
              </a:extLst>
            </p:cNvPr>
            <p:cNvSpPr txBox="1"/>
            <p:nvPr/>
          </p:nvSpPr>
          <p:spPr>
            <a:xfrm>
              <a:off x="809487" y="6120067"/>
              <a:ext cx="6823876" cy="1384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Off-Track </a:t>
              </a:r>
              <a:r>
                <a:rPr kumimoji="0" lang="en-US" sz="9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(</a:t>
              </a:r>
              <a:r>
                <a:rPr lang="en-US" sz="9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20%</a:t>
              </a:r>
              <a:r>
                <a:rPr kumimoji="0" lang="en-US" sz="9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+ deviation from planned</a:t>
              </a:r>
              <a:r>
                <a:rPr lang="en-US" sz="9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 utilization – can be under or over utilized</a:t>
              </a:r>
              <a:endPara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Speedee" panose="020B0603030502020204" pitchFamily="34" charset="0"/>
              </a:endParaRPr>
            </a:p>
          </p:txBody>
        </p:sp>
      </p:grpSp>
      <p:sp>
        <p:nvSpPr>
          <p:cNvPr id="3" name="Rectangle 2">
            <a:hlinkClick r:id="rId6"/>
            <a:extLst>
              <a:ext uri="{FF2B5EF4-FFF2-40B4-BE49-F238E27FC236}">
                <a16:creationId xmlns:a16="http://schemas.microsoft.com/office/drawing/2014/main" id="{AFEA37E8-9136-78B7-0F20-F067600C5B8A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Capacity Planning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466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Benefit Realization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Tracks benefits approved as part of the business case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44497D-4FDD-4B0B-4C94-EFE81608C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436984"/>
              </p:ext>
            </p:extLst>
          </p:nvPr>
        </p:nvGraphicFramePr>
        <p:xfrm>
          <a:off x="600119" y="1237980"/>
          <a:ext cx="10963658" cy="4531883"/>
        </p:xfrm>
        <a:graphic>
          <a:graphicData uri="http://schemas.openxmlformats.org/drawingml/2006/table">
            <a:tbl>
              <a:tblPr/>
              <a:tblGrid>
                <a:gridCol w="1021941">
                  <a:extLst>
                    <a:ext uri="{9D8B030D-6E8A-4147-A177-3AD203B41FA5}">
                      <a16:colId xmlns:a16="http://schemas.microsoft.com/office/drawing/2014/main" val="1395127167"/>
                    </a:ext>
                  </a:extLst>
                </a:gridCol>
                <a:gridCol w="1654655">
                  <a:extLst>
                    <a:ext uri="{9D8B030D-6E8A-4147-A177-3AD203B41FA5}">
                      <a16:colId xmlns:a16="http://schemas.microsoft.com/office/drawing/2014/main" val="65702820"/>
                    </a:ext>
                  </a:extLst>
                </a:gridCol>
                <a:gridCol w="2022356">
                  <a:extLst>
                    <a:ext uri="{9D8B030D-6E8A-4147-A177-3AD203B41FA5}">
                      <a16:colId xmlns:a16="http://schemas.microsoft.com/office/drawing/2014/main" val="3996643263"/>
                    </a:ext>
                  </a:extLst>
                </a:gridCol>
                <a:gridCol w="1403595">
                  <a:extLst>
                    <a:ext uri="{9D8B030D-6E8A-4147-A177-3AD203B41FA5}">
                      <a16:colId xmlns:a16="http://schemas.microsoft.com/office/drawing/2014/main" val="3343964843"/>
                    </a:ext>
                  </a:extLst>
                </a:gridCol>
                <a:gridCol w="1403595">
                  <a:extLst>
                    <a:ext uri="{9D8B030D-6E8A-4147-A177-3AD203B41FA5}">
                      <a16:colId xmlns:a16="http://schemas.microsoft.com/office/drawing/2014/main" val="2695743389"/>
                    </a:ext>
                  </a:extLst>
                </a:gridCol>
                <a:gridCol w="1403595">
                  <a:extLst>
                    <a:ext uri="{9D8B030D-6E8A-4147-A177-3AD203B41FA5}">
                      <a16:colId xmlns:a16="http://schemas.microsoft.com/office/drawing/2014/main" val="1423189276"/>
                    </a:ext>
                  </a:extLst>
                </a:gridCol>
                <a:gridCol w="1403595">
                  <a:extLst>
                    <a:ext uri="{9D8B030D-6E8A-4147-A177-3AD203B41FA5}">
                      <a16:colId xmlns:a16="http://schemas.microsoft.com/office/drawing/2014/main" val="3745220236"/>
                    </a:ext>
                  </a:extLst>
                </a:gridCol>
                <a:gridCol w="650326">
                  <a:extLst>
                    <a:ext uri="{9D8B030D-6E8A-4147-A177-3AD203B41FA5}">
                      <a16:colId xmlns:a16="http://schemas.microsoft.com/office/drawing/2014/main" val="2610430654"/>
                    </a:ext>
                  </a:extLst>
                </a:gridCol>
              </a:tblGrid>
              <a:tr h="30307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Category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Benefit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Baseline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Target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Actual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Timeline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Status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24934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Quantitative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&lt;KPI&gt; / &lt;Qualitative Outcome&gt;</a:t>
                      </a:r>
                      <a:endParaRPr lang="en-IN" sz="1100" b="0" i="1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&lt;Brief Details&gt;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&lt;Current measure before project intervention&gt;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1100" b="0" i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&lt;Expected Benefit&gt;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1100" b="0" i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&lt;Achieved to Date&gt;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sz="1100" b="0" i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&lt;When benefit is expected to be realized&gt;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Unilever Shilling" panose="020B0502020202020204" pitchFamily="34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65762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Qualitative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43978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836428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594791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t">
                        <a:buFont typeface="+mj-lt"/>
                        <a:buAutoNum type="arabicPeriod"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558955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CF337229-852B-4CA7-5ED5-0E446264E8EE}"/>
              </a:ext>
            </a:extLst>
          </p:cNvPr>
          <p:cNvGrpSpPr/>
          <p:nvPr/>
        </p:nvGrpSpPr>
        <p:grpSpPr>
          <a:xfrm>
            <a:off x="600119" y="6064611"/>
            <a:ext cx="729150" cy="153888"/>
            <a:chOff x="1518589" y="6064611"/>
            <a:chExt cx="729150" cy="153888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2F8F170F-73AC-D65A-6278-CAD3BF54ADA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518589" y="6072975"/>
              <a:ext cx="137160" cy="1371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6348B4-10EA-4D44-266D-F7889843EAAE}"/>
                </a:ext>
              </a:extLst>
            </p:cNvPr>
            <p:cNvSpPr txBox="1"/>
            <p:nvPr/>
          </p:nvSpPr>
          <p:spPr>
            <a:xfrm>
              <a:off x="1744819" y="6064611"/>
              <a:ext cx="502920" cy="1538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On track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C9458D-F0E6-C2FC-2A4C-A3CD7031D5AE}"/>
              </a:ext>
            </a:extLst>
          </p:cNvPr>
          <p:cNvGrpSpPr/>
          <p:nvPr/>
        </p:nvGrpSpPr>
        <p:grpSpPr>
          <a:xfrm>
            <a:off x="1420990" y="6064611"/>
            <a:ext cx="729556" cy="153888"/>
            <a:chOff x="3270515" y="6064611"/>
            <a:chExt cx="729556" cy="153888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5811B8D1-FD60-F272-2841-429C1116F9A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270515" y="6072975"/>
              <a:ext cx="137160" cy="1371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C000"/>
            </a:solidFill>
            <a:ln w="6350" cap="flat" cmpd="sng" algn="ctr">
              <a:solidFill>
                <a:srgbClr val="FFC000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1E651A6-B87B-8FD2-9EE5-E6072462980D}"/>
                </a:ext>
              </a:extLst>
            </p:cNvPr>
            <p:cNvSpPr txBox="1"/>
            <p:nvPr/>
          </p:nvSpPr>
          <p:spPr>
            <a:xfrm>
              <a:off x="3497151" y="6064611"/>
              <a:ext cx="502920" cy="1538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Delayed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06B19B-BABA-5654-5F2C-9EB86F0A961E}"/>
              </a:ext>
            </a:extLst>
          </p:cNvPr>
          <p:cNvGrpSpPr/>
          <p:nvPr/>
        </p:nvGrpSpPr>
        <p:grpSpPr>
          <a:xfrm>
            <a:off x="2242268" y="6064611"/>
            <a:ext cx="729556" cy="153888"/>
            <a:chOff x="4036585" y="6064611"/>
            <a:chExt cx="729556" cy="153888"/>
          </a:xfrm>
        </p:grpSpPr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33737ACA-80E6-04D4-AF90-F5B26719E0D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4036585" y="6072975"/>
              <a:ext cx="137160" cy="13716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0000"/>
            </a:solidFill>
            <a:ln w="6350" cap="flat" cmpd="sng" algn="ctr">
              <a:solidFill>
                <a:srgbClr val="FF0000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61DAD6A-1A42-56C6-38D7-FA87E2678E65}"/>
                </a:ext>
              </a:extLst>
            </p:cNvPr>
            <p:cNvSpPr txBox="1"/>
            <p:nvPr/>
          </p:nvSpPr>
          <p:spPr>
            <a:xfrm>
              <a:off x="4263221" y="6064611"/>
              <a:ext cx="502920" cy="15388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At risk</a:t>
              </a:r>
            </a:p>
          </p:txBody>
        </p:sp>
      </p:grpSp>
      <p:sp>
        <p:nvSpPr>
          <p:cNvPr id="6" name="Rectangle 5">
            <a:hlinkClick r:id="rId6"/>
            <a:extLst>
              <a:ext uri="{FF2B5EF4-FFF2-40B4-BE49-F238E27FC236}">
                <a16:creationId xmlns:a16="http://schemas.microsoft.com/office/drawing/2014/main" id="{362853BC-6FF7-0586-1032-A57443333F9D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Benefit KPI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098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4A9E9-9EC1-F035-5765-1876C411D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96D90B-37C6-13DB-8D16-2250A525A3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45720" rIns="91440" bIns="45720" anchor="t"/>
          <a:lstStyle/>
          <a:p>
            <a:r>
              <a:rPr lang="en-US" sz="2000" dirty="0">
                <a:latin typeface="Verdana"/>
                <a:ea typeface="Verdana"/>
              </a:rPr>
              <a:t>Communication Plan</a:t>
            </a:r>
            <a:endParaRPr lang="en-US" sz="20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EF9D4E1-40F8-0F2A-828C-4658CC8CF9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1323346" cy="365760"/>
          </a:xfrm>
        </p:spPr>
        <p:txBody>
          <a:bodyPr/>
          <a:lstStyle/>
          <a:p>
            <a:r>
              <a:rPr lang="en-US" sz="1400" dirty="0"/>
              <a:t>Defines approach to ensure the right stakeholders receive the right information at the right time through the right channels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24B573-D5A0-5D60-8BAB-467A4F3372EE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F8DF97-F106-FCB5-7A80-5B75FA7E7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555978"/>
              </p:ext>
            </p:extLst>
          </p:nvPr>
        </p:nvGraphicFramePr>
        <p:xfrm>
          <a:off x="600119" y="1237980"/>
          <a:ext cx="10963659" cy="4531883"/>
        </p:xfrm>
        <a:graphic>
          <a:graphicData uri="http://schemas.openxmlformats.org/drawingml/2006/table">
            <a:tbl>
              <a:tblPr/>
              <a:tblGrid>
                <a:gridCol w="1566237">
                  <a:extLst>
                    <a:ext uri="{9D8B030D-6E8A-4147-A177-3AD203B41FA5}">
                      <a16:colId xmlns:a16="http://schemas.microsoft.com/office/drawing/2014/main" val="1395127167"/>
                    </a:ext>
                  </a:extLst>
                </a:gridCol>
                <a:gridCol w="1566237">
                  <a:extLst>
                    <a:ext uri="{9D8B030D-6E8A-4147-A177-3AD203B41FA5}">
                      <a16:colId xmlns:a16="http://schemas.microsoft.com/office/drawing/2014/main" val="1744552941"/>
                    </a:ext>
                  </a:extLst>
                </a:gridCol>
                <a:gridCol w="1566237">
                  <a:extLst>
                    <a:ext uri="{9D8B030D-6E8A-4147-A177-3AD203B41FA5}">
                      <a16:colId xmlns:a16="http://schemas.microsoft.com/office/drawing/2014/main" val="65702820"/>
                    </a:ext>
                  </a:extLst>
                </a:gridCol>
                <a:gridCol w="1566237">
                  <a:extLst>
                    <a:ext uri="{9D8B030D-6E8A-4147-A177-3AD203B41FA5}">
                      <a16:colId xmlns:a16="http://schemas.microsoft.com/office/drawing/2014/main" val="1342595100"/>
                    </a:ext>
                  </a:extLst>
                </a:gridCol>
                <a:gridCol w="1566237">
                  <a:extLst>
                    <a:ext uri="{9D8B030D-6E8A-4147-A177-3AD203B41FA5}">
                      <a16:colId xmlns:a16="http://schemas.microsoft.com/office/drawing/2014/main" val="3996643263"/>
                    </a:ext>
                  </a:extLst>
                </a:gridCol>
                <a:gridCol w="1566237">
                  <a:extLst>
                    <a:ext uri="{9D8B030D-6E8A-4147-A177-3AD203B41FA5}">
                      <a16:colId xmlns:a16="http://schemas.microsoft.com/office/drawing/2014/main" val="3343964843"/>
                    </a:ext>
                  </a:extLst>
                </a:gridCol>
                <a:gridCol w="1566237">
                  <a:extLst>
                    <a:ext uri="{9D8B030D-6E8A-4147-A177-3AD203B41FA5}">
                      <a16:colId xmlns:a16="http://schemas.microsoft.com/office/drawing/2014/main" val="1423189276"/>
                    </a:ext>
                  </a:extLst>
                </a:gridCol>
              </a:tblGrid>
              <a:tr h="30307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Stakeholder Group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1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Objective</a:t>
                      </a:r>
                      <a:endParaRPr lang="en-US" sz="1200" b="1" i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Message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Channel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Frequency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Sender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Recipient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24934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</a:t>
                      </a:r>
                      <a:r>
                        <a:rPr kumimoji="0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Steering Committee</a:t>
                      </a:r>
                      <a:r>
                        <a:rPr kumimoji="0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Project Execution Leads</a:t>
                      </a:r>
                      <a:r>
                        <a:rPr kumimoji="0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 Team Members</a:t>
                      </a: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kumimoji="0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Inform, Align, Seek Approval, etc.</a:t>
                      </a: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IN" sz="105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Covers the content of the communication – key updates &amp; progress, etc.</a:t>
                      </a: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&gt;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IN" sz="105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Newsletter, Dashboard, In-Person, etc.</a:t>
                      </a: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&gt;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IN" sz="105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Weekly, Fortnightly, Monthly, etc.</a:t>
                      </a: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&gt;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IN" sz="105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Owner of the communication</a:t>
                      </a:r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&gt;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kumimoji="0" lang="en-IN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CIDO, Sponsor, IT Lead, etc.</a:t>
                      </a:r>
                      <a:r>
                        <a:rPr kumimoji="0" lang="en-IN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kumimoji="0" lang="en-US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65762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439787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20061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17484"/>
                  </a:ext>
                </a:extLst>
              </a:tr>
              <a:tr h="845762">
                <a:tc>
                  <a:txBody>
                    <a:bodyPr/>
                    <a:lstStyle/>
                    <a:p>
                      <a:pPr marL="0" marR="0" lvl="0" indent="0" algn="ctr" defTabSz="903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IN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696227"/>
                  </a:ext>
                </a:extLst>
              </a:tr>
            </a:tbl>
          </a:graphicData>
        </a:graphic>
      </p:graphicFrame>
      <p:sp>
        <p:nvSpPr>
          <p:cNvPr id="5" name="Rectangle 4">
            <a:hlinkClick r:id="rId3"/>
            <a:extLst>
              <a:ext uri="{FF2B5EF4-FFF2-40B4-BE49-F238E27FC236}">
                <a16:creationId xmlns:a16="http://schemas.microsoft.com/office/drawing/2014/main" id="{B5753AA0-8BF9-94A2-3DBB-4F520522CB04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Communication Plan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615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/>
              <a:t>Lessons Learned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 lIns="0" tIns="45720" rIns="91440" bIns="45720" anchor="t"/>
          <a:lstStyle/>
          <a:p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ea typeface="Verdana"/>
              </a:rPr>
              <a:t>Documents key successes, challenges, and recommendations to enhance future project delivery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F67438-0D0A-956D-3F16-1CAAB92A9A69}"/>
              </a:ext>
            </a:extLst>
          </p:cNvPr>
          <p:cNvGrpSpPr/>
          <p:nvPr/>
        </p:nvGrpSpPr>
        <p:grpSpPr>
          <a:xfrm>
            <a:off x="527400" y="1059971"/>
            <a:ext cx="5189588" cy="2310985"/>
            <a:chOff x="527400" y="1231321"/>
            <a:chExt cx="5189588" cy="23109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8537F69-B4C9-B9FF-3CB3-B72BA08BB877}"/>
                </a:ext>
              </a:extLst>
            </p:cNvPr>
            <p:cNvGrpSpPr/>
            <p:nvPr/>
          </p:nvGrpSpPr>
          <p:grpSpPr>
            <a:xfrm>
              <a:off x="527400" y="1231321"/>
              <a:ext cx="919737" cy="439891"/>
              <a:chOff x="527400" y="1318786"/>
              <a:chExt cx="919737" cy="439891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6AE50424-EBBD-C78F-5915-B2712A219D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526" y="1758677"/>
                <a:ext cx="815611" cy="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7E0CD03-8AEB-74AD-DAC6-A0CAC48695DC}"/>
                  </a:ext>
                </a:extLst>
              </p:cNvPr>
              <p:cNvSpPr/>
              <p:nvPr/>
            </p:nvSpPr>
            <p:spPr>
              <a:xfrm>
                <a:off x="527400" y="1318786"/>
                <a:ext cx="766428" cy="386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1" indent="0" algn="l" defTabSz="914400" rtl="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People</a:t>
                </a:r>
              </a:p>
            </p:txBody>
          </p: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C20C0AE-D855-F164-59EC-1E6CB3D9DF41}"/>
                </a:ext>
              </a:extLst>
            </p:cNvPr>
            <p:cNvSpPr/>
            <p:nvPr/>
          </p:nvSpPr>
          <p:spPr>
            <a:xfrm>
              <a:off x="611479" y="1804946"/>
              <a:ext cx="5105509" cy="1737360"/>
            </a:xfrm>
            <a:prstGeom prst="roundRect">
              <a:avLst>
                <a:gd name="adj" fmla="val 3448"/>
              </a:avLst>
            </a:prstGeom>
            <a:solidFill>
              <a:srgbClr val="FF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t"/>
            <a:lstStyle/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1. What worked well?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&lt;&gt;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sz="120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 Challenged faced?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&lt;&gt;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en-US" sz="1200" i="1">
                <a:solidFill>
                  <a:schemeClr val="tx1"/>
                </a:solidFill>
                <a:latin typeface="Calibri" panose="020F0502020204030204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3. Recommendations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&lt;&gt;</a:t>
              </a:r>
              <a:endParaRPr kumimoji="0" lang="en-IN" sz="120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C8184A-FEE8-4AD4-F567-2E950C794D9E}"/>
              </a:ext>
            </a:extLst>
          </p:cNvPr>
          <p:cNvGrpSpPr/>
          <p:nvPr/>
        </p:nvGrpSpPr>
        <p:grpSpPr>
          <a:xfrm>
            <a:off x="6386711" y="1059971"/>
            <a:ext cx="5189588" cy="2310985"/>
            <a:chOff x="527400" y="1231321"/>
            <a:chExt cx="5189588" cy="231098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17F5CE7-209F-1C53-C1D6-EA4A770EAFA2}"/>
                </a:ext>
              </a:extLst>
            </p:cNvPr>
            <p:cNvGrpSpPr/>
            <p:nvPr/>
          </p:nvGrpSpPr>
          <p:grpSpPr>
            <a:xfrm>
              <a:off x="527400" y="1231321"/>
              <a:ext cx="919737" cy="439891"/>
              <a:chOff x="527400" y="1318786"/>
              <a:chExt cx="919737" cy="439891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951E7C2-3FCC-2C9F-008E-43F1934C59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526" y="1758677"/>
                <a:ext cx="815611" cy="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AC0A077-F8BE-5D1C-BF84-5E2BF3E14262}"/>
                  </a:ext>
                </a:extLst>
              </p:cNvPr>
              <p:cNvSpPr/>
              <p:nvPr/>
            </p:nvSpPr>
            <p:spPr>
              <a:xfrm>
                <a:off x="527400" y="1318786"/>
                <a:ext cx="828175" cy="386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1" indent="0" algn="l" defTabSz="914400" rtl="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</a:t>
                </a:r>
              </a:p>
            </p:txBody>
          </p:sp>
        </p:grp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FB7AD4B-0108-CDF4-A50B-A3FA5DA7DB41}"/>
                </a:ext>
              </a:extLst>
            </p:cNvPr>
            <p:cNvSpPr/>
            <p:nvPr/>
          </p:nvSpPr>
          <p:spPr>
            <a:xfrm>
              <a:off x="611479" y="1804946"/>
              <a:ext cx="5105509" cy="1737360"/>
            </a:xfrm>
            <a:prstGeom prst="roundRect">
              <a:avLst>
                <a:gd name="adj" fmla="val 3448"/>
              </a:avLst>
            </a:prstGeom>
            <a:solidFill>
              <a:srgbClr val="FF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t"/>
            <a:lstStyle/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1. What worked well?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&lt;&gt;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sz="120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 Challenged faced?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&lt;&gt;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en-US" sz="1200" i="1">
                <a:solidFill>
                  <a:schemeClr val="tx1"/>
                </a:solidFill>
                <a:latin typeface="Calibri" panose="020F0502020204030204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3. Recommendations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&lt;&gt;</a:t>
              </a:r>
              <a:endParaRPr kumimoji="0" lang="en-IN" sz="120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C9FB8C-E530-E222-713D-B3BF3DDC947F}"/>
              </a:ext>
            </a:extLst>
          </p:cNvPr>
          <p:cNvGrpSpPr/>
          <p:nvPr/>
        </p:nvGrpSpPr>
        <p:grpSpPr>
          <a:xfrm>
            <a:off x="527400" y="3464201"/>
            <a:ext cx="5189588" cy="2310985"/>
            <a:chOff x="527400" y="1231321"/>
            <a:chExt cx="5189588" cy="231098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3B04895-8F1F-C620-0133-F79C081031A1}"/>
                </a:ext>
              </a:extLst>
            </p:cNvPr>
            <p:cNvGrpSpPr/>
            <p:nvPr/>
          </p:nvGrpSpPr>
          <p:grpSpPr>
            <a:xfrm>
              <a:off x="527400" y="1231321"/>
              <a:ext cx="1144737" cy="439891"/>
              <a:chOff x="527400" y="1318786"/>
              <a:chExt cx="1144737" cy="439891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42868CD-B3A2-25EB-9F27-EE0F572738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526" y="1758677"/>
                <a:ext cx="815611" cy="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F75E84E-BE03-1243-3B83-66EF9B8366F6}"/>
                  </a:ext>
                </a:extLst>
              </p:cNvPr>
              <p:cNvSpPr/>
              <p:nvPr/>
            </p:nvSpPr>
            <p:spPr>
              <a:xfrm>
                <a:off x="527400" y="1318786"/>
                <a:ext cx="1144737" cy="386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1" indent="0" algn="l" defTabSz="914400" rtl="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Technology</a:t>
                </a:r>
              </a:p>
            </p:txBody>
          </p:sp>
        </p:grp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B43306D-FE3D-984F-6BEE-48520F3660AC}"/>
                </a:ext>
              </a:extLst>
            </p:cNvPr>
            <p:cNvSpPr/>
            <p:nvPr/>
          </p:nvSpPr>
          <p:spPr>
            <a:xfrm>
              <a:off x="611479" y="1804946"/>
              <a:ext cx="5105509" cy="1737360"/>
            </a:xfrm>
            <a:prstGeom prst="roundRect">
              <a:avLst>
                <a:gd name="adj" fmla="val 3448"/>
              </a:avLst>
            </a:prstGeom>
            <a:solidFill>
              <a:srgbClr val="FF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t"/>
            <a:lstStyle/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1. What worked well?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&lt;&gt;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sz="120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 Challenged faced?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&lt;&gt;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en-US" sz="1200" i="1">
                <a:solidFill>
                  <a:schemeClr val="tx1"/>
                </a:solidFill>
                <a:latin typeface="Calibri" panose="020F0502020204030204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3. Recommendations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&lt;&gt;</a:t>
              </a:r>
              <a:endParaRPr kumimoji="0" lang="en-IN" sz="120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D8AB33E-245A-97B2-8149-4B0034C9160F}"/>
              </a:ext>
            </a:extLst>
          </p:cNvPr>
          <p:cNvGrpSpPr/>
          <p:nvPr/>
        </p:nvGrpSpPr>
        <p:grpSpPr>
          <a:xfrm>
            <a:off x="6386711" y="3464201"/>
            <a:ext cx="5189588" cy="2310985"/>
            <a:chOff x="527400" y="1231321"/>
            <a:chExt cx="5189588" cy="231098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16ACA0F-F3F6-911B-56FB-DB4EA7290F3B}"/>
                </a:ext>
              </a:extLst>
            </p:cNvPr>
            <p:cNvGrpSpPr/>
            <p:nvPr/>
          </p:nvGrpSpPr>
          <p:grpSpPr>
            <a:xfrm>
              <a:off x="527400" y="1231321"/>
              <a:ext cx="919737" cy="439891"/>
              <a:chOff x="527400" y="1318786"/>
              <a:chExt cx="919737" cy="439891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3F39963-60BE-5E2C-53ED-1330892A22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526" y="1758677"/>
                <a:ext cx="815611" cy="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A05F38C-8171-5794-9D22-61ED965CEEEC}"/>
                  </a:ext>
                </a:extLst>
              </p:cNvPr>
              <p:cNvSpPr/>
              <p:nvPr/>
            </p:nvSpPr>
            <p:spPr>
              <a:xfrm>
                <a:off x="527400" y="1318786"/>
                <a:ext cx="583108" cy="386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1" indent="0" algn="l" defTabSz="914400" rtl="0" eaLnBrk="1" fontAlgn="auto" latinLnBrk="0" hangingPunct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Data</a:t>
                </a:r>
              </a:p>
            </p:txBody>
          </p:sp>
        </p:grp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17B93D9-DD1E-7BA5-E5B8-5DA7F6922048}"/>
                </a:ext>
              </a:extLst>
            </p:cNvPr>
            <p:cNvSpPr/>
            <p:nvPr/>
          </p:nvSpPr>
          <p:spPr>
            <a:xfrm>
              <a:off x="611479" y="1804946"/>
              <a:ext cx="5105509" cy="1737360"/>
            </a:xfrm>
            <a:prstGeom prst="roundRect">
              <a:avLst>
                <a:gd name="adj" fmla="val 3448"/>
              </a:avLst>
            </a:prstGeom>
            <a:solidFill>
              <a:srgbClr val="FF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rtlCol="0" anchor="t"/>
            <a:lstStyle/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1. What worked well?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&lt;&gt;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sz="120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 Challenged faced?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&lt;&gt;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en-US" sz="1200" i="1">
                <a:solidFill>
                  <a:schemeClr val="tx1"/>
                </a:solidFill>
                <a:latin typeface="Calibri" panose="020F0502020204030204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3. Recommendations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200" i="1">
                  <a:solidFill>
                    <a:schemeClr val="tx1"/>
                  </a:solidFill>
                  <a:latin typeface="Calibri" panose="020F0502020204030204"/>
                </a:rPr>
                <a:t>&lt;&gt;</a:t>
              </a:r>
              <a:endParaRPr kumimoji="0" lang="en-IN" sz="120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Rectangle 2">
            <a:hlinkClick r:id="rId3"/>
            <a:extLst>
              <a:ext uri="{FF2B5EF4-FFF2-40B4-BE49-F238E27FC236}">
                <a16:creationId xmlns:a16="http://schemas.microsoft.com/office/drawing/2014/main" id="{1A1B0E23-94DA-4AC3-E4AA-520CA2BDE13A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Lessons Learnt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921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A3067-8178-1622-43CA-BCA6D84D11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Post Implementation Survey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A362041-B3DE-8BB4-A37E-636DF3583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 lIns="0" tIns="45720" rIns="91440" bIns="45720" anchor="t"/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ea typeface="Verdana"/>
              </a:rPr>
              <a:t>Captures stakeholder and end-user feedback to assess solution adoption, effectiveness, and improvement areas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008A9-D3D9-FFF6-6676-94758D659D2D}"/>
              </a:ext>
            </a:extLst>
          </p:cNvPr>
          <p:cNvSpPr/>
          <p:nvPr/>
        </p:nvSpPr>
        <p:spPr>
          <a:xfrm>
            <a:off x="11467750" y="2"/>
            <a:ext cx="724249" cy="232912"/>
          </a:xfrm>
          <a:prstGeom prst="rect">
            <a:avLst/>
          </a:prstGeom>
          <a:solidFill>
            <a:schemeClr val="accent2">
              <a:alpha val="32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accent1"/>
                </a:solidFill>
              </a:rPr>
              <a:t>TEMPLATE</a:t>
            </a:r>
            <a:endParaRPr lang="en-IN" sz="9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DB887B-EC70-F534-EC3A-56EFF5012E3E}"/>
              </a:ext>
            </a:extLst>
          </p:cNvPr>
          <p:cNvSpPr/>
          <p:nvPr/>
        </p:nvSpPr>
        <p:spPr>
          <a:xfrm>
            <a:off x="625601" y="1343771"/>
            <a:ext cx="10950697" cy="4224925"/>
          </a:xfrm>
          <a:prstGeom prst="roundRect">
            <a:avLst>
              <a:gd name="adj" fmla="val 363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773C90-BA80-6DA4-567E-7D7AA6931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560820"/>
              </p:ext>
            </p:extLst>
          </p:nvPr>
        </p:nvGraphicFramePr>
        <p:xfrm>
          <a:off x="756358" y="1452034"/>
          <a:ext cx="10608128" cy="392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2032">
                  <a:extLst>
                    <a:ext uri="{9D8B030D-6E8A-4147-A177-3AD203B41FA5}">
                      <a16:colId xmlns:a16="http://schemas.microsoft.com/office/drawing/2014/main" val="2156749070"/>
                    </a:ext>
                  </a:extLst>
                </a:gridCol>
                <a:gridCol w="2652032">
                  <a:extLst>
                    <a:ext uri="{9D8B030D-6E8A-4147-A177-3AD203B41FA5}">
                      <a16:colId xmlns:a16="http://schemas.microsoft.com/office/drawing/2014/main" val="1547046648"/>
                    </a:ext>
                  </a:extLst>
                </a:gridCol>
                <a:gridCol w="2652032">
                  <a:extLst>
                    <a:ext uri="{9D8B030D-6E8A-4147-A177-3AD203B41FA5}">
                      <a16:colId xmlns:a16="http://schemas.microsoft.com/office/drawing/2014/main" val="1819793229"/>
                    </a:ext>
                  </a:extLst>
                </a:gridCol>
                <a:gridCol w="2652032">
                  <a:extLst>
                    <a:ext uri="{9D8B030D-6E8A-4147-A177-3AD203B41FA5}">
                      <a16:colId xmlns:a16="http://schemas.microsoft.com/office/drawing/2014/main" val="2141114966"/>
                    </a:ext>
                  </a:extLst>
                </a:gridCol>
              </a:tblGrid>
              <a:tr h="631760">
                <a:tc>
                  <a:txBody>
                    <a:bodyPr/>
                    <a:lstStyle/>
                    <a:p>
                      <a:r>
                        <a:rPr lang="en-IN" sz="1600" u="sng" dirty="0">
                          <a:solidFill>
                            <a:schemeClr val="tx1"/>
                          </a:solidFill>
                          <a:latin typeface="+mn-lt"/>
                        </a:rPr>
                        <a:t>Section</a:t>
                      </a:r>
                      <a:endParaRPr lang="en-US" sz="1600" u="sng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41564" marB="41564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 dirty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T="41564" marB="41564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sng" dirty="0">
                          <a:solidFill>
                            <a:schemeClr val="tx1"/>
                          </a:solidFill>
                          <a:latin typeface="+mn-lt"/>
                        </a:rPr>
                        <a:t>Section</a:t>
                      </a:r>
                    </a:p>
                  </a:txBody>
                  <a:tcPr marL="365760" marT="41564" marB="4156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sng" dirty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365760" marT="41564" marB="41564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48874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</a:rPr>
                        <a:t>Project Outcomes &amp; Benefits</a:t>
                      </a:r>
                    </a:p>
                  </a:txBody>
                  <a:tcPr marT="41564" marB="41564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Communication &amp; Change Management</a:t>
                      </a:r>
                      <a:endParaRPr lang="en-US" sz="14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5760" marT="41564" marB="4156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7727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Solution Adoption &amp; Usability</a:t>
                      </a: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Collaboration &amp; Team Performance</a:t>
                      </a:r>
                      <a:endParaRPr lang="en-US" sz="14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5760" marT="41564" marB="4156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6982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 Management &amp; Governance</a:t>
                      </a: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Post-Go-Live Support &amp; Sustainability</a:t>
                      </a:r>
                      <a:endParaRPr lang="en-US" sz="14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5760" marT="41564" marB="4156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Unilever Shilling" panose="020B0502020202020204" pitchFamily="34" charset="0"/>
                          <a:sym typeface="Wingdings" panose="05000000000000000000" pitchFamily="2" charset="2"/>
                        </a:rPr>
                        <a:t>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614511"/>
                  </a:ext>
                </a:extLst>
              </a:tr>
              <a:tr h="1097280">
                <a:tc gridSpan="4">
                  <a:txBody>
                    <a:bodyPr/>
                    <a:lstStyle/>
                    <a:p>
                      <a:pPr marL="0" marR="0" lvl="0" indent="0" algn="l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Feedback Summary:</a:t>
                      </a:r>
                      <a:br>
                        <a:rPr kumimoji="0" lang="en-I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IN" sz="1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&lt;To be Updated&gt;</a:t>
                      </a:r>
                      <a:endParaRPr kumimoji="0" lang="en-US" sz="1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5760" marT="41564" marB="4156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03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05017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4BFC7816-F252-2D99-0D3C-44FFB4A5937A}"/>
              </a:ext>
            </a:extLst>
          </p:cNvPr>
          <p:cNvGrpSpPr/>
          <p:nvPr/>
        </p:nvGrpSpPr>
        <p:grpSpPr>
          <a:xfrm>
            <a:off x="637504" y="5647258"/>
            <a:ext cx="4329125" cy="138499"/>
            <a:chOff x="637504" y="5647258"/>
            <a:chExt cx="4329125" cy="138499"/>
          </a:xfrm>
        </p:grpSpPr>
        <p:sp>
          <p:nvSpPr>
            <p:cNvPr id="9" name="Arc 8">
              <a:extLst>
                <a:ext uri="{FF2B5EF4-FFF2-40B4-BE49-F238E27FC236}">
                  <a16:creationId xmlns:a16="http://schemas.microsoft.com/office/drawing/2014/main" id="{4D03EC76-F6ED-28B5-E403-3A0A0DDBF3C9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37504" y="5659830"/>
              <a:ext cx="113355" cy="113355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D2E622-C689-0FFC-0F92-1E5F6518514B}"/>
                </a:ext>
              </a:extLst>
            </p:cNvPr>
            <p:cNvSpPr txBox="1"/>
            <p:nvPr/>
          </p:nvSpPr>
          <p:spPr>
            <a:xfrm>
              <a:off x="851829" y="5647258"/>
              <a:ext cx="4114800" cy="1384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Likert Rating: 4.0 – 5.0 </a:t>
              </a:r>
              <a:r>
                <a:rPr kumimoji="0" lang="en-US" sz="9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(Stakeholders are satisfied / strongly supportive)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3C7926-504C-2784-5571-342F7EAF9315}"/>
              </a:ext>
            </a:extLst>
          </p:cNvPr>
          <p:cNvGrpSpPr/>
          <p:nvPr/>
        </p:nvGrpSpPr>
        <p:grpSpPr>
          <a:xfrm>
            <a:off x="637504" y="5887857"/>
            <a:ext cx="4329125" cy="138499"/>
            <a:chOff x="637504" y="5887857"/>
            <a:chExt cx="4329125" cy="138499"/>
          </a:xfrm>
        </p:grpSpPr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D960F0A6-8C3C-B67A-BFD1-8DC9F298ECE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37504" y="5900429"/>
              <a:ext cx="113355" cy="113355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B20AB6-8C7A-CA53-79B1-4624BC5350EA}"/>
                </a:ext>
              </a:extLst>
            </p:cNvPr>
            <p:cNvSpPr txBox="1"/>
            <p:nvPr/>
          </p:nvSpPr>
          <p:spPr>
            <a:xfrm>
              <a:off x="851829" y="5887857"/>
              <a:ext cx="4114800" cy="1384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Likert Rating: 3.0 – 3.9 </a:t>
              </a:r>
              <a:r>
                <a:rPr kumimoji="0" lang="en-US" sz="9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(Mixed responses; some concerns need addressing)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7D5913-A856-5EDB-72E0-6CC030A0C3FE}"/>
              </a:ext>
            </a:extLst>
          </p:cNvPr>
          <p:cNvGrpSpPr/>
          <p:nvPr/>
        </p:nvGrpSpPr>
        <p:grpSpPr>
          <a:xfrm>
            <a:off x="637504" y="6128456"/>
            <a:ext cx="4329126" cy="138499"/>
            <a:chOff x="637504" y="6128456"/>
            <a:chExt cx="4329126" cy="138499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C05FD2C0-97D4-B9D8-56E3-24F78AFB8DA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37504" y="6141028"/>
              <a:ext cx="113355" cy="113355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FF0000"/>
            </a:solidFill>
            <a:ln w="6350" cap="flat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BC0D">
                    <a:lumMod val="20000"/>
                    <a:lumOff val="8000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45B7C7-2964-552A-A374-6A42005C4786}"/>
                </a:ext>
              </a:extLst>
            </p:cNvPr>
            <p:cNvSpPr txBox="1"/>
            <p:nvPr/>
          </p:nvSpPr>
          <p:spPr>
            <a:xfrm>
              <a:off x="851830" y="6128456"/>
              <a:ext cx="4114800" cy="1384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latin typeface="Speedee" panose="020B0603030502020204" pitchFamily="34" charset="0"/>
                  <a:cs typeface="Arial" panose="020B0604020202020204" pitchFamily="34" charset="0"/>
                  <a:sym typeface="Speedee" panose="020B0603030502020204" pitchFamily="34" charset="0"/>
                </a:defRPr>
              </a:lvl1pPr>
              <a:lvl2pPr marL="228600" lvl="1" indent="-2286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2pPr>
              <a:lvl3pPr marL="438912" lvl="2" indent="-210312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3pPr>
              <a:lvl4pPr marL="594360" lvl="3" indent="-15544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4pPr>
              <a:lvl5pPr marL="813816" lvl="4" indent="-146304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>
                  <a:latin typeface="Speedee" panose="020B0603030502020204" pitchFamily="34" charset="0"/>
                  <a:sym typeface="Speedee" panose="020B06030305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Likert Rating: 1.0 – 2.9 </a:t>
              </a:r>
              <a:r>
                <a:rPr kumimoji="0" lang="en-US" sz="9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Speedee" panose="020B0603030502020204" pitchFamily="34" charset="0"/>
                </a:rPr>
                <a:t>(Dissatisfaction or major concerns; requires corrective action)</a:t>
              </a:r>
            </a:p>
          </p:txBody>
        </p:sp>
      </p:grpSp>
      <p:sp>
        <p:nvSpPr>
          <p:cNvPr id="3" name="Rectangle 2">
            <a:hlinkClick r:id="rId6"/>
            <a:extLst>
              <a:ext uri="{FF2B5EF4-FFF2-40B4-BE49-F238E27FC236}">
                <a16:creationId xmlns:a16="http://schemas.microsoft.com/office/drawing/2014/main" id="{EA7B22B4-9295-7E9B-D40A-C8B4C9E91041}"/>
              </a:ext>
            </a:extLst>
          </p:cNvPr>
          <p:cNvSpPr/>
          <p:nvPr/>
        </p:nvSpPr>
        <p:spPr>
          <a:xfrm>
            <a:off x="10579045" y="5937475"/>
            <a:ext cx="1019396" cy="3092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/>
            <a:r>
              <a:rPr lang="en-US" sz="800" i="1" dirty="0">
                <a:solidFill>
                  <a:schemeClr val="tx1"/>
                </a:solidFill>
              </a:rPr>
              <a:t>Input Template</a:t>
            </a:r>
            <a:br>
              <a:rPr lang="en-US" sz="800" i="1" dirty="0">
                <a:solidFill>
                  <a:srgbClr val="FF0000"/>
                </a:solidFill>
              </a:rPr>
            </a:br>
            <a:r>
              <a:rPr lang="en-US" sz="800" b="1" i="1" dirty="0">
                <a:solidFill>
                  <a:srgbClr val="FF0000"/>
                </a:solidFill>
              </a:rPr>
              <a:t>Survey Form</a:t>
            </a:r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3813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heme/theme1.xml><?xml version="1.0" encoding="utf-8"?>
<a:theme xmlns:a="http://schemas.openxmlformats.org/drawingml/2006/main" name="Custom Desig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v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Custom Desig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19852d-30be-49c4-8858-6cbc4a1ff376" xsi:nil="true"/>
    <lcf76f155ced4ddcb4097134ff3c332f xmlns="567ba4dc-eaa4-4764-9078-86fe8f265db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BF662C8E6B1B4FB44BD71793BD93DB" ma:contentTypeVersion="12" ma:contentTypeDescription="Create a new document." ma:contentTypeScope="" ma:versionID="359edbd54b91f89f7b5967e5868cf57f">
  <xsd:schema xmlns:xsd="http://www.w3.org/2001/XMLSchema" xmlns:xs="http://www.w3.org/2001/XMLSchema" xmlns:p="http://schemas.microsoft.com/office/2006/metadata/properties" xmlns:ns2="567ba4dc-eaa4-4764-9078-86fe8f265db1" xmlns:ns3="7819852d-30be-49c4-8858-6cbc4a1ff376" targetNamespace="http://schemas.microsoft.com/office/2006/metadata/properties" ma:root="true" ma:fieldsID="0ca917debac4bbcfce4d1e996a62dbea" ns2:_="" ns3:_="">
    <xsd:import namespace="567ba4dc-eaa4-4764-9078-86fe8f265db1"/>
    <xsd:import namespace="7819852d-30be-49c4-8858-6cbc4a1ff3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ba4dc-eaa4-4764-9078-86fe8f265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f1a0d83-9611-4640-8550-972b60db5c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19852d-30be-49c4-8858-6cbc4a1ff3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b2544d4-0065-4ae2-a6d8-b9fecf82731d}" ma:internalName="TaxCatchAll" ma:showField="CatchAllData" ma:web="7819852d-30be-49c4-8858-6cbc4a1ff3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9F2501-0F06-4837-B666-38A2FC1F0A56}">
  <ds:schemaRefs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7819852d-30be-49c4-8858-6cbc4a1ff376"/>
    <ds:schemaRef ds:uri="567ba4dc-eaa4-4764-9078-86fe8f265db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3FFA530-EBAF-4898-9C40-A998FF07D4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94000B-44C7-411D-9052-A36E1E0735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7ba4dc-eaa4-4764-9078-86fe8f265db1"/>
    <ds:schemaRef ds:uri="7819852d-30be-49c4-8858-6cbc4a1ff3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0f40674-931c-4d09-ae8a-bb8fde36b912}" enabled="0" method="" siteId="{50f40674-931c-4d09-ae8a-bb8fde36b912}" removed="1"/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2206</TotalTime>
  <Words>2155</Words>
  <Application>Microsoft Office PowerPoint</Application>
  <PresentationFormat>Widescreen</PresentationFormat>
  <Paragraphs>824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21</vt:i4>
      </vt:variant>
    </vt:vector>
  </HeadingPairs>
  <TitlesOfParts>
    <vt:vector size="37" baseType="lpstr">
      <vt:lpstr>Arial</vt:lpstr>
      <vt:lpstr>Calibri</vt:lpstr>
      <vt:lpstr>Calibri Light</vt:lpstr>
      <vt:lpstr>Open Sans Light</vt:lpstr>
      <vt:lpstr>Segoe UI</vt:lpstr>
      <vt:lpstr>Speedee</vt:lpstr>
      <vt:lpstr>Verdana</vt:lpstr>
      <vt:lpstr>Wingdings</vt:lpstr>
      <vt:lpstr>Wingdings 2</vt:lpstr>
      <vt:lpstr>Custom Design</vt:lpstr>
      <vt:lpstr>1_Custom Design</vt:lpstr>
      <vt:lpstr>2_Custom Design</vt:lpstr>
      <vt:lpstr>3_Custom Design</vt:lpstr>
      <vt:lpstr>Cover</vt:lpstr>
      <vt:lpstr>5_Custom Design</vt:lpstr>
      <vt:lpstr>4_Custom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Pirithivi Raj</dc:creator>
  <cp:lastModifiedBy>Anish Pappachan</cp:lastModifiedBy>
  <cp:revision>5</cp:revision>
  <dcterms:created xsi:type="dcterms:W3CDTF">2024-10-13T12:35:55Z</dcterms:created>
  <dcterms:modified xsi:type="dcterms:W3CDTF">2025-12-17T09:46:51Z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2024-10-13T14:14:05Z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b44c9a84-1a2f-4b01-8315-dff1e2f95c3d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0x01010055BF662C8E6B1B4FB44BD71793BD93DB</vt:lpwstr>
  </property>
  <property fmtid="{D5CDD505-2E9C-101B-9397-08002B2CF9AE}" pid="10" name="MediaServiceImageTags">
    <vt:lpwstr/>
  </property>
</Properties>
</file>