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6" r:id="rId1"/>
  </p:sldMasterIdLst>
  <p:sldIdLst>
    <p:sldId id="256" r:id="rId2"/>
    <p:sldId id="264" r:id="rId3"/>
    <p:sldId id="289" r:id="rId4"/>
    <p:sldId id="311" r:id="rId5"/>
    <p:sldId id="313" r:id="rId6"/>
    <p:sldId id="315" r:id="rId7"/>
    <p:sldId id="314" r:id="rId8"/>
    <p:sldId id="316" r:id="rId9"/>
    <p:sldId id="317" r:id="rId10"/>
    <p:sldId id="31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1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AC4791-61CA-4F3C-AC06-B1DCA35C70C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571AB0-C368-404B-B3D5-E81050933A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 workflow is a sequence of sequential or parallel tasks (or activities), based on user-defined rules or conditions, to execute a business process.</a:t>
          </a:r>
        </a:p>
      </dgm:t>
    </dgm:pt>
    <dgm:pt modelId="{0836942B-32FB-464F-A3BA-53FF73BF1DC5}" type="parTrans" cxnId="{9C84C3FE-5F7A-4E54-979A-B7D50D31E3B0}">
      <dgm:prSet/>
      <dgm:spPr/>
      <dgm:t>
        <a:bodyPr/>
        <a:lstStyle/>
        <a:p>
          <a:endParaRPr lang="en-US"/>
        </a:p>
      </dgm:t>
    </dgm:pt>
    <dgm:pt modelId="{078386DE-70C3-4327-8111-998C90FF3CB6}" type="sibTrans" cxnId="{9C84C3FE-5F7A-4E54-979A-B7D50D31E3B0}">
      <dgm:prSet/>
      <dgm:spPr/>
      <dgm:t>
        <a:bodyPr/>
        <a:lstStyle/>
        <a:p>
          <a:endParaRPr lang="en-US"/>
        </a:p>
      </dgm:t>
    </dgm:pt>
    <dgm:pt modelId="{3422CFB9-7A27-4506-B9A5-D0028DE20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Microsoft</a:t>
          </a:r>
          <a:r>
            <a:rPr lang="en-US" dirty="0">
              <a:latin typeface="Calibri Light" panose="020F0302020204030204" pitchFamily="34" charset="0"/>
              <a:cs typeface="Calibri Light" panose="020F0302020204030204" pitchFamily="34" charset="0"/>
            </a:rPr>
            <a:t>®</a:t>
          </a:r>
          <a:r>
            <a:rPr lang="en-US" dirty="0"/>
            <a:t> Power Automate (formerly, Microsoft</a:t>
          </a:r>
          <a:r>
            <a:rPr lang="en-US" dirty="0">
              <a:latin typeface="Calibri Light" panose="020F0302020204030204" pitchFamily="34" charset="0"/>
              <a:cs typeface="Calibri Light" panose="020F0302020204030204" pitchFamily="34" charset="0"/>
            </a:rPr>
            <a:t>®</a:t>
          </a:r>
          <a:r>
            <a:rPr lang="en-US" dirty="0"/>
            <a:t> Flow) let’s you automate repetitive manual tasks using its no-code/low-code platform.</a:t>
          </a:r>
        </a:p>
      </dgm:t>
    </dgm:pt>
    <dgm:pt modelId="{53BB3EAA-22D5-4A5E-99E3-3C76CE76EBA1}" type="parTrans" cxnId="{08FD336F-935D-44EA-B718-5A562CF7E453}">
      <dgm:prSet/>
      <dgm:spPr/>
      <dgm:t>
        <a:bodyPr/>
        <a:lstStyle/>
        <a:p>
          <a:endParaRPr lang="en-US"/>
        </a:p>
      </dgm:t>
    </dgm:pt>
    <dgm:pt modelId="{9F227E8A-3914-44CA-8AAA-629023EE9726}" type="sibTrans" cxnId="{08FD336F-935D-44EA-B718-5A562CF7E453}">
      <dgm:prSet/>
      <dgm:spPr/>
      <dgm:t>
        <a:bodyPr/>
        <a:lstStyle/>
        <a:p>
          <a:endParaRPr lang="en-US"/>
        </a:p>
      </dgm:t>
    </dgm:pt>
    <dgm:pt modelId="{BC0FCEB4-7255-4184-8751-0DD4696E25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Power Automate is used across a variety of industries, from banking to healthcare by regular users and up to IT professionals.</a:t>
          </a:r>
        </a:p>
      </dgm:t>
    </dgm:pt>
    <dgm:pt modelId="{4B0201CF-F659-407F-82EF-50AD5560ACCE}" type="parTrans" cxnId="{D661CAD0-F642-48BF-B340-D7EAB3B4B3C9}">
      <dgm:prSet/>
      <dgm:spPr/>
      <dgm:t>
        <a:bodyPr/>
        <a:lstStyle/>
        <a:p>
          <a:endParaRPr lang="en-US"/>
        </a:p>
      </dgm:t>
    </dgm:pt>
    <dgm:pt modelId="{5660D01A-CE4E-411B-B82E-290D25EAAA06}" type="sibTrans" cxnId="{D661CAD0-F642-48BF-B340-D7EAB3B4B3C9}">
      <dgm:prSet/>
      <dgm:spPr/>
      <dgm:t>
        <a:bodyPr/>
        <a:lstStyle/>
        <a:p>
          <a:endParaRPr lang="en-US"/>
        </a:p>
      </dgm:t>
    </dgm:pt>
    <dgm:pt modelId="{05868482-EDDE-4A9B-9224-B04550D72E01}" type="pres">
      <dgm:prSet presAssocID="{EDAC4791-61CA-4F3C-AC06-B1DCA35C70CD}" presName="root" presStyleCnt="0">
        <dgm:presLayoutVars>
          <dgm:dir/>
          <dgm:resizeHandles val="exact"/>
        </dgm:presLayoutVars>
      </dgm:prSet>
      <dgm:spPr/>
    </dgm:pt>
    <dgm:pt modelId="{FF425091-27B6-425F-AB42-62D8336F2564}" type="pres">
      <dgm:prSet presAssocID="{C7571AB0-C368-404B-B3D5-E81050933A7F}" presName="compNode" presStyleCnt="0"/>
      <dgm:spPr/>
    </dgm:pt>
    <dgm:pt modelId="{14BFBDF6-6C3F-459D-BE87-4025A2F8F988}" type="pres">
      <dgm:prSet presAssocID="{C7571AB0-C368-404B-B3D5-E81050933A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6F02390-A2C3-435E-8E2E-62746882F3B2}" type="pres">
      <dgm:prSet presAssocID="{C7571AB0-C368-404B-B3D5-E81050933A7F}" presName="iconSpace" presStyleCnt="0"/>
      <dgm:spPr/>
    </dgm:pt>
    <dgm:pt modelId="{97AF141B-EFF3-46C4-BB69-9F198D63169F}" type="pres">
      <dgm:prSet presAssocID="{C7571AB0-C368-404B-B3D5-E81050933A7F}" presName="parTx" presStyleLbl="revTx" presStyleIdx="0" presStyleCnt="6">
        <dgm:presLayoutVars>
          <dgm:chMax val="0"/>
          <dgm:chPref val="0"/>
        </dgm:presLayoutVars>
      </dgm:prSet>
      <dgm:spPr/>
    </dgm:pt>
    <dgm:pt modelId="{FAAFC69A-84C2-47E8-B265-8A40030219D6}" type="pres">
      <dgm:prSet presAssocID="{C7571AB0-C368-404B-B3D5-E81050933A7F}" presName="txSpace" presStyleCnt="0"/>
      <dgm:spPr/>
    </dgm:pt>
    <dgm:pt modelId="{CB9FF567-50A5-44D4-9F26-4C7277D6F5DB}" type="pres">
      <dgm:prSet presAssocID="{C7571AB0-C368-404B-B3D5-E81050933A7F}" presName="desTx" presStyleLbl="revTx" presStyleIdx="1" presStyleCnt="6">
        <dgm:presLayoutVars/>
      </dgm:prSet>
      <dgm:spPr/>
    </dgm:pt>
    <dgm:pt modelId="{08C397BE-A0B1-4282-BD72-7E99FDCC4288}" type="pres">
      <dgm:prSet presAssocID="{078386DE-70C3-4327-8111-998C90FF3CB6}" presName="sibTrans" presStyleCnt="0"/>
      <dgm:spPr/>
    </dgm:pt>
    <dgm:pt modelId="{822806E4-1588-4C34-8252-6FFE14E028F2}" type="pres">
      <dgm:prSet presAssocID="{3422CFB9-7A27-4506-B9A5-D0028DE20AD3}" presName="compNode" presStyleCnt="0"/>
      <dgm:spPr/>
    </dgm:pt>
    <dgm:pt modelId="{39813C91-62AF-4AC2-917D-ADB2D675A0DB}" type="pres">
      <dgm:prSet presAssocID="{3422CFB9-7A27-4506-B9A5-D0028DE20AD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513F263-9181-44DC-9EC5-5A638DCA356E}" type="pres">
      <dgm:prSet presAssocID="{3422CFB9-7A27-4506-B9A5-D0028DE20AD3}" presName="iconSpace" presStyleCnt="0"/>
      <dgm:spPr/>
    </dgm:pt>
    <dgm:pt modelId="{0D8DEE30-A92C-4EC7-889C-62D2F99D0329}" type="pres">
      <dgm:prSet presAssocID="{3422CFB9-7A27-4506-B9A5-D0028DE20AD3}" presName="parTx" presStyleLbl="revTx" presStyleIdx="2" presStyleCnt="6">
        <dgm:presLayoutVars>
          <dgm:chMax val="0"/>
          <dgm:chPref val="0"/>
        </dgm:presLayoutVars>
      </dgm:prSet>
      <dgm:spPr/>
    </dgm:pt>
    <dgm:pt modelId="{A52BC5AC-17C0-402B-BC39-4016702BE18C}" type="pres">
      <dgm:prSet presAssocID="{3422CFB9-7A27-4506-B9A5-D0028DE20AD3}" presName="txSpace" presStyleCnt="0"/>
      <dgm:spPr/>
    </dgm:pt>
    <dgm:pt modelId="{324C4FE9-948E-47CC-B215-69868157FAB2}" type="pres">
      <dgm:prSet presAssocID="{3422CFB9-7A27-4506-B9A5-D0028DE20AD3}" presName="desTx" presStyleLbl="revTx" presStyleIdx="3" presStyleCnt="6">
        <dgm:presLayoutVars/>
      </dgm:prSet>
      <dgm:spPr/>
    </dgm:pt>
    <dgm:pt modelId="{AE7D5F18-339D-43F4-8ABC-443E9BEC7E6E}" type="pres">
      <dgm:prSet presAssocID="{9F227E8A-3914-44CA-8AAA-629023EE9726}" presName="sibTrans" presStyleCnt="0"/>
      <dgm:spPr/>
    </dgm:pt>
    <dgm:pt modelId="{F87BC766-16CD-4C36-AF43-0FC769A2C04D}" type="pres">
      <dgm:prSet presAssocID="{BC0FCEB4-7255-4184-8751-0DD4696E25E6}" presName="compNode" presStyleCnt="0"/>
      <dgm:spPr/>
    </dgm:pt>
    <dgm:pt modelId="{D7C5E16C-838A-4F40-9A9E-F2770C3EF9E2}" type="pres">
      <dgm:prSet presAssocID="{BC0FCEB4-7255-4184-8751-0DD4696E25E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504B9BB-02F5-406B-992B-52BFA11940AA}" type="pres">
      <dgm:prSet presAssocID="{BC0FCEB4-7255-4184-8751-0DD4696E25E6}" presName="iconSpace" presStyleCnt="0"/>
      <dgm:spPr/>
    </dgm:pt>
    <dgm:pt modelId="{F6C147F0-82B2-43C5-84A4-9769D716554F}" type="pres">
      <dgm:prSet presAssocID="{BC0FCEB4-7255-4184-8751-0DD4696E25E6}" presName="parTx" presStyleLbl="revTx" presStyleIdx="4" presStyleCnt="6">
        <dgm:presLayoutVars>
          <dgm:chMax val="0"/>
          <dgm:chPref val="0"/>
        </dgm:presLayoutVars>
      </dgm:prSet>
      <dgm:spPr/>
    </dgm:pt>
    <dgm:pt modelId="{7FB378FB-B8E2-4E13-96BF-D0C111291D64}" type="pres">
      <dgm:prSet presAssocID="{BC0FCEB4-7255-4184-8751-0DD4696E25E6}" presName="txSpace" presStyleCnt="0"/>
      <dgm:spPr/>
    </dgm:pt>
    <dgm:pt modelId="{3E05202A-E725-48E3-AE66-56E4000BF911}" type="pres">
      <dgm:prSet presAssocID="{BC0FCEB4-7255-4184-8751-0DD4696E25E6}" presName="desTx" presStyleLbl="revTx" presStyleIdx="5" presStyleCnt="6">
        <dgm:presLayoutVars/>
      </dgm:prSet>
      <dgm:spPr/>
    </dgm:pt>
  </dgm:ptLst>
  <dgm:cxnLst>
    <dgm:cxn modelId="{AFAD3E0C-F24F-4F53-9079-4B5DE5550694}" type="presOf" srcId="{C7571AB0-C368-404B-B3D5-E81050933A7F}" destId="{97AF141B-EFF3-46C4-BB69-9F198D63169F}" srcOrd="0" destOrd="0" presId="urn:microsoft.com/office/officeart/2018/2/layout/IconLabelDescriptionList"/>
    <dgm:cxn modelId="{852EA931-1902-43E9-AD13-3E9C6B648982}" type="presOf" srcId="{3422CFB9-7A27-4506-B9A5-D0028DE20AD3}" destId="{0D8DEE30-A92C-4EC7-889C-62D2F99D0329}" srcOrd="0" destOrd="0" presId="urn:microsoft.com/office/officeart/2018/2/layout/IconLabelDescriptionList"/>
    <dgm:cxn modelId="{FCDE7065-7CA1-44A6-B802-BD05B414A18B}" type="presOf" srcId="{BC0FCEB4-7255-4184-8751-0DD4696E25E6}" destId="{F6C147F0-82B2-43C5-84A4-9769D716554F}" srcOrd="0" destOrd="0" presId="urn:microsoft.com/office/officeart/2018/2/layout/IconLabelDescriptionList"/>
    <dgm:cxn modelId="{08FD336F-935D-44EA-B718-5A562CF7E453}" srcId="{EDAC4791-61CA-4F3C-AC06-B1DCA35C70CD}" destId="{3422CFB9-7A27-4506-B9A5-D0028DE20AD3}" srcOrd="1" destOrd="0" parTransId="{53BB3EAA-22D5-4A5E-99E3-3C76CE76EBA1}" sibTransId="{9F227E8A-3914-44CA-8AAA-629023EE9726}"/>
    <dgm:cxn modelId="{072C56CA-8E83-41EF-A432-88066CF65136}" type="presOf" srcId="{EDAC4791-61CA-4F3C-AC06-B1DCA35C70CD}" destId="{05868482-EDDE-4A9B-9224-B04550D72E01}" srcOrd="0" destOrd="0" presId="urn:microsoft.com/office/officeart/2018/2/layout/IconLabelDescriptionList"/>
    <dgm:cxn modelId="{D661CAD0-F642-48BF-B340-D7EAB3B4B3C9}" srcId="{EDAC4791-61CA-4F3C-AC06-B1DCA35C70CD}" destId="{BC0FCEB4-7255-4184-8751-0DD4696E25E6}" srcOrd="2" destOrd="0" parTransId="{4B0201CF-F659-407F-82EF-50AD5560ACCE}" sibTransId="{5660D01A-CE4E-411B-B82E-290D25EAAA06}"/>
    <dgm:cxn modelId="{9C84C3FE-5F7A-4E54-979A-B7D50D31E3B0}" srcId="{EDAC4791-61CA-4F3C-AC06-B1DCA35C70CD}" destId="{C7571AB0-C368-404B-B3D5-E81050933A7F}" srcOrd="0" destOrd="0" parTransId="{0836942B-32FB-464F-A3BA-53FF73BF1DC5}" sibTransId="{078386DE-70C3-4327-8111-998C90FF3CB6}"/>
    <dgm:cxn modelId="{1DB5E740-0936-4981-8EBC-8C236CF295EC}" type="presParOf" srcId="{05868482-EDDE-4A9B-9224-B04550D72E01}" destId="{FF425091-27B6-425F-AB42-62D8336F2564}" srcOrd="0" destOrd="0" presId="urn:microsoft.com/office/officeart/2018/2/layout/IconLabelDescriptionList"/>
    <dgm:cxn modelId="{63DE0139-7B32-49A8-A72B-5A635171CC8E}" type="presParOf" srcId="{FF425091-27B6-425F-AB42-62D8336F2564}" destId="{14BFBDF6-6C3F-459D-BE87-4025A2F8F988}" srcOrd="0" destOrd="0" presId="urn:microsoft.com/office/officeart/2018/2/layout/IconLabelDescriptionList"/>
    <dgm:cxn modelId="{BB34F755-9033-4A86-9258-BD3DDEEB72F7}" type="presParOf" srcId="{FF425091-27B6-425F-AB42-62D8336F2564}" destId="{46F02390-A2C3-435E-8E2E-62746882F3B2}" srcOrd="1" destOrd="0" presId="urn:microsoft.com/office/officeart/2018/2/layout/IconLabelDescriptionList"/>
    <dgm:cxn modelId="{752B8D77-3ECD-43FA-B927-1879B165B3BE}" type="presParOf" srcId="{FF425091-27B6-425F-AB42-62D8336F2564}" destId="{97AF141B-EFF3-46C4-BB69-9F198D63169F}" srcOrd="2" destOrd="0" presId="urn:microsoft.com/office/officeart/2018/2/layout/IconLabelDescriptionList"/>
    <dgm:cxn modelId="{3F517F81-D08A-4D0A-AC87-66FEE09222F1}" type="presParOf" srcId="{FF425091-27B6-425F-AB42-62D8336F2564}" destId="{FAAFC69A-84C2-47E8-B265-8A40030219D6}" srcOrd="3" destOrd="0" presId="urn:microsoft.com/office/officeart/2018/2/layout/IconLabelDescriptionList"/>
    <dgm:cxn modelId="{2D7CE095-DAF5-4112-BD2E-CF9A3C4164E5}" type="presParOf" srcId="{FF425091-27B6-425F-AB42-62D8336F2564}" destId="{CB9FF567-50A5-44D4-9F26-4C7277D6F5DB}" srcOrd="4" destOrd="0" presId="urn:microsoft.com/office/officeart/2018/2/layout/IconLabelDescriptionList"/>
    <dgm:cxn modelId="{BF16F90D-5F60-42DF-80F0-01788721F943}" type="presParOf" srcId="{05868482-EDDE-4A9B-9224-B04550D72E01}" destId="{08C397BE-A0B1-4282-BD72-7E99FDCC4288}" srcOrd="1" destOrd="0" presId="urn:microsoft.com/office/officeart/2018/2/layout/IconLabelDescriptionList"/>
    <dgm:cxn modelId="{85CE7D09-3A87-4984-B390-FB6A97F1FEAD}" type="presParOf" srcId="{05868482-EDDE-4A9B-9224-B04550D72E01}" destId="{822806E4-1588-4C34-8252-6FFE14E028F2}" srcOrd="2" destOrd="0" presId="urn:microsoft.com/office/officeart/2018/2/layout/IconLabelDescriptionList"/>
    <dgm:cxn modelId="{55798EBD-6944-45ED-A9DA-EB8C8EFA4BF0}" type="presParOf" srcId="{822806E4-1588-4C34-8252-6FFE14E028F2}" destId="{39813C91-62AF-4AC2-917D-ADB2D675A0DB}" srcOrd="0" destOrd="0" presId="urn:microsoft.com/office/officeart/2018/2/layout/IconLabelDescriptionList"/>
    <dgm:cxn modelId="{C00565AC-3959-4D51-96E2-2E886AB23DA0}" type="presParOf" srcId="{822806E4-1588-4C34-8252-6FFE14E028F2}" destId="{F513F263-9181-44DC-9EC5-5A638DCA356E}" srcOrd="1" destOrd="0" presId="urn:microsoft.com/office/officeart/2018/2/layout/IconLabelDescriptionList"/>
    <dgm:cxn modelId="{DDFF913C-22DA-4739-AC32-65C4FEC85A1D}" type="presParOf" srcId="{822806E4-1588-4C34-8252-6FFE14E028F2}" destId="{0D8DEE30-A92C-4EC7-889C-62D2F99D0329}" srcOrd="2" destOrd="0" presId="urn:microsoft.com/office/officeart/2018/2/layout/IconLabelDescriptionList"/>
    <dgm:cxn modelId="{2B19D73D-1AB3-4F13-ADB1-669B71E896BB}" type="presParOf" srcId="{822806E4-1588-4C34-8252-6FFE14E028F2}" destId="{A52BC5AC-17C0-402B-BC39-4016702BE18C}" srcOrd="3" destOrd="0" presId="urn:microsoft.com/office/officeart/2018/2/layout/IconLabelDescriptionList"/>
    <dgm:cxn modelId="{CCEEC30D-3457-4B24-9204-7084647017B2}" type="presParOf" srcId="{822806E4-1588-4C34-8252-6FFE14E028F2}" destId="{324C4FE9-948E-47CC-B215-69868157FAB2}" srcOrd="4" destOrd="0" presId="urn:microsoft.com/office/officeart/2018/2/layout/IconLabelDescriptionList"/>
    <dgm:cxn modelId="{181D08DF-74F6-402E-94F8-8DBC4F12B377}" type="presParOf" srcId="{05868482-EDDE-4A9B-9224-B04550D72E01}" destId="{AE7D5F18-339D-43F4-8ABC-443E9BEC7E6E}" srcOrd="3" destOrd="0" presId="urn:microsoft.com/office/officeart/2018/2/layout/IconLabelDescriptionList"/>
    <dgm:cxn modelId="{AF43AB79-AB01-4AC0-A1A3-EA15B43D8336}" type="presParOf" srcId="{05868482-EDDE-4A9B-9224-B04550D72E01}" destId="{F87BC766-16CD-4C36-AF43-0FC769A2C04D}" srcOrd="4" destOrd="0" presId="urn:microsoft.com/office/officeart/2018/2/layout/IconLabelDescriptionList"/>
    <dgm:cxn modelId="{288890C0-5CB0-493D-9B0D-8AE9058384BA}" type="presParOf" srcId="{F87BC766-16CD-4C36-AF43-0FC769A2C04D}" destId="{D7C5E16C-838A-4F40-9A9E-F2770C3EF9E2}" srcOrd="0" destOrd="0" presId="urn:microsoft.com/office/officeart/2018/2/layout/IconLabelDescriptionList"/>
    <dgm:cxn modelId="{E6A3FFAA-3E39-4BAF-8B0A-A5A3619CE761}" type="presParOf" srcId="{F87BC766-16CD-4C36-AF43-0FC769A2C04D}" destId="{E504B9BB-02F5-406B-992B-52BFA11940AA}" srcOrd="1" destOrd="0" presId="urn:microsoft.com/office/officeart/2018/2/layout/IconLabelDescriptionList"/>
    <dgm:cxn modelId="{4123218F-7EA6-437B-BF3F-C03AD6925534}" type="presParOf" srcId="{F87BC766-16CD-4C36-AF43-0FC769A2C04D}" destId="{F6C147F0-82B2-43C5-84A4-9769D716554F}" srcOrd="2" destOrd="0" presId="urn:microsoft.com/office/officeart/2018/2/layout/IconLabelDescriptionList"/>
    <dgm:cxn modelId="{6929F87D-EBE6-4948-873E-D97A0AD548F2}" type="presParOf" srcId="{F87BC766-16CD-4C36-AF43-0FC769A2C04D}" destId="{7FB378FB-B8E2-4E13-96BF-D0C111291D64}" srcOrd="3" destOrd="0" presId="urn:microsoft.com/office/officeart/2018/2/layout/IconLabelDescriptionList"/>
    <dgm:cxn modelId="{EAFFC2BB-7E0F-4EB0-8D7E-ECA3AC08E1CC}" type="presParOf" srcId="{F87BC766-16CD-4C36-AF43-0FC769A2C04D}" destId="{3E05202A-E725-48E3-AE66-56E4000BF91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AC4791-61CA-4F3C-AC06-B1DCA35C70C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571AB0-C368-404B-B3D5-E81050933A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Cloud flows</a:t>
          </a:r>
        </a:p>
      </dgm:t>
    </dgm:pt>
    <dgm:pt modelId="{0836942B-32FB-464F-A3BA-53FF73BF1DC5}" type="parTrans" cxnId="{9C84C3FE-5F7A-4E54-979A-B7D50D31E3B0}">
      <dgm:prSet/>
      <dgm:spPr/>
      <dgm:t>
        <a:bodyPr/>
        <a:lstStyle/>
        <a:p>
          <a:endParaRPr lang="en-US"/>
        </a:p>
      </dgm:t>
    </dgm:pt>
    <dgm:pt modelId="{078386DE-70C3-4327-8111-998C90FF3CB6}" type="sibTrans" cxnId="{9C84C3FE-5F7A-4E54-979A-B7D50D31E3B0}">
      <dgm:prSet/>
      <dgm:spPr/>
      <dgm:t>
        <a:bodyPr/>
        <a:lstStyle/>
        <a:p>
          <a:endParaRPr lang="en-US"/>
        </a:p>
      </dgm:t>
    </dgm:pt>
    <dgm:pt modelId="{04C6F181-D06C-4ACD-972F-2E4D26E59B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Used when you want your automation to be triggered either automatically, instantly (via a button click), or via a schedule.</a:t>
          </a:r>
        </a:p>
      </dgm:t>
    </dgm:pt>
    <dgm:pt modelId="{8E26968A-0386-4162-859E-44196ADBAD3A}" type="parTrans" cxnId="{64A745F4-0DE0-4A7A-BB44-1A901FF7D088}">
      <dgm:prSet/>
      <dgm:spPr/>
      <dgm:t>
        <a:bodyPr/>
        <a:lstStyle/>
        <a:p>
          <a:endParaRPr lang="en-US"/>
        </a:p>
      </dgm:t>
    </dgm:pt>
    <dgm:pt modelId="{6909D62B-4B14-4A19-A0E7-5CB817D03657}" type="sibTrans" cxnId="{64A745F4-0DE0-4A7A-BB44-1A901FF7D088}">
      <dgm:prSet/>
      <dgm:spPr/>
      <dgm:t>
        <a:bodyPr/>
        <a:lstStyle/>
        <a:p>
          <a:endParaRPr lang="en-US"/>
        </a:p>
      </dgm:t>
    </dgm:pt>
    <dgm:pt modelId="{3422CFB9-7A27-4506-B9A5-D0028DE20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Desktop flows</a:t>
          </a:r>
        </a:p>
      </dgm:t>
    </dgm:pt>
    <dgm:pt modelId="{53BB3EAA-22D5-4A5E-99E3-3C76CE76EBA1}" type="parTrans" cxnId="{08FD336F-935D-44EA-B718-5A562CF7E453}">
      <dgm:prSet/>
      <dgm:spPr/>
      <dgm:t>
        <a:bodyPr/>
        <a:lstStyle/>
        <a:p>
          <a:endParaRPr lang="en-US"/>
        </a:p>
      </dgm:t>
    </dgm:pt>
    <dgm:pt modelId="{9F227E8A-3914-44CA-8AAA-629023EE9726}" type="sibTrans" cxnId="{08FD336F-935D-44EA-B718-5A562CF7E453}">
      <dgm:prSet/>
      <dgm:spPr/>
      <dgm:t>
        <a:bodyPr/>
        <a:lstStyle/>
        <a:p>
          <a:endParaRPr lang="en-US"/>
        </a:p>
      </dgm:t>
    </dgm:pt>
    <dgm:pt modelId="{1A271C9D-9971-4B5A-BDA2-A0EB3B9F8E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Desktop flows are used to automate tasks on the Web or the desktop. </a:t>
          </a:r>
          <a:endParaRPr lang="en-US" dirty="0"/>
        </a:p>
      </dgm:t>
    </dgm:pt>
    <dgm:pt modelId="{4467DB6D-4457-4D0E-963D-142C2354B59E}" type="parTrans" cxnId="{414EC667-E0D9-4BAF-9863-6E8D9F78D20B}">
      <dgm:prSet/>
      <dgm:spPr/>
      <dgm:t>
        <a:bodyPr/>
        <a:lstStyle/>
        <a:p>
          <a:endParaRPr lang="en-US"/>
        </a:p>
      </dgm:t>
    </dgm:pt>
    <dgm:pt modelId="{62DD3A1D-70D9-468E-B66C-2263B01F46DB}" type="sibTrans" cxnId="{414EC667-E0D9-4BAF-9863-6E8D9F78D20B}">
      <dgm:prSet/>
      <dgm:spPr/>
      <dgm:t>
        <a:bodyPr/>
        <a:lstStyle/>
        <a:p>
          <a:endParaRPr lang="en-US"/>
        </a:p>
      </dgm:t>
    </dgm:pt>
    <dgm:pt modelId="{BC0FCEB4-7255-4184-8751-0DD4696E25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Business Process flows</a:t>
          </a:r>
        </a:p>
      </dgm:t>
    </dgm:pt>
    <dgm:pt modelId="{4B0201CF-F659-407F-82EF-50AD5560ACCE}" type="parTrans" cxnId="{D661CAD0-F642-48BF-B340-D7EAB3B4B3C9}">
      <dgm:prSet/>
      <dgm:spPr/>
      <dgm:t>
        <a:bodyPr/>
        <a:lstStyle/>
        <a:p>
          <a:endParaRPr lang="en-US"/>
        </a:p>
      </dgm:t>
    </dgm:pt>
    <dgm:pt modelId="{5660D01A-CE4E-411B-B82E-290D25EAAA06}" type="sibTrans" cxnId="{D661CAD0-F642-48BF-B340-D7EAB3B4B3C9}">
      <dgm:prSet/>
      <dgm:spPr/>
      <dgm:t>
        <a:bodyPr/>
        <a:lstStyle/>
        <a:p>
          <a:endParaRPr lang="en-US"/>
        </a:p>
      </dgm:t>
    </dgm:pt>
    <dgm:pt modelId="{3912E11A-656B-43AF-AF48-5664B56EEA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They provide a streamlined user experience that leads people through the processes their organization has defined for interactions that need to be advanced to a conclusion of some kind. This user experience can be tailored so that people with different security roles can have an experience that best suits the work they do.</a:t>
          </a:r>
          <a:endParaRPr lang="en-US" dirty="0"/>
        </a:p>
      </dgm:t>
    </dgm:pt>
    <dgm:pt modelId="{F534D837-2D3E-4965-9C93-BDF2FF4F958D}" type="parTrans" cxnId="{11C23D99-906F-49CC-A12A-2987946D0BE3}">
      <dgm:prSet/>
      <dgm:spPr/>
      <dgm:t>
        <a:bodyPr/>
        <a:lstStyle/>
        <a:p>
          <a:endParaRPr lang="en-US"/>
        </a:p>
      </dgm:t>
    </dgm:pt>
    <dgm:pt modelId="{B6645E55-3268-4A84-BB69-2BDF97E6F1E0}" type="sibTrans" cxnId="{11C23D99-906F-49CC-A12A-2987946D0BE3}">
      <dgm:prSet/>
      <dgm:spPr/>
      <dgm:t>
        <a:bodyPr/>
        <a:lstStyle/>
        <a:p>
          <a:endParaRPr lang="en-US"/>
        </a:p>
      </dgm:t>
    </dgm:pt>
    <dgm:pt modelId="{05868482-EDDE-4A9B-9224-B04550D72E01}" type="pres">
      <dgm:prSet presAssocID="{EDAC4791-61CA-4F3C-AC06-B1DCA35C70CD}" presName="root" presStyleCnt="0">
        <dgm:presLayoutVars>
          <dgm:dir/>
          <dgm:resizeHandles val="exact"/>
        </dgm:presLayoutVars>
      </dgm:prSet>
      <dgm:spPr/>
    </dgm:pt>
    <dgm:pt modelId="{FF425091-27B6-425F-AB42-62D8336F2564}" type="pres">
      <dgm:prSet presAssocID="{C7571AB0-C368-404B-B3D5-E81050933A7F}" presName="compNode" presStyleCnt="0"/>
      <dgm:spPr/>
    </dgm:pt>
    <dgm:pt modelId="{14BFBDF6-6C3F-459D-BE87-4025A2F8F988}" type="pres">
      <dgm:prSet presAssocID="{C7571AB0-C368-404B-B3D5-E81050933A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6F02390-A2C3-435E-8E2E-62746882F3B2}" type="pres">
      <dgm:prSet presAssocID="{C7571AB0-C368-404B-B3D5-E81050933A7F}" presName="iconSpace" presStyleCnt="0"/>
      <dgm:spPr/>
    </dgm:pt>
    <dgm:pt modelId="{97AF141B-EFF3-46C4-BB69-9F198D63169F}" type="pres">
      <dgm:prSet presAssocID="{C7571AB0-C368-404B-B3D5-E81050933A7F}" presName="parTx" presStyleLbl="revTx" presStyleIdx="0" presStyleCnt="6">
        <dgm:presLayoutVars>
          <dgm:chMax val="0"/>
          <dgm:chPref val="0"/>
        </dgm:presLayoutVars>
      </dgm:prSet>
      <dgm:spPr/>
    </dgm:pt>
    <dgm:pt modelId="{FAAFC69A-84C2-47E8-B265-8A40030219D6}" type="pres">
      <dgm:prSet presAssocID="{C7571AB0-C368-404B-B3D5-E81050933A7F}" presName="txSpace" presStyleCnt="0"/>
      <dgm:spPr/>
    </dgm:pt>
    <dgm:pt modelId="{CB9FF567-50A5-44D4-9F26-4C7277D6F5DB}" type="pres">
      <dgm:prSet presAssocID="{C7571AB0-C368-404B-B3D5-E81050933A7F}" presName="desTx" presStyleLbl="revTx" presStyleIdx="1" presStyleCnt="6">
        <dgm:presLayoutVars/>
      </dgm:prSet>
      <dgm:spPr/>
    </dgm:pt>
    <dgm:pt modelId="{08C397BE-A0B1-4282-BD72-7E99FDCC4288}" type="pres">
      <dgm:prSet presAssocID="{078386DE-70C3-4327-8111-998C90FF3CB6}" presName="sibTrans" presStyleCnt="0"/>
      <dgm:spPr/>
    </dgm:pt>
    <dgm:pt modelId="{822806E4-1588-4C34-8252-6FFE14E028F2}" type="pres">
      <dgm:prSet presAssocID="{3422CFB9-7A27-4506-B9A5-D0028DE20AD3}" presName="compNode" presStyleCnt="0"/>
      <dgm:spPr/>
    </dgm:pt>
    <dgm:pt modelId="{39813C91-62AF-4AC2-917D-ADB2D675A0DB}" type="pres">
      <dgm:prSet presAssocID="{3422CFB9-7A27-4506-B9A5-D0028DE20AD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513F263-9181-44DC-9EC5-5A638DCA356E}" type="pres">
      <dgm:prSet presAssocID="{3422CFB9-7A27-4506-B9A5-D0028DE20AD3}" presName="iconSpace" presStyleCnt="0"/>
      <dgm:spPr/>
    </dgm:pt>
    <dgm:pt modelId="{0D8DEE30-A92C-4EC7-889C-62D2F99D0329}" type="pres">
      <dgm:prSet presAssocID="{3422CFB9-7A27-4506-B9A5-D0028DE20AD3}" presName="parTx" presStyleLbl="revTx" presStyleIdx="2" presStyleCnt="6">
        <dgm:presLayoutVars>
          <dgm:chMax val="0"/>
          <dgm:chPref val="0"/>
        </dgm:presLayoutVars>
      </dgm:prSet>
      <dgm:spPr/>
    </dgm:pt>
    <dgm:pt modelId="{A52BC5AC-17C0-402B-BC39-4016702BE18C}" type="pres">
      <dgm:prSet presAssocID="{3422CFB9-7A27-4506-B9A5-D0028DE20AD3}" presName="txSpace" presStyleCnt="0"/>
      <dgm:spPr/>
    </dgm:pt>
    <dgm:pt modelId="{324C4FE9-948E-47CC-B215-69868157FAB2}" type="pres">
      <dgm:prSet presAssocID="{3422CFB9-7A27-4506-B9A5-D0028DE20AD3}" presName="desTx" presStyleLbl="revTx" presStyleIdx="3" presStyleCnt="6">
        <dgm:presLayoutVars/>
      </dgm:prSet>
      <dgm:spPr/>
    </dgm:pt>
    <dgm:pt modelId="{AE7D5F18-339D-43F4-8ABC-443E9BEC7E6E}" type="pres">
      <dgm:prSet presAssocID="{9F227E8A-3914-44CA-8AAA-629023EE9726}" presName="sibTrans" presStyleCnt="0"/>
      <dgm:spPr/>
    </dgm:pt>
    <dgm:pt modelId="{F87BC766-16CD-4C36-AF43-0FC769A2C04D}" type="pres">
      <dgm:prSet presAssocID="{BC0FCEB4-7255-4184-8751-0DD4696E25E6}" presName="compNode" presStyleCnt="0"/>
      <dgm:spPr/>
    </dgm:pt>
    <dgm:pt modelId="{D7C5E16C-838A-4F40-9A9E-F2770C3EF9E2}" type="pres">
      <dgm:prSet presAssocID="{BC0FCEB4-7255-4184-8751-0DD4696E25E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504B9BB-02F5-406B-992B-52BFA11940AA}" type="pres">
      <dgm:prSet presAssocID="{BC0FCEB4-7255-4184-8751-0DD4696E25E6}" presName="iconSpace" presStyleCnt="0"/>
      <dgm:spPr/>
    </dgm:pt>
    <dgm:pt modelId="{F6C147F0-82B2-43C5-84A4-9769D716554F}" type="pres">
      <dgm:prSet presAssocID="{BC0FCEB4-7255-4184-8751-0DD4696E25E6}" presName="parTx" presStyleLbl="revTx" presStyleIdx="4" presStyleCnt="6">
        <dgm:presLayoutVars>
          <dgm:chMax val="0"/>
          <dgm:chPref val="0"/>
        </dgm:presLayoutVars>
      </dgm:prSet>
      <dgm:spPr/>
    </dgm:pt>
    <dgm:pt modelId="{7FB378FB-B8E2-4E13-96BF-D0C111291D64}" type="pres">
      <dgm:prSet presAssocID="{BC0FCEB4-7255-4184-8751-0DD4696E25E6}" presName="txSpace" presStyleCnt="0"/>
      <dgm:spPr/>
    </dgm:pt>
    <dgm:pt modelId="{3E05202A-E725-48E3-AE66-56E4000BF911}" type="pres">
      <dgm:prSet presAssocID="{BC0FCEB4-7255-4184-8751-0DD4696E25E6}" presName="desTx" presStyleLbl="revTx" presStyleIdx="5" presStyleCnt="6">
        <dgm:presLayoutVars/>
      </dgm:prSet>
      <dgm:spPr/>
    </dgm:pt>
  </dgm:ptLst>
  <dgm:cxnLst>
    <dgm:cxn modelId="{AFAD3E0C-F24F-4F53-9079-4B5DE5550694}" type="presOf" srcId="{C7571AB0-C368-404B-B3D5-E81050933A7F}" destId="{97AF141B-EFF3-46C4-BB69-9F198D63169F}" srcOrd="0" destOrd="0" presId="urn:microsoft.com/office/officeart/2018/2/layout/IconLabelDescriptionList"/>
    <dgm:cxn modelId="{70CDA114-CD72-41E4-A33C-088C9154E8CD}" type="presOf" srcId="{3912E11A-656B-43AF-AF48-5664B56EEA21}" destId="{3E05202A-E725-48E3-AE66-56E4000BF911}" srcOrd="0" destOrd="0" presId="urn:microsoft.com/office/officeart/2018/2/layout/IconLabelDescriptionList"/>
    <dgm:cxn modelId="{852EA931-1902-43E9-AD13-3E9C6B648982}" type="presOf" srcId="{3422CFB9-7A27-4506-B9A5-D0028DE20AD3}" destId="{0D8DEE30-A92C-4EC7-889C-62D2F99D0329}" srcOrd="0" destOrd="0" presId="urn:microsoft.com/office/officeart/2018/2/layout/IconLabelDescriptionList"/>
    <dgm:cxn modelId="{FCDE7065-7CA1-44A6-B802-BD05B414A18B}" type="presOf" srcId="{BC0FCEB4-7255-4184-8751-0DD4696E25E6}" destId="{F6C147F0-82B2-43C5-84A4-9769D716554F}" srcOrd="0" destOrd="0" presId="urn:microsoft.com/office/officeart/2018/2/layout/IconLabelDescriptionList"/>
    <dgm:cxn modelId="{414EC667-E0D9-4BAF-9863-6E8D9F78D20B}" srcId="{3422CFB9-7A27-4506-B9A5-D0028DE20AD3}" destId="{1A271C9D-9971-4B5A-BDA2-A0EB3B9F8EFA}" srcOrd="0" destOrd="0" parTransId="{4467DB6D-4457-4D0E-963D-142C2354B59E}" sibTransId="{62DD3A1D-70D9-468E-B66C-2263B01F46DB}"/>
    <dgm:cxn modelId="{08FD336F-935D-44EA-B718-5A562CF7E453}" srcId="{EDAC4791-61CA-4F3C-AC06-B1DCA35C70CD}" destId="{3422CFB9-7A27-4506-B9A5-D0028DE20AD3}" srcOrd="1" destOrd="0" parTransId="{53BB3EAA-22D5-4A5E-99E3-3C76CE76EBA1}" sibTransId="{9F227E8A-3914-44CA-8AAA-629023EE9726}"/>
    <dgm:cxn modelId="{11C23D99-906F-49CC-A12A-2987946D0BE3}" srcId="{BC0FCEB4-7255-4184-8751-0DD4696E25E6}" destId="{3912E11A-656B-43AF-AF48-5664B56EEA21}" srcOrd="0" destOrd="0" parTransId="{F534D837-2D3E-4965-9C93-BDF2FF4F958D}" sibTransId="{B6645E55-3268-4A84-BB69-2BDF97E6F1E0}"/>
    <dgm:cxn modelId="{DC1126BC-0C4F-469B-A3B8-567FECB7658C}" type="presOf" srcId="{1A271C9D-9971-4B5A-BDA2-A0EB3B9F8EFA}" destId="{324C4FE9-948E-47CC-B215-69868157FAB2}" srcOrd="0" destOrd="0" presId="urn:microsoft.com/office/officeart/2018/2/layout/IconLabelDescriptionList"/>
    <dgm:cxn modelId="{072C56CA-8E83-41EF-A432-88066CF65136}" type="presOf" srcId="{EDAC4791-61CA-4F3C-AC06-B1DCA35C70CD}" destId="{05868482-EDDE-4A9B-9224-B04550D72E01}" srcOrd="0" destOrd="0" presId="urn:microsoft.com/office/officeart/2018/2/layout/IconLabelDescriptionList"/>
    <dgm:cxn modelId="{EF141CCC-2331-4BCA-B001-371EA55B321E}" type="presOf" srcId="{04C6F181-D06C-4ACD-972F-2E4D26E59B14}" destId="{CB9FF567-50A5-44D4-9F26-4C7277D6F5DB}" srcOrd="0" destOrd="0" presId="urn:microsoft.com/office/officeart/2018/2/layout/IconLabelDescriptionList"/>
    <dgm:cxn modelId="{D661CAD0-F642-48BF-B340-D7EAB3B4B3C9}" srcId="{EDAC4791-61CA-4F3C-AC06-B1DCA35C70CD}" destId="{BC0FCEB4-7255-4184-8751-0DD4696E25E6}" srcOrd="2" destOrd="0" parTransId="{4B0201CF-F659-407F-82EF-50AD5560ACCE}" sibTransId="{5660D01A-CE4E-411B-B82E-290D25EAAA06}"/>
    <dgm:cxn modelId="{64A745F4-0DE0-4A7A-BB44-1A901FF7D088}" srcId="{C7571AB0-C368-404B-B3D5-E81050933A7F}" destId="{04C6F181-D06C-4ACD-972F-2E4D26E59B14}" srcOrd="0" destOrd="0" parTransId="{8E26968A-0386-4162-859E-44196ADBAD3A}" sibTransId="{6909D62B-4B14-4A19-A0E7-5CB817D03657}"/>
    <dgm:cxn modelId="{9C84C3FE-5F7A-4E54-979A-B7D50D31E3B0}" srcId="{EDAC4791-61CA-4F3C-AC06-B1DCA35C70CD}" destId="{C7571AB0-C368-404B-B3D5-E81050933A7F}" srcOrd="0" destOrd="0" parTransId="{0836942B-32FB-464F-A3BA-53FF73BF1DC5}" sibTransId="{078386DE-70C3-4327-8111-998C90FF3CB6}"/>
    <dgm:cxn modelId="{1DB5E740-0936-4981-8EBC-8C236CF295EC}" type="presParOf" srcId="{05868482-EDDE-4A9B-9224-B04550D72E01}" destId="{FF425091-27B6-425F-AB42-62D8336F2564}" srcOrd="0" destOrd="0" presId="urn:microsoft.com/office/officeart/2018/2/layout/IconLabelDescriptionList"/>
    <dgm:cxn modelId="{63DE0139-7B32-49A8-A72B-5A635171CC8E}" type="presParOf" srcId="{FF425091-27B6-425F-AB42-62D8336F2564}" destId="{14BFBDF6-6C3F-459D-BE87-4025A2F8F988}" srcOrd="0" destOrd="0" presId="urn:microsoft.com/office/officeart/2018/2/layout/IconLabelDescriptionList"/>
    <dgm:cxn modelId="{BB34F755-9033-4A86-9258-BD3DDEEB72F7}" type="presParOf" srcId="{FF425091-27B6-425F-AB42-62D8336F2564}" destId="{46F02390-A2C3-435E-8E2E-62746882F3B2}" srcOrd="1" destOrd="0" presId="urn:microsoft.com/office/officeart/2018/2/layout/IconLabelDescriptionList"/>
    <dgm:cxn modelId="{752B8D77-3ECD-43FA-B927-1879B165B3BE}" type="presParOf" srcId="{FF425091-27B6-425F-AB42-62D8336F2564}" destId="{97AF141B-EFF3-46C4-BB69-9F198D63169F}" srcOrd="2" destOrd="0" presId="urn:microsoft.com/office/officeart/2018/2/layout/IconLabelDescriptionList"/>
    <dgm:cxn modelId="{3F517F81-D08A-4D0A-AC87-66FEE09222F1}" type="presParOf" srcId="{FF425091-27B6-425F-AB42-62D8336F2564}" destId="{FAAFC69A-84C2-47E8-B265-8A40030219D6}" srcOrd="3" destOrd="0" presId="urn:microsoft.com/office/officeart/2018/2/layout/IconLabelDescriptionList"/>
    <dgm:cxn modelId="{2D7CE095-DAF5-4112-BD2E-CF9A3C4164E5}" type="presParOf" srcId="{FF425091-27B6-425F-AB42-62D8336F2564}" destId="{CB9FF567-50A5-44D4-9F26-4C7277D6F5DB}" srcOrd="4" destOrd="0" presId="urn:microsoft.com/office/officeart/2018/2/layout/IconLabelDescriptionList"/>
    <dgm:cxn modelId="{BF16F90D-5F60-42DF-80F0-01788721F943}" type="presParOf" srcId="{05868482-EDDE-4A9B-9224-B04550D72E01}" destId="{08C397BE-A0B1-4282-BD72-7E99FDCC4288}" srcOrd="1" destOrd="0" presId="urn:microsoft.com/office/officeart/2018/2/layout/IconLabelDescriptionList"/>
    <dgm:cxn modelId="{85CE7D09-3A87-4984-B390-FB6A97F1FEAD}" type="presParOf" srcId="{05868482-EDDE-4A9B-9224-B04550D72E01}" destId="{822806E4-1588-4C34-8252-6FFE14E028F2}" srcOrd="2" destOrd="0" presId="urn:microsoft.com/office/officeart/2018/2/layout/IconLabelDescriptionList"/>
    <dgm:cxn modelId="{55798EBD-6944-45ED-A9DA-EB8C8EFA4BF0}" type="presParOf" srcId="{822806E4-1588-4C34-8252-6FFE14E028F2}" destId="{39813C91-62AF-4AC2-917D-ADB2D675A0DB}" srcOrd="0" destOrd="0" presId="urn:microsoft.com/office/officeart/2018/2/layout/IconLabelDescriptionList"/>
    <dgm:cxn modelId="{C00565AC-3959-4D51-96E2-2E886AB23DA0}" type="presParOf" srcId="{822806E4-1588-4C34-8252-6FFE14E028F2}" destId="{F513F263-9181-44DC-9EC5-5A638DCA356E}" srcOrd="1" destOrd="0" presId="urn:microsoft.com/office/officeart/2018/2/layout/IconLabelDescriptionList"/>
    <dgm:cxn modelId="{DDFF913C-22DA-4739-AC32-65C4FEC85A1D}" type="presParOf" srcId="{822806E4-1588-4C34-8252-6FFE14E028F2}" destId="{0D8DEE30-A92C-4EC7-889C-62D2F99D0329}" srcOrd="2" destOrd="0" presId="urn:microsoft.com/office/officeart/2018/2/layout/IconLabelDescriptionList"/>
    <dgm:cxn modelId="{2B19D73D-1AB3-4F13-ADB1-669B71E896BB}" type="presParOf" srcId="{822806E4-1588-4C34-8252-6FFE14E028F2}" destId="{A52BC5AC-17C0-402B-BC39-4016702BE18C}" srcOrd="3" destOrd="0" presId="urn:microsoft.com/office/officeart/2018/2/layout/IconLabelDescriptionList"/>
    <dgm:cxn modelId="{CCEEC30D-3457-4B24-9204-7084647017B2}" type="presParOf" srcId="{822806E4-1588-4C34-8252-6FFE14E028F2}" destId="{324C4FE9-948E-47CC-B215-69868157FAB2}" srcOrd="4" destOrd="0" presId="urn:microsoft.com/office/officeart/2018/2/layout/IconLabelDescriptionList"/>
    <dgm:cxn modelId="{181D08DF-74F6-402E-94F8-8DBC4F12B377}" type="presParOf" srcId="{05868482-EDDE-4A9B-9224-B04550D72E01}" destId="{AE7D5F18-339D-43F4-8ABC-443E9BEC7E6E}" srcOrd="3" destOrd="0" presId="urn:microsoft.com/office/officeart/2018/2/layout/IconLabelDescriptionList"/>
    <dgm:cxn modelId="{AF43AB79-AB01-4AC0-A1A3-EA15B43D8336}" type="presParOf" srcId="{05868482-EDDE-4A9B-9224-B04550D72E01}" destId="{F87BC766-16CD-4C36-AF43-0FC769A2C04D}" srcOrd="4" destOrd="0" presId="urn:microsoft.com/office/officeart/2018/2/layout/IconLabelDescriptionList"/>
    <dgm:cxn modelId="{288890C0-5CB0-493D-9B0D-8AE9058384BA}" type="presParOf" srcId="{F87BC766-16CD-4C36-AF43-0FC769A2C04D}" destId="{D7C5E16C-838A-4F40-9A9E-F2770C3EF9E2}" srcOrd="0" destOrd="0" presId="urn:microsoft.com/office/officeart/2018/2/layout/IconLabelDescriptionList"/>
    <dgm:cxn modelId="{E6A3FFAA-3E39-4BAF-8B0A-A5A3619CE761}" type="presParOf" srcId="{F87BC766-16CD-4C36-AF43-0FC769A2C04D}" destId="{E504B9BB-02F5-406B-992B-52BFA11940AA}" srcOrd="1" destOrd="0" presId="urn:microsoft.com/office/officeart/2018/2/layout/IconLabelDescriptionList"/>
    <dgm:cxn modelId="{4123218F-7EA6-437B-BF3F-C03AD6925534}" type="presParOf" srcId="{F87BC766-16CD-4C36-AF43-0FC769A2C04D}" destId="{F6C147F0-82B2-43C5-84A4-9769D716554F}" srcOrd="2" destOrd="0" presId="urn:microsoft.com/office/officeart/2018/2/layout/IconLabelDescriptionList"/>
    <dgm:cxn modelId="{6929F87D-EBE6-4948-873E-D97A0AD548F2}" type="presParOf" srcId="{F87BC766-16CD-4C36-AF43-0FC769A2C04D}" destId="{7FB378FB-B8E2-4E13-96BF-D0C111291D64}" srcOrd="3" destOrd="0" presId="urn:microsoft.com/office/officeart/2018/2/layout/IconLabelDescriptionList"/>
    <dgm:cxn modelId="{EAFFC2BB-7E0F-4EB0-8D7E-ECA3AC08E1CC}" type="presParOf" srcId="{F87BC766-16CD-4C36-AF43-0FC769A2C04D}" destId="{3E05202A-E725-48E3-AE66-56E4000BF91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AC4791-61CA-4F3C-AC06-B1DCA35C70C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571AB0-C368-404B-B3D5-E81050933A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Automated flows</a:t>
          </a:r>
        </a:p>
      </dgm:t>
    </dgm:pt>
    <dgm:pt modelId="{0836942B-32FB-464F-A3BA-53FF73BF1DC5}" type="parTrans" cxnId="{9C84C3FE-5F7A-4E54-979A-B7D50D31E3B0}">
      <dgm:prSet/>
      <dgm:spPr/>
      <dgm:t>
        <a:bodyPr/>
        <a:lstStyle/>
        <a:p>
          <a:endParaRPr lang="en-US"/>
        </a:p>
      </dgm:t>
    </dgm:pt>
    <dgm:pt modelId="{078386DE-70C3-4327-8111-998C90FF3CB6}" type="sibTrans" cxnId="{9C84C3FE-5F7A-4E54-979A-B7D50D31E3B0}">
      <dgm:prSet/>
      <dgm:spPr/>
      <dgm:t>
        <a:bodyPr/>
        <a:lstStyle/>
        <a:p>
          <a:endParaRPr lang="en-US"/>
        </a:p>
      </dgm:t>
    </dgm:pt>
    <dgm:pt modelId="{04C6F181-D06C-4ACD-972F-2E4D26E59B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Create an automation that is triggered by an event such as arrival of an email from a specific person, or a mention of your company in social media.</a:t>
          </a:r>
          <a:endParaRPr lang="en-US" dirty="0"/>
        </a:p>
      </dgm:t>
    </dgm:pt>
    <dgm:pt modelId="{8E26968A-0386-4162-859E-44196ADBAD3A}" type="parTrans" cxnId="{64A745F4-0DE0-4A7A-BB44-1A901FF7D088}">
      <dgm:prSet/>
      <dgm:spPr/>
      <dgm:t>
        <a:bodyPr/>
        <a:lstStyle/>
        <a:p>
          <a:endParaRPr lang="en-US"/>
        </a:p>
      </dgm:t>
    </dgm:pt>
    <dgm:pt modelId="{6909D62B-4B14-4A19-A0E7-5CB817D03657}" type="sibTrans" cxnId="{64A745F4-0DE0-4A7A-BB44-1A901FF7D088}">
      <dgm:prSet/>
      <dgm:spPr/>
      <dgm:t>
        <a:bodyPr/>
        <a:lstStyle/>
        <a:p>
          <a:endParaRPr lang="en-US"/>
        </a:p>
      </dgm:t>
    </dgm:pt>
    <dgm:pt modelId="{3422CFB9-7A27-4506-B9A5-D0028DE20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Instant flows</a:t>
          </a:r>
        </a:p>
      </dgm:t>
    </dgm:pt>
    <dgm:pt modelId="{53BB3EAA-22D5-4A5E-99E3-3C76CE76EBA1}" type="parTrans" cxnId="{08FD336F-935D-44EA-B718-5A562CF7E453}">
      <dgm:prSet/>
      <dgm:spPr/>
      <dgm:t>
        <a:bodyPr/>
        <a:lstStyle/>
        <a:p>
          <a:endParaRPr lang="en-US"/>
        </a:p>
      </dgm:t>
    </dgm:pt>
    <dgm:pt modelId="{9F227E8A-3914-44CA-8AAA-629023EE9726}" type="sibTrans" cxnId="{08FD336F-935D-44EA-B718-5A562CF7E453}">
      <dgm:prSet/>
      <dgm:spPr/>
      <dgm:t>
        <a:bodyPr/>
        <a:lstStyle/>
        <a:p>
          <a:endParaRPr lang="en-US"/>
        </a:p>
      </dgm:t>
    </dgm:pt>
    <dgm:pt modelId="{1A271C9D-9971-4B5A-BDA2-A0EB3B9F8E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Start an automation with a click of a button. You can automate for repetitive tasks from your Desktop or Mobile devices. For example, instantly send a reminder to the team with a push of a button from your mobile device.</a:t>
          </a:r>
          <a:endParaRPr lang="en-US" dirty="0"/>
        </a:p>
      </dgm:t>
    </dgm:pt>
    <dgm:pt modelId="{4467DB6D-4457-4D0E-963D-142C2354B59E}" type="parTrans" cxnId="{414EC667-E0D9-4BAF-9863-6E8D9F78D20B}">
      <dgm:prSet/>
      <dgm:spPr/>
      <dgm:t>
        <a:bodyPr/>
        <a:lstStyle/>
        <a:p>
          <a:endParaRPr lang="en-US"/>
        </a:p>
      </dgm:t>
    </dgm:pt>
    <dgm:pt modelId="{62DD3A1D-70D9-468E-B66C-2263B01F46DB}" type="sibTrans" cxnId="{414EC667-E0D9-4BAF-9863-6E8D9F78D20B}">
      <dgm:prSet/>
      <dgm:spPr/>
      <dgm:t>
        <a:bodyPr/>
        <a:lstStyle/>
        <a:p>
          <a:endParaRPr lang="en-US"/>
        </a:p>
      </dgm:t>
    </dgm:pt>
    <dgm:pt modelId="{BC0FCEB4-7255-4184-8751-0DD4696E25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Scheduled flows</a:t>
          </a:r>
        </a:p>
      </dgm:t>
    </dgm:pt>
    <dgm:pt modelId="{4B0201CF-F659-407F-82EF-50AD5560ACCE}" type="parTrans" cxnId="{D661CAD0-F642-48BF-B340-D7EAB3B4B3C9}">
      <dgm:prSet/>
      <dgm:spPr/>
      <dgm:t>
        <a:bodyPr/>
        <a:lstStyle/>
        <a:p>
          <a:endParaRPr lang="en-US"/>
        </a:p>
      </dgm:t>
    </dgm:pt>
    <dgm:pt modelId="{5660D01A-CE4E-411B-B82E-290D25EAAA06}" type="sibTrans" cxnId="{D661CAD0-F642-48BF-B340-D7EAB3B4B3C9}">
      <dgm:prSet/>
      <dgm:spPr/>
      <dgm:t>
        <a:bodyPr/>
        <a:lstStyle/>
        <a:p>
          <a:endParaRPr lang="en-US"/>
        </a:p>
      </dgm:t>
    </dgm:pt>
    <dgm:pt modelId="{3912E11A-656B-43AF-AF48-5664B56EEA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Schedule an automation such as daily data upload to SharePoint or a database.</a:t>
          </a:r>
          <a:endParaRPr lang="en-US" dirty="0"/>
        </a:p>
      </dgm:t>
    </dgm:pt>
    <dgm:pt modelId="{F534D837-2D3E-4965-9C93-BDF2FF4F958D}" type="parTrans" cxnId="{11C23D99-906F-49CC-A12A-2987946D0BE3}">
      <dgm:prSet/>
      <dgm:spPr/>
      <dgm:t>
        <a:bodyPr/>
        <a:lstStyle/>
        <a:p>
          <a:endParaRPr lang="en-US"/>
        </a:p>
      </dgm:t>
    </dgm:pt>
    <dgm:pt modelId="{B6645E55-3268-4A84-BB69-2BDF97E6F1E0}" type="sibTrans" cxnId="{11C23D99-906F-49CC-A12A-2987946D0BE3}">
      <dgm:prSet/>
      <dgm:spPr/>
      <dgm:t>
        <a:bodyPr/>
        <a:lstStyle/>
        <a:p>
          <a:endParaRPr lang="en-US"/>
        </a:p>
      </dgm:t>
    </dgm:pt>
    <dgm:pt modelId="{05868482-EDDE-4A9B-9224-B04550D72E01}" type="pres">
      <dgm:prSet presAssocID="{EDAC4791-61CA-4F3C-AC06-B1DCA35C70CD}" presName="root" presStyleCnt="0">
        <dgm:presLayoutVars>
          <dgm:dir/>
          <dgm:resizeHandles val="exact"/>
        </dgm:presLayoutVars>
      </dgm:prSet>
      <dgm:spPr/>
    </dgm:pt>
    <dgm:pt modelId="{FF425091-27B6-425F-AB42-62D8336F2564}" type="pres">
      <dgm:prSet presAssocID="{C7571AB0-C368-404B-B3D5-E81050933A7F}" presName="compNode" presStyleCnt="0"/>
      <dgm:spPr/>
    </dgm:pt>
    <dgm:pt modelId="{14BFBDF6-6C3F-459D-BE87-4025A2F8F988}" type="pres">
      <dgm:prSet presAssocID="{C7571AB0-C368-404B-B3D5-E81050933A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6F02390-A2C3-435E-8E2E-62746882F3B2}" type="pres">
      <dgm:prSet presAssocID="{C7571AB0-C368-404B-B3D5-E81050933A7F}" presName="iconSpace" presStyleCnt="0"/>
      <dgm:spPr/>
    </dgm:pt>
    <dgm:pt modelId="{97AF141B-EFF3-46C4-BB69-9F198D63169F}" type="pres">
      <dgm:prSet presAssocID="{C7571AB0-C368-404B-B3D5-E81050933A7F}" presName="parTx" presStyleLbl="revTx" presStyleIdx="0" presStyleCnt="6">
        <dgm:presLayoutVars>
          <dgm:chMax val="0"/>
          <dgm:chPref val="0"/>
        </dgm:presLayoutVars>
      </dgm:prSet>
      <dgm:spPr/>
    </dgm:pt>
    <dgm:pt modelId="{FAAFC69A-84C2-47E8-B265-8A40030219D6}" type="pres">
      <dgm:prSet presAssocID="{C7571AB0-C368-404B-B3D5-E81050933A7F}" presName="txSpace" presStyleCnt="0"/>
      <dgm:spPr/>
    </dgm:pt>
    <dgm:pt modelId="{CB9FF567-50A5-44D4-9F26-4C7277D6F5DB}" type="pres">
      <dgm:prSet presAssocID="{C7571AB0-C368-404B-B3D5-E81050933A7F}" presName="desTx" presStyleLbl="revTx" presStyleIdx="1" presStyleCnt="6">
        <dgm:presLayoutVars/>
      </dgm:prSet>
      <dgm:spPr/>
    </dgm:pt>
    <dgm:pt modelId="{08C397BE-A0B1-4282-BD72-7E99FDCC4288}" type="pres">
      <dgm:prSet presAssocID="{078386DE-70C3-4327-8111-998C90FF3CB6}" presName="sibTrans" presStyleCnt="0"/>
      <dgm:spPr/>
    </dgm:pt>
    <dgm:pt modelId="{822806E4-1588-4C34-8252-6FFE14E028F2}" type="pres">
      <dgm:prSet presAssocID="{3422CFB9-7A27-4506-B9A5-D0028DE20AD3}" presName="compNode" presStyleCnt="0"/>
      <dgm:spPr/>
    </dgm:pt>
    <dgm:pt modelId="{39813C91-62AF-4AC2-917D-ADB2D675A0DB}" type="pres">
      <dgm:prSet presAssocID="{3422CFB9-7A27-4506-B9A5-D0028DE20AD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513F263-9181-44DC-9EC5-5A638DCA356E}" type="pres">
      <dgm:prSet presAssocID="{3422CFB9-7A27-4506-B9A5-D0028DE20AD3}" presName="iconSpace" presStyleCnt="0"/>
      <dgm:spPr/>
    </dgm:pt>
    <dgm:pt modelId="{0D8DEE30-A92C-4EC7-889C-62D2F99D0329}" type="pres">
      <dgm:prSet presAssocID="{3422CFB9-7A27-4506-B9A5-D0028DE20AD3}" presName="parTx" presStyleLbl="revTx" presStyleIdx="2" presStyleCnt="6">
        <dgm:presLayoutVars>
          <dgm:chMax val="0"/>
          <dgm:chPref val="0"/>
        </dgm:presLayoutVars>
      </dgm:prSet>
      <dgm:spPr/>
    </dgm:pt>
    <dgm:pt modelId="{A52BC5AC-17C0-402B-BC39-4016702BE18C}" type="pres">
      <dgm:prSet presAssocID="{3422CFB9-7A27-4506-B9A5-D0028DE20AD3}" presName="txSpace" presStyleCnt="0"/>
      <dgm:spPr/>
    </dgm:pt>
    <dgm:pt modelId="{324C4FE9-948E-47CC-B215-69868157FAB2}" type="pres">
      <dgm:prSet presAssocID="{3422CFB9-7A27-4506-B9A5-D0028DE20AD3}" presName="desTx" presStyleLbl="revTx" presStyleIdx="3" presStyleCnt="6">
        <dgm:presLayoutVars/>
      </dgm:prSet>
      <dgm:spPr/>
    </dgm:pt>
    <dgm:pt modelId="{AE7D5F18-339D-43F4-8ABC-443E9BEC7E6E}" type="pres">
      <dgm:prSet presAssocID="{9F227E8A-3914-44CA-8AAA-629023EE9726}" presName="sibTrans" presStyleCnt="0"/>
      <dgm:spPr/>
    </dgm:pt>
    <dgm:pt modelId="{F87BC766-16CD-4C36-AF43-0FC769A2C04D}" type="pres">
      <dgm:prSet presAssocID="{BC0FCEB4-7255-4184-8751-0DD4696E25E6}" presName="compNode" presStyleCnt="0"/>
      <dgm:spPr/>
    </dgm:pt>
    <dgm:pt modelId="{D7C5E16C-838A-4F40-9A9E-F2770C3EF9E2}" type="pres">
      <dgm:prSet presAssocID="{BC0FCEB4-7255-4184-8751-0DD4696E25E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504B9BB-02F5-406B-992B-52BFA11940AA}" type="pres">
      <dgm:prSet presAssocID="{BC0FCEB4-7255-4184-8751-0DD4696E25E6}" presName="iconSpace" presStyleCnt="0"/>
      <dgm:spPr/>
    </dgm:pt>
    <dgm:pt modelId="{F6C147F0-82B2-43C5-84A4-9769D716554F}" type="pres">
      <dgm:prSet presAssocID="{BC0FCEB4-7255-4184-8751-0DD4696E25E6}" presName="parTx" presStyleLbl="revTx" presStyleIdx="4" presStyleCnt="6">
        <dgm:presLayoutVars>
          <dgm:chMax val="0"/>
          <dgm:chPref val="0"/>
        </dgm:presLayoutVars>
      </dgm:prSet>
      <dgm:spPr/>
    </dgm:pt>
    <dgm:pt modelId="{7FB378FB-B8E2-4E13-96BF-D0C111291D64}" type="pres">
      <dgm:prSet presAssocID="{BC0FCEB4-7255-4184-8751-0DD4696E25E6}" presName="txSpace" presStyleCnt="0"/>
      <dgm:spPr/>
    </dgm:pt>
    <dgm:pt modelId="{3E05202A-E725-48E3-AE66-56E4000BF911}" type="pres">
      <dgm:prSet presAssocID="{BC0FCEB4-7255-4184-8751-0DD4696E25E6}" presName="desTx" presStyleLbl="revTx" presStyleIdx="5" presStyleCnt="6">
        <dgm:presLayoutVars/>
      </dgm:prSet>
      <dgm:spPr/>
    </dgm:pt>
  </dgm:ptLst>
  <dgm:cxnLst>
    <dgm:cxn modelId="{AFAD3E0C-F24F-4F53-9079-4B5DE5550694}" type="presOf" srcId="{C7571AB0-C368-404B-B3D5-E81050933A7F}" destId="{97AF141B-EFF3-46C4-BB69-9F198D63169F}" srcOrd="0" destOrd="0" presId="urn:microsoft.com/office/officeart/2018/2/layout/IconLabelDescriptionList"/>
    <dgm:cxn modelId="{70CDA114-CD72-41E4-A33C-088C9154E8CD}" type="presOf" srcId="{3912E11A-656B-43AF-AF48-5664B56EEA21}" destId="{3E05202A-E725-48E3-AE66-56E4000BF911}" srcOrd="0" destOrd="0" presId="urn:microsoft.com/office/officeart/2018/2/layout/IconLabelDescriptionList"/>
    <dgm:cxn modelId="{852EA931-1902-43E9-AD13-3E9C6B648982}" type="presOf" srcId="{3422CFB9-7A27-4506-B9A5-D0028DE20AD3}" destId="{0D8DEE30-A92C-4EC7-889C-62D2F99D0329}" srcOrd="0" destOrd="0" presId="urn:microsoft.com/office/officeart/2018/2/layout/IconLabelDescriptionList"/>
    <dgm:cxn modelId="{FCDE7065-7CA1-44A6-B802-BD05B414A18B}" type="presOf" srcId="{BC0FCEB4-7255-4184-8751-0DD4696E25E6}" destId="{F6C147F0-82B2-43C5-84A4-9769D716554F}" srcOrd="0" destOrd="0" presId="urn:microsoft.com/office/officeart/2018/2/layout/IconLabelDescriptionList"/>
    <dgm:cxn modelId="{414EC667-E0D9-4BAF-9863-6E8D9F78D20B}" srcId="{3422CFB9-7A27-4506-B9A5-D0028DE20AD3}" destId="{1A271C9D-9971-4B5A-BDA2-A0EB3B9F8EFA}" srcOrd="0" destOrd="0" parTransId="{4467DB6D-4457-4D0E-963D-142C2354B59E}" sibTransId="{62DD3A1D-70D9-468E-B66C-2263B01F46DB}"/>
    <dgm:cxn modelId="{08FD336F-935D-44EA-B718-5A562CF7E453}" srcId="{EDAC4791-61CA-4F3C-AC06-B1DCA35C70CD}" destId="{3422CFB9-7A27-4506-B9A5-D0028DE20AD3}" srcOrd="1" destOrd="0" parTransId="{53BB3EAA-22D5-4A5E-99E3-3C76CE76EBA1}" sibTransId="{9F227E8A-3914-44CA-8AAA-629023EE9726}"/>
    <dgm:cxn modelId="{11C23D99-906F-49CC-A12A-2987946D0BE3}" srcId="{BC0FCEB4-7255-4184-8751-0DD4696E25E6}" destId="{3912E11A-656B-43AF-AF48-5664B56EEA21}" srcOrd="0" destOrd="0" parTransId="{F534D837-2D3E-4965-9C93-BDF2FF4F958D}" sibTransId="{B6645E55-3268-4A84-BB69-2BDF97E6F1E0}"/>
    <dgm:cxn modelId="{DC1126BC-0C4F-469B-A3B8-567FECB7658C}" type="presOf" srcId="{1A271C9D-9971-4B5A-BDA2-A0EB3B9F8EFA}" destId="{324C4FE9-948E-47CC-B215-69868157FAB2}" srcOrd="0" destOrd="0" presId="urn:microsoft.com/office/officeart/2018/2/layout/IconLabelDescriptionList"/>
    <dgm:cxn modelId="{072C56CA-8E83-41EF-A432-88066CF65136}" type="presOf" srcId="{EDAC4791-61CA-4F3C-AC06-B1DCA35C70CD}" destId="{05868482-EDDE-4A9B-9224-B04550D72E01}" srcOrd="0" destOrd="0" presId="urn:microsoft.com/office/officeart/2018/2/layout/IconLabelDescriptionList"/>
    <dgm:cxn modelId="{EF141CCC-2331-4BCA-B001-371EA55B321E}" type="presOf" srcId="{04C6F181-D06C-4ACD-972F-2E4D26E59B14}" destId="{CB9FF567-50A5-44D4-9F26-4C7277D6F5DB}" srcOrd="0" destOrd="0" presId="urn:microsoft.com/office/officeart/2018/2/layout/IconLabelDescriptionList"/>
    <dgm:cxn modelId="{D661CAD0-F642-48BF-B340-D7EAB3B4B3C9}" srcId="{EDAC4791-61CA-4F3C-AC06-B1DCA35C70CD}" destId="{BC0FCEB4-7255-4184-8751-0DD4696E25E6}" srcOrd="2" destOrd="0" parTransId="{4B0201CF-F659-407F-82EF-50AD5560ACCE}" sibTransId="{5660D01A-CE4E-411B-B82E-290D25EAAA06}"/>
    <dgm:cxn modelId="{64A745F4-0DE0-4A7A-BB44-1A901FF7D088}" srcId="{C7571AB0-C368-404B-B3D5-E81050933A7F}" destId="{04C6F181-D06C-4ACD-972F-2E4D26E59B14}" srcOrd="0" destOrd="0" parTransId="{8E26968A-0386-4162-859E-44196ADBAD3A}" sibTransId="{6909D62B-4B14-4A19-A0E7-5CB817D03657}"/>
    <dgm:cxn modelId="{9C84C3FE-5F7A-4E54-979A-B7D50D31E3B0}" srcId="{EDAC4791-61CA-4F3C-AC06-B1DCA35C70CD}" destId="{C7571AB0-C368-404B-B3D5-E81050933A7F}" srcOrd="0" destOrd="0" parTransId="{0836942B-32FB-464F-A3BA-53FF73BF1DC5}" sibTransId="{078386DE-70C3-4327-8111-998C90FF3CB6}"/>
    <dgm:cxn modelId="{1DB5E740-0936-4981-8EBC-8C236CF295EC}" type="presParOf" srcId="{05868482-EDDE-4A9B-9224-B04550D72E01}" destId="{FF425091-27B6-425F-AB42-62D8336F2564}" srcOrd="0" destOrd="0" presId="urn:microsoft.com/office/officeart/2018/2/layout/IconLabelDescriptionList"/>
    <dgm:cxn modelId="{63DE0139-7B32-49A8-A72B-5A635171CC8E}" type="presParOf" srcId="{FF425091-27B6-425F-AB42-62D8336F2564}" destId="{14BFBDF6-6C3F-459D-BE87-4025A2F8F988}" srcOrd="0" destOrd="0" presId="urn:microsoft.com/office/officeart/2018/2/layout/IconLabelDescriptionList"/>
    <dgm:cxn modelId="{BB34F755-9033-4A86-9258-BD3DDEEB72F7}" type="presParOf" srcId="{FF425091-27B6-425F-AB42-62D8336F2564}" destId="{46F02390-A2C3-435E-8E2E-62746882F3B2}" srcOrd="1" destOrd="0" presId="urn:microsoft.com/office/officeart/2018/2/layout/IconLabelDescriptionList"/>
    <dgm:cxn modelId="{752B8D77-3ECD-43FA-B927-1879B165B3BE}" type="presParOf" srcId="{FF425091-27B6-425F-AB42-62D8336F2564}" destId="{97AF141B-EFF3-46C4-BB69-9F198D63169F}" srcOrd="2" destOrd="0" presId="urn:microsoft.com/office/officeart/2018/2/layout/IconLabelDescriptionList"/>
    <dgm:cxn modelId="{3F517F81-D08A-4D0A-AC87-66FEE09222F1}" type="presParOf" srcId="{FF425091-27B6-425F-AB42-62D8336F2564}" destId="{FAAFC69A-84C2-47E8-B265-8A40030219D6}" srcOrd="3" destOrd="0" presId="urn:microsoft.com/office/officeart/2018/2/layout/IconLabelDescriptionList"/>
    <dgm:cxn modelId="{2D7CE095-DAF5-4112-BD2E-CF9A3C4164E5}" type="presParOf" srcId="{FF425091-27B6-425F-AB42-62D8336F2564}" destId="{CB9FF567-50A5-44D4-9F26-4C7277D6F5DB}" srcOrd="4" destOrd="0" presId="urn:microsoft.com/office/officeart/2018/2/layout/IconLabelDescriptionList"/>
    <dgm:cxn modelId="{BF16F90D-5F60-42DF-80F0-01788721F943}" type="presParOf" srcId="{05868482-EDDE-4A9B-9224-B04550D72E01}" destId="{08C397BE-A0B1-4282-BD72-7E99FDCC4288}" srcOrd="1" destOrd="0" presId="urn:microsoft.com/office/officeart/2018/2/layout/IconLabelDescriptionList"/>
    <dgm:cxn modelId="{85CE7D09-3A87-4984-B390-FB6A97F1FEAD}" type="presParOf" srcId="{05868482-EDDE-4A9B-9224-B04550D72E01}" destId="{822806E4-1588-4C34-8252-6FFE14E028F2}" srcOrd="2" destOrd="0" presId="urn:microsoft.com/office/officeart/2018/2/layout/IconLabelDescriptionList"/>
    <dgm:cxn modelId="{55798EBD-6944-45ED-A9DA-EB8C8EFA4BF0}" type="presParOf" srcId="{822806E4-1588-4C34-8252-6FFE14E028F2}" destId="{39813C91-62AF-4AC2-917D-ADB2D675A0DB}" srcOrd="0" destOrd="0" presId="urn:microsoft.com/office/officeart/2018/2/layout/IconLabelDescriptionList"/>
    <dgm:cxn modelId="{C00565AC-3959-4D51-96E2-2E886AB23DA0}" type="presParOf" srcId="{822806E4-1588-4C34-8252-6FFE14E028F2}" destId="{F513F263-9181-44DC-9EC5-5A638DCA356E}" srcOrd="1" destOrd="0" presId="urn:microsoft.com/office/officeart/2018/2/layout/IconLabelDescriptionList"/>
    <dgm:cxn modelId="{DDFF913C-22DA-4739-AC32-65C4FEC85A1D}" type="presParOf" srcId="{822806E4-1588-4C34-8252-6FFE14E028F2}" destId="{0D8DEE30-A92C-4EC7-889C-62D2F99D0329}" srcOrd="2" destOrd="0" presId="urn:microsoft.com/office/officeart/2018/2/layout/IconLabelDescriptionList"/>
    <dgm:cxn modelId="{2B19D73D-1AB3-4F13-ADB1-669B71E896BB}" type="presParOf" srcId="{822806E4-1588-4C34-8252-6FFE14E028F2}" destId="{A52BC5AC-17C0-402B-BC39-4016702BE18C}" srcOrd="3" destOrd="0" presId="urn:microsoft.com/office/officeart/2018/2/layout/IconLabelDescriptionList"/>
    <dgm:cxn modelId="{CCEEC30D-3457-4B24-9204-7084647017B2}" type="presParOf" srcId="{822806E4-1588-4C34-8252-6FFE14E028F2}" destId="{324C4FE9-948E-47CC-B215-69868157FAB2}" srcOrd="4" destOrd="0" presId="urn:microsoft.com/office/officeart/2018/2/layout/IconLabelDescriptionList"/>
    <dgm:cxn modelId="{181D08DF-74F6-402E-94F8-8DBC4F12B377}" type="presParOf" srcId="{05868482-EDDE-4A9B-9224-B04550D72E01}" destId="{AE7D5F18-339D-43F4-8ABC-443E9BEC7E6E}" srcOrd="3" destOrd="0" presId="urn:microsoft.com/office/officeart/2018/2/layout/IconLabelDescriptionList"/>
    <dgm:cxn modelId="{AF43AB79-AB01-4AC0-A1A3-EA15B43D8336}" type="presParOf" srcId="{05868482-EDDE-4A9B-9224-B04550D72E01}" destId="{F87BC766-16CD-4C36-AF43-0FC769A2C04D}" srcOrd="4" destOrd="0" presId="urn:microsoft.com/office/officeart/2018/2/layout/IconLabelDescriptionList"/>
    <dgm:cxn modelId="{288890C0-5CB0-493D-9B0D-8AE9058384BA}" type="presParOf" srcId="{F87BC766-16CD-4C36-AF43-0FC769A2C04D}" destId="{D7C5E16C-838A-4F40-9A9E-F2770C3EF9E2}" srcOrd="0" destOrd="0" presId="urn:microsoft.com/office/officeart/2018/2/layout/IconLabelDescriptionList"/>
    <dgm:cxn modelId="{E6A3FFAA-3E39-4BAF-8B0A-A5A3619CE761}" type="presParOf" srcId="{F87BC766-16CD-4C36-AF43-0FC769A2C04D}" destId="{E504B9BB-02F5-406B-992B-52BFA11940AA}" srcOrd="1" destOrd="0" presId="urn:microsoft.com/office/officeart/2018/2/layout/IconLabelDescriptionList"/>
    <dgm:cxn modelId="{4123218F-7EA6-437B-BF3F-C03AD6925534}" type="presParOf" srcId="{F87BC766-16CD-4C36-AF43-0FC769A2C04D}" destId="{F6C147F0-82B2-43C5-84A4-9769D716554F}" srcOrd="2" destOrd="0" presId="urn:microsoft.com/office/officeart/2018/2/layout/IconLabelDescriptionList"/>
    <dgm:cxn modelId="{6929F87D-EBE6-4948-873E-D97A0AD548F2}" type="presParOf" srcId="{F87BC766-16CD-4C36-AF43-0FC769A2C04D}" destId="{7FB378FB-B8E2-4E13-96BF-D0C111291D64}" srcOrd="3" destOrd="0" presId="urn:microsoft.com/office/officeart/2018/2/layout/IconLabelDescriptionList"/>
    <dgm:cxn modelId="{EAFFC2BB-7E0F-4EB0-8D7E-ECA3AC08E1CC}" type="presParOf" srcId="{F87BC766-16CD-4C36-AF43-0FC769A2C04D}" destId="{3E05202A-E725-48E3-AE66-56E4000BF91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AC4791-61CA-4F3C-AC06-B1DCA35C70C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571AB0-C368-404B-B3D5-E81050933A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SharePoint</a:t>
          </a:r>
        </a:p>
      </dgm:t>
    </dgm:pt>
    <dgm:pt modelId="{0836942B-32FB-464F-A3BA-53FF73BF1DC5}" type="parTrans" cxnId="{9C84C3FE-5F7A-4E54-979A-B7D50D31E3B0}">
      <dgm:prSet/>
      <dgm:spPr/>
      <dgm:t>
        <a:bodyPr/>
        <a:lstStyle/>
        <a:p>
          <a:endParaRPr lang="en-US"/>
        </a:p>
      </dgm:t>
    </dgm:pt>
    <dgm:pt modelId="{078386DE-70C3-4327-8111-998C90FF3CB6}" type="sibTrans" cxnId="{9C84C3FE-5F7A-4E54-979A-B7D50D31E3B0}">
      <dgm:prSet/>
      <dgm:spPr/>
      <dgm:t>
        <a:bodyPr/>
        <a:lstStyle/>
        <a:p>
          <a:endParaRPr lang="en-US"/>
        </a:p>
      </dgm:t>
    </dgm:pt>
    <dgm:pt modelId="{3422CFB9-7A27-4506-B9A5-D0028DE20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OneDrive</a:t>
          </a:r>
        </a:p>
      </dgm:t>
    </dgm:pt>
    <dgm:pt modelId="{53BB3EAA-22D5-4A5E-99E3-3C76CE76EBA1}" type="parTrans" cxnId="{08FD336F-935D-44EA-B718-5A562CF7E453}">
      <dgm:prSet/>
      <dgm:spPr/>
      <dgm:t>
        <a:bodyPr/>
        <a:lstStyle/>
        <a:p>
          <a:endParaRPr lang="en-US"/>
        </a:p>
      </dgm:t>
    </dgm:pt>
    <dgm:pt modelId="{9F227E8A-3914-44CA-8AAA-629023EE9726}" type="sibTrans" cxnId="{08FD336F-935D-44EA-B718-5A562CF7E453}">
      <dgm:prSet/>
      <dgm:spPr/>
      <dgm:t>
        <a:bodyPr/>
        <a:lstStyle/>
        <a:p>
          <a:endParaRPr lang="en-US"/>
        </a:p>
      </dgm:t>
    </dgm:pt>
    <dgm:pt modelId="{BC0FCEB4-7255-4184-8751-0DD4696E25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Office 365</a:t>
          </a:r>
        </a:p>
      </dgm:t>
    </dgm:pt>
    <dgm:pt modelId="{4B0201CF-F659-407F-82EF-50AD5560ACCE}" type="parTrans" cxnId="{D661CAD0-F642-48BF-B340-D7EAB3B4B3C9}">
      <dgm:prSet/>
      <dgm:spPr/>
      <dgm:t>
        <a:bodyPr/>
        <a:lstStyle/>
        <a:p>
          <a:endParaRPr lang="en-US"/>
        </a:p>
      </dgm:t>
    </dgm:pt>
    <dgm:pt modelId="{5660D01A-CE4E-411B-B82E-290D25EAAA06}" type="sibTrans" cxnId="{D661CAD0-F642-48BF-B340-D7EAB3B4B3C9}">
      <dgm:prSet/>
      <dgm:spPr/>
      <dgm:t>
        <a:bodyPr/>
        <a:lstStyle/>
        <a:p>
          <a:endParaRPr lang="en-US"/>
        </a:p>
      </dgm:t>
    </dgm:pt>
    <dgm:pt modelId="{05868482-EDDE-4A9B-9224-B04550D72E01}" type="pres">
      <dgm:prSet presAssocID="{EDAC4791-61CA-4F3C-AC06-B1DCA35C70CD}" presName="root" presStyleCnt="0">
        <dgm:presLayoutVars>
          <dgm:dir/>
          <dgm:resizeHandles val="exact"/>
        </dgm:presLayoutVars>
      </dgm:prSet>
      <dgm:spPr/>
    </dgm:pt>
    <dgm:pt modelId="{FF425091-27B6-425F-AB42-62D8336F2564}" type="pres">
      <dgm:prSet presAssocID="{C7571AB0-C368-404B-B3D5-E81050933A7F}" presName="compNode" presStyleCnt="0"/>
      <dgm:spPr/>
    </dgm:pt>
    <dgm:pt modelId="{14BFBDF6-6C3F-459D-BE87-4025A2F8F988}" type="pres">
      <dgm:prSet presAssocID="{C7571AB0-C368-404B-B3D5-E81050933A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6F02390-A2C3-435E-8E2E-62746882F3B2}" type="pres">
      <dgm:prSet presAssocID="{C7571AB0-C368-404B-B3D5-E81050933A7F}" presName="iconSpace" presStyleCnt="0"/>
      <dgm:spPr/>
    </dgm:pt>
    <dgm:pt modelId="{97AF141B-EFF3-46C4-BB69-9F198D63169F}" type="pres">
      <dgm:prSet presAssocID="{C7571AB0-C368-404B-B3D5-E81050933A7F}" presName="parTx" presStyleLbl="revTx" presStyleIdx="0" presStyleCnt="6">
        <dgm:presLayoutVars>
          <dgm:chMax val="0"/>
          <dgm:chPref val="0"/>
        </dgm:presLayoutVars>
      </dgm:prSet>
      <dgm:spPr/>
    </dgm:pt>
    <dgm:pt modelId="{FAAFC69A-84C2-47E8-B265-8A40030219D6}" type="pres">
      <dgm:prSet presAssocID="{C7571AB0-C368-404B-B3D5-E81050933A7F}" presName="txSpace" presStyleCnt="0"/>
      <dgm:spPr/>
    </dgm:pt>
    <dgm:pt modelId="{CB9FF567-50A5-44D4-9F26-4C7277D6F5DB}" type="pres">
      <dgm:prSet presAssocID="{C7571AB0-C368-404B-B3D5-E81050933A7F}" presName="desTx" presStyleLbl="revTx" presStyleIdx="1" presStyleCnt="6">
        <dgm:presLayoutVars/>
      </dgm:prSet>
      <dgm:spPr/>
    </dgm:pt>
    <dgm:pt modelId="{08C397BE-A0B1-4282-BD72-7E99FDCC4288}" type="pres">
      <dgm:prSet presAssocID="{078386DE-70C3-4327-8111-998C90FF3CB6}" presName="sibTrans" presStyleCnt="0"/>
      <dgm:spPr/>
    </dgm:pt>
    <dgm:pt modelId="{822806E4-1588-4C34-8252-6FFE14E028F2}" type="pres">
      <dgm:prSet presAssocID="{3422CFB9-7A27-4506-B9A5-D0028DE20AD3}" presName="compNode" presStyleCnt="0"/>
      <dgm:spPr/>
    </dgm:pt>
    <dgm:pt modelId="{39813C91-62AF-4AC2-917D-ADB2D675A0DB}" type="pres">
      <dgm:prSet presAssocID="{3422CFB9-7A27-4506-B9A5-D0028DE20AD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513F263-9181-44DC-9EC5-5A638DCA356E}" type="pres">
      <dgm:prSet presAssocID="{3422CFB9-7A27-4506-B9A5-D0028DE20AD3}" presName="iconSpace" presStyleCnt="0"/>
      <dgm:spPr/>
    </dgm:pt>
    <dgm:pt modelId="{0D8DEE30-A92C-4EC7-889C-62D2F99D0329}" type="pres">
      <dgm:prSet presAssocID="{3422CFB9-7A27-4506-B9A5-D0028DE20AD3}" presName="parTx" presStyleLbl="revTx" presStyleIdx="2" presStyleCnt="6">
        <dgm:presLayoutVars>
          <dgm:chMax val="0"/>
          <dgm:chPref val="0"/>
        </dgm:presLayoutVars>
      </dgm:prSet>
      <dgm:spPr/>
    </dgm:pt>
    <dgm:pt modelId="{A52BC5AC-17C0-402B-BC39-4016702BE18C}" type="pres">
      <dgm:prSet presAssocID="{3422CFB9-7A27-4506-B9A5-D0028DE20AD3}" presName="txSpace" presStyleCnt="0"/>
      <dgm:spPr/>
    </dgm:pt>
    <dgm:pt modelId="{324C4FE9-948E-47CC-B215-69868157FAB2}" type="pres">
      <dgm:prSet presAssocID="{3422CFB9-7A27-4506-B9A5-D0028DE20AD3}" presName="desTx" presStyleLbl="revTx" presStyleIdx="3" presStyleCnt="6">
        <dgm:presLayoutVars/>
      </dgm:prSet>
      <dgm:spPr/>
    </dgm:pt>
    <dgm:pt modelId="{AE7D5F18-339D-43F4-8ABC-443E9BEC7E6E}" type="pres">
      <dgm:prSet presAssocID="{9F227E8A-3914-44CA-8AAA-629023EE9726}" presName="sibTrans" presStyleCnt="0"/>
      <dgm:spPr/>
    </dgm:pt>
    <dgm:pt modelId="{F87BC766-16CD-4C36-AF43-0FC769A2C04D}" type="pres">
      <dgm:prSet presAssocID="{BC0FCEB4-7255-4184-8751-0DD4696E25E6}" presName="compNode" presStyleCnt="0"/>
      <dgm:spPr/>
    </dgm:pt>
    <dgm:pt modelId="{D7C5E16C-838A-4F40-9A9E-F2770C3EF9E2}" type="pres">
      <dgm:prSet presAssocID="{BC0FCEB4-7255-4184-8751-0DD4696E25E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504B9BB-02F5-406B-992B-52BFA11940AA}" type="pres">
      <dgm:prSet presAssocID="{BC0FCEB4-7255-4184-8751-0DD4696E25E6}" presName="iconSpace" presStyleCnt="0"/>
      <dgm:spPr/>
    </dgm:pt>
    <dgm:pt modelId="{F6C147F0-82B2-43C5-84A4-9769D716554F}" type="pres">
      <dgm:prSet presAssocID="{BC0FCEB4-7255-4184-8751-0DD4696E25E6}" presName="parTx" presStyleLbl="revTx" presStyleIdx="4" presStyleCnt="6">
        <dgm:presLayoutVars>
          <dgm:chMax val="0"/>
          <dgm:chPref val="0"/>
        </dgm:presLayoutVars>
      </dgm:prSet>
      <dgm:spPr/>
    </dgm:pt>
    <dgm:pt modelId="{7FB378FB-B8E2-4E13-96BF-D0C111291D64}" type="pres">
      <dgm:prSet presAssocID="{BC0FCEB4-7255-4184-8751-0DD4696E25E6}" presName="txSpace" presStyleCnt="0"/>
      <dgm:spPr/>
    </dgm:pt>
    <dgm:pt modelId="{3E05202A-E725-48E3-AE66-56E4000BF911}" type="pres">
      <dgm:prSet presAssocID="{BC0FCEB4-7255-4184-8751-0DD4696E25E6}" presName="desTx" presStyleLbl="revTx" presStyleIdx="5" presStyleCnt="6">
        <dgm:presLayoutVars/>
      </dgm:prSet>
      <dgm:spPr/>
    </dgm:pt>
  </dgm:ptLst>
  <dgm:cxnLst>
    <dgm:cxn modelId="{AFAD3E0C-F24F-4F53-9079-4B5DE5550694}" type="presOf" srcId="{C7571AB0-C368-404B-B3D5-E81050933A7F}" destId="{97AF141B-EFF3-46C4-BB69-9F198D63169F}" srcOrd="0" destOrd="0" presId="urn:microsoft.com/office/officeart/2018/2/layout/IconLabelDescriptionList"/>
    <dgm:cxn modelId="{852EA931-1902-43E9-AD13-3E9C6B648982}" type="presOf" srcId="{3422CFB9-7A27-4506-B9A5-D0028DE20AD3}" destId="{0D8DEE30-A92C-4EC7-889C-62D2F99D0329}" srcOrd="0" destOrd="0" presId="urn:microsoft.com/office/officeart/2018/2/layout/IconLabelDescriptionList"/>
    <dgm:cxn modelId="{FCDE7065-7CA1-44A6-B802-BD05B414A18B}" type="presOf" srcId="{BC0FCEB4-7255-4184-8751-0DD4696E25E6}" destId="{F6C147F0-82B2-43C5-84A4-9769D716554F}" srcOrd="0" destOrd="0" presId="urn:microsoft.com/office/officeart/2018/2/layout/IconLabelDescriptionList"/>
    <dgm:cxn modelId="{08FD336F-935D-44EA-B718-5A562CF7E453}" srcId="{EDAC4791-61CA-4F3C-AC06-B1DCA35C70CD}" destId="{3422CFB9-7A27-4506-B9A5-D0028DE20AD3}" srcOrd="1" destOrd="0" parTransId="{53BB3EAA-22D5-4A5E-99E3-3C76CE76EBA1}" sibTransId="{9F227E8A-3914-44CA-8AAA-629023EE9726}"/>
    <dgm:cxn modelId="{072C56CA-8E83-41EF-A432-88066CF65136}" type="presOf" srcId="{EDAC4791-61CA-4F3C-AC06-B1DCA35C70CD}" destId="{05868482-EDDE-4A9B-9224-B04550D72E01}" srcOrd="0" destOrd="0" presId="urn:microsoft.com/office/officeart/2018/2/layout/IconLabelDescriptionList"/>
    <dgm:cxn modelId="{D661CAD0-F642-48BF-B340-D7EAB3B4B3C9}" srcId="{EDAC4791-61CA-4F3C-AC06-B1DCA35C70CD}" destId="{BC0FCEB4-7255-4184-8751-0DD4696E25E6}" srcOrd="2" destOrd="0" parTransId="{4B0201CF-F659-407F-82EF-50AD5560ACCE}" sibTransId="{5660D01A-CE4E-411B-B82E-290D25EAAA06}"/>
    <dgm:cxn modelId="{9C84C3FE-5F7A-4E54-979A-B7D50D31E3B0}" srcId="{EDAC4791-61CA-4F3C-AC06-B1DCA35C70CD}" destId="{C7571AB0-C368-404B-B3D5-E81050933A7F}" srcOrd="0" destOrd="0" parTransId="{0836942B-32FB-464F-A3BA-53FF73BF1DC5}" sibTransId="{078386DE-70C3-4327-8111-998C90FF3CB6}"/>
    <dgm:cxn modelId="{1DB5E740-0936-4981-8EBC-8C236CF295EC}" type="presParOf" srcId="{05868482-EDDE-4A9B-9224-B04550D72E01}" destId="{FF425091-27B6-425F-AB42-62D8336F2564}" srcOrd="0" destOrd="0" presId="urn:microsoft.com/office/officeart/2018/2/layout/IconLabelDescriptionList"/>
    <dgm:cxn modelId="{63DE0139-7B32-49A8-A72B-5A635171CC8E}" type="presParOf" srcId="{FF425091-27B6-425F-AB42-62D8336F2564}" destId="{14BFBDF6-6C3F-459D-BE87-4025A2F8F988}" srcOrd="0" destOrd="0" presId="urn:microsoft.com/office/officeart/2018/2/layout/IconLabelDescriptionList"/>
    <dgm:cxn modelId="{BB34F755-9033-4A86-9258-BD3DDEEB72F7}" type="presParOf" srcId="{FF425091-27B6-425F-AB42-62D8336F2564}" destId="{46F02390-A2C3-435E-8E2E-62746882F3B2}" srcOrd="1" destOrd="0" presId="urn:microsoft.com/office/officeart/2018/2/layout/IconLabelDescriptionList"/>
    <dgm:cxn modelId="{752B8D77-3ECD-43FA-B927-1879B165B3BE}" type="presParOf" srcId="{FF425091-27B6-425F-AB42-62D8336F2564}" destId="{97AF141B-EFF3-46C4-BB69-9F198D63169F}" srcOrd="2" destOrd="0" presId="urn:microsoft.com/office/officeart/2018/2/layout/IconLabelDescriptionList"/>
    <dgm:cxn modelId="{3F517F81-D08A-4D0A-AC87-66FEE09222F1}" type="presParOf" srcId="{FF425091-27B6-425F-AB42-62D8336F2564}" destId="{FAAFC69A-84C2-47E8-B265-8A40030219D6}" srcOrd="3" destOrd="0" presId="urn:microsoft.com/office/officeart/2018/2/layout/IconLabelDescriptionList"/>
    <dgm:cxn modelId="{2D7CE095-DAF5-4112-BD2E-CF9A3C4164E5}" type="presParOf" srcId="{FF425091-27B6-425F-AB42-62D8336F2564}" destId="{CB9FF567-50A5-44D4-9F26-4C7277D6F5DB}" srcOrd="4" destOrd="0" presId="urn:microsoft.com/office/officeart/2018/2/layout/IconLabelDescriptionList"/>
    <dgm:cxn modelId="{BF16F90D-5F60-42DF-80F0-01788721F943}" type="presParOf" srcId="{05868482-EDDE-4A9B-9224-B04550D72E01}" destId="{08C397BE-A0B1-4282-BD72-7E99FDCC4288}" srcOrd="1" destOrd="0" presId="urn:microsoft.com/office/officeart/2018/2/layout/IconLabelDescriptionList"/>
    <dgm:cxn modelId="{85CE7D09-3A87-4984-B390-FB6A97F1FEAD}" type="presParOf" srcId="{05868482-EDDE-4A9B-9224-B04550D72E01}" destId="{822806E4-1588-4C34-8252-6FFE14E028F2}" srcOrd="2" destOrd="0" presId="urn:microsoft.com/office/officeart/2018/2/layout/IconLabelDescriptionList"/>
    <dgm:cxn modelId="{55798EBD-6944-45ED-A9DA-EB8C8EFA4BF0}" type="presParOf" srcId="{822806E4-1588-4C34-8252-6FFE14E028F2}" destId="{39813C91-62AF-4AC2-917D-ADB2D675A0DB}" srcOrd="0" destOrd="0" presId="urn:microsoft.com/office/officeart/2018/2/layout/IconLabelDescriptionList"/>
    <dgm:cxn modelId="{C00565AC-3959-4D51-96E2-2E886AB23DA0}" type="presParOf" srcId="{822806E4-1588-4C34-8252-6FFE14E028F2}" destId="{F513F263-9181-44DC-9EC5-5A638DCA356E}" srcOrd="1" destOrd="0" presId="urn:microsoft.com/office/officeart/2018/2/layout/IconLabelDescriptionList"/>
    <dgm:cxn modelId="{DDFF913C-22DA-4739-AC32-65C4FEC85A1D}" type="presParOf" srcId="{822806E4-1588-4C34-8252-6FFE14E028F2}" destId="{0D8DEE30-A92C-4EC7-889C-62D2F99D0329}" srcOrd="2" destOrd="0" presId="urn:microsoft.com/office/officeart/2018/2/layout/IconLabelDescriptionList"/>
    <dgm:cxn modelId="{2B19D73D-1AB3-4F13-ADB1-669B71E896BB}" type="presParOf" srcId="{822806E4-1588-4C34-8252-6FFE14E028F2}" destId="{A52BC5AC-17C0-402B-BC39-4016702BE18C}" srcOrd="3" destOrd="0" presId="urn:microsoft.com/office/officeart/2018/2/layout/IconLabelDescriptionList"/>
    <dgm:cxn modelId="{CCEEC30D-3457-4B24-9204-7084647017B2}" type="presParOf" srcId="{822806E4-1588-4C34-8252-6FFE14E028F2}" destId="{324C4FE9-948E-47CC-B215-69868157FAB2}" srcOrd="4" destOrd="0" presId="urn:microsoft.com/office/officeart/2018/2/layout/IconLabelDescriptionList"/>
    <dgm:cxn modelId="{181D08DF-74F6-402E-94F8-8DBC4F12B377}" type="presParOf" srcId="{05868482-EDDE-4A9B-9224-B04550D72E01}" destId="{AE7D5F18-339D-43F4-8ABC-443E9BEC7E6E}" srcOrd="3" destOrd="0" presId="urn:microsoft.com/office/officeart/2018/2/layout/IconLabelDescriptionList"/>
    <dgm:cxn modelId="{AF43AB79-AB01-4AC0-A1A3-EA15B43D8336}" type="presParOf" srcId="{05868482-EDDE-4A9B-9224-B04550D72E01}" destId="{F87BC766-16CD-4C36-AF43-0FC769A2C04D}" srcOrd="4" destOrd="0" presId="urn:microsoft.com/office/officeart/2018/2/layout/IconLabelDescriptionList"/>
    <dgm:cxn modelId="{288890C0-5CB0-493D-9B0D-8AE9058384BA}" type="presParOf" srcId="{F87BC766-16CD-4C36-AF43-0FC769A2C04D}" destId="{D7C5E16C-838A-4F40-9A9E-F2770C3EF9E2}" srcOrd="0" destOrd="0" presId="urn:microsoft.com/office/officeart/2018/2/layout/IconLabelDescriptionList"/>
    <dgm:cxn modelId="{E6A3FFAA-3E39-4BAF-8B0A-A5A3619CE761}" type="presParOf" srcId="{F87BC766-16CD-4C36-AF43-0FC769A2C04D}" destId="{E504B9BB-02F5-406B-992B-52BFA11940AA}" srcOrd="1" destOrd="0" presId="urn:microsoft.com/office/officeart/2018/2/layout/IconLabelDescriptionList"/>
    <dgm:cxn modelId="{4123218F-7EA6-437B-BF3F-C03AD6925534}" type="presParOf" srcId="{F87BC766-16CD-4C36-AF43-0FC769A2C04D}" destId="{F6C147F0-82B2-43C5-84A4-9769D716554F}" srcOrd="2" destOrd="0" presId="urn:microsoft.com/office/officeart/2018/2/layout/IconLabelDescriptionList"/>
    <dgm:cxn modelId="{6929F87D-EBE6-4948-873E-D97A0AD548F2}" type="presParOf" srcId="{F87BC766-16CD-4C36-AF43-0FC769A2C04D}" destId="{7FB378FB-B8E2-4E13-96BF-D0C111291D64}" srcOrd="3" destOrd="0" presId="urn:microsoft.com/office/officeart/2018/2/layout/IconLabelDescriptionList"/>
    <dgm:cxn modelId="{EAFFC2BB-7E0F-4EB0-8D7E-ECA3AC08E1CC}" type="presParOf" srcId="{F87BC766-16CD-4C36-AF43-0FC769A2C04D}" destId="{3E05202A-E725-48E3-AE66-56E4000BF91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AC4791-61CA-4F3C-AC06-B1DCA35C70C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571AB0-C368-404B-B3D5-E81050933A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Remodel Project Plan SP</a:t>
          </a:r>
        </a:p>
      </dgm:t>
    </dgm:pt>
    <dgm:pt modelId="{0836942B-32FB-464F-A3BA-53FF73BF1DC5}" type="parTrans" cxnId="{9C84C3FE-5F7A-4E54-979A-B7D50D31E3B0}">
      <dgm:prSet/>
      <dgm:spPr/>
      <dgm:t>
        <a:bodyPr/>
        <a:lstStyle/>
        <a:p>
          <a:endParaRPr lang="en-US"/>
        </a:p>
      </dgm:t>
    </dgm:pt>
    <dgm:pt modelId="{078386DE-70C3-4327-8111-998C90FF3CB6}" type="sibTrans" cxnId="{9C84C3FE-5F7A-4E54-979A-B7D50D31E3B0}">
      <dgm:prSet/>
      <dgm:spPr/>
      <dgm:t>
        <a:bodyPr/>
        <a:lstStyle/>
        <a:p>
          <a:endParaRPr lang="en-US"/>
        </a:p>
      </dgm:t>
    </dgm:pt>
    <dgm:pt modelId="{3422CFB9-7A27-4506-B9A5-D0028DE20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Remodel Project Plan OD</a:t>
          </a:r>
        </a:p>
      </dgm:t>
    </dgm:pt>
    <dgm:pt modelId="{53BB3EAA-22D5-4A5E-99E3-3C76CE76EBA1}" type="parTrans" cxnId="{08FD336F-935D-44EA-B718-5A562CF7E453}">
      <dgm:prSet/>
      <dgm:spPr/>
      <dgm:t>
        <a:bodyPr/>
        <a:lstStyle/>
        <a:p>
          <a:endParaRPr lang="en-US"/>
        </a:p>
      </dgm:t>
    </dgm:pt>
    <dgm:pt modelId="{9F227E8A-3914-44CA-8AAA-629023EE9726}" type="sibTrans" cxnId="{08FD336F-935D-44EA-B718-5A562CF7E453}">
      <dgm:prSet/>
      <dgm:spPr/>
      <dgm:t>
        <a:bodyPr/>
        <a:lstStyle/>
        <a:p>
          <a:endParaRPr lang="en-US"/>
        </a:p>
      </dgm:t>
    </dgm:pt>
    <dgm:pt modelId="{BC0FCEB4-7255-4184-8751-0DD4696E25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Power Automate Project Demo</a:t>
          </a:r>
        </a:p>
      </dgm:t>
    </dgm:pt>
    <dgm:pt modelId="{4B0201CF-F659-407F-82EF-50AD5560ACCE}" type="parTrans" cxnId="{D661CAD0-F642-48BF-B340-D7EAB3B4B3C9}">
      <dgm:prSet/>
      <dgm:spPr/>
      <dgm:t>
        <a:bodyPr/>
        <a:lstStyle/>
        <a:p>
          <a:endParaRPr lang="en-US"/>
        </a:p>
      </dgm:t>
    </dgm:pt>
    <dgm:pt modelId="{5660D01A-CE4E-411B-B82E-290D25EAAA06}" type="sibTrans" cxnId="{D661CAD0-F642-48BF-B340-D7EAB3B4B3C9}">
      <dgm:prSet/>
      <dgm:spPr/>
      <dgm:t>
        <a:bodyPr/>
        <a:lstStyle/>
        <a:p>
          <a:endParaRPr lang="en-US"/>
        </a:p>
      </dgm:t>
    </dgm:pt>
    <dgm:pt modelId="{E7FF0E4E-A3AE-4F78-91DC-14158FC4CB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Place this Excel file in a SharePoint document library</a:t>
          </a:r>
        </a:p>
      </dgm:t>
    </dgm:pt>
    <dgm:pt modelId="{E7B66D56-347A-4C28-8AC6-BFEA0DFB2747}" type="parTrans" cxnId="{29EDB429-F071-460E-A4F4-54CE83EE14FE}">
      <dgm:prSet/>
      <dgm:spPr/>
      <dgm:t>
        <a:bodyPr/>
        <a:lstStyle/>
        <a:p>
          <a:endParaRPr lang="en-US"/>
        </a:p>
      </dgm:t>
    </dgm:pt>
    <dgm:pt modelId="{22599AA1-B027-4C54-B490-7E5B14A569A8}" type="sibTrans" cxnId="{29EDB429-F071-460E-A4F4-54CE83EE14FE}">
      <dgm:prSet/>
      <dgm:spPr/>
      <dgm:t>
        <a:bodyPr/>
        <a:lstStyle/>
        <a:p>
          <a:endParaRPr lang="en-US"/>
        </a:p>
      </dgm:t>
    </dgm:pt>
    <dgm:pt modelId="{BD6F271F-FDDC-47ED-A7AD-81AF58A7AC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Place this Excel file in a OneDrive folder</a:t>
          </a:r>
        </a:p>
      </dgm:t>
    </dgm:pt>
    <dgm:pt modelId="{C792784C-5B34-4C87-9198-77F143B88EF2}" type="parTrans" cxnId="{C34258C1-C301-402F-A42E-3CE2CEDB8018}">
      <dgm:prSet/>
      <dgm:spPr/>
      <dgm:t>
        <a:bodyPr/>
        <a:lstStyle/>
        <a:p>
          <a:endParaRPr lang="en-US"/>
        </a:p>
      </dgm:t>
    </dgm:pt>
    <dgm:pt modelId="{88728DCB-8978-459F-B9A3-C8810DF28ED8}" type="sibTrans" cxnId="{C34258C1-C301-402F-A42E-3CE2CEDB8018}">
      <dgm:prSet/>
      <dgm:spPr/>
      <dgm:t>
        <a:bodyPr/>
        <a:lstStyle/>
        <a:p>
          <a:endParaRPr lang="en-US"/>
        </a:p>
      </dgm:t>
    </dgm:pt>
    <dgm:pt modelId="{4383A99C-3BA1-404B-8746-4F02E4BAF3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Place this Excel file on your desktop for later access</a:t>
          </a:r>
        </a:p>
      </dgm:t>
    </dgm:pt>
    <dgm:pt modelId="{32E1BCE0-5652-4F13-96F8-370682D4A685}" type="parTrans" cxnId="{33427F49-FE1F-467E-96E6-1F090651F91F}">
      <dgm:prSet/>
      <dgm:spPr/>
      <dgm:t>
        <a:bodyPr/>
        <a:lstStyle/>
        <a:p>
          <a:endParaRPr lang="en-US"/>
        </a:p>
      </dgm:t>
    </dgm:pt>
    <dgm:pt modelId="{1D2D2C51-4286-41D0-9972-E3CC84E0EA65}" type="sibTrans" cxnId="{33427F49-FE1F-467E-96E6-1F090651F91F}">
      <dgm:prSet/>
      <dgm:spPr/>
      <dgm:t>
        <a:bodyPr/>
        <a:lstStyle/>
        <a:p>
          <a:endParaRPr lang="en-US"/>
        </a:p>
      </dgm:t>
    </dgm:pt>
    <dgm:pt modelId="{64045CF4-435F-4880-B609-F84DA9FD41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Attachments</a:t>
          </a:r>
        </a:p>
      </dgm:t>
    </dgm:pt>
    <dgm:pt modelId="{A34E8D8E-680F-4CF6-B69F-D1474B31EB2F}" type="parTrans" cxnId="{2A9DF8AB-291F-4368-9229-90933D55396E}">
      <dgm:prSet/>
      <dgm:spPr/>
      <dgm:t>
        <a:bodyPr/>
        <a:lstStyle/>
        <a:p>
          <a:endParaRPr lang="en-US"/>
        </a:p>
      </dgm:t>
    </dgm:pt>
    <dgm:pt modelId="{BFC99460-80DB-4EBD-A18E-FC277CA25CF7}" type="sibTrans" cxnId="{2A9DF8AB-291F-4368-9229-90933D55396E}">
      <dgm:prSet/>
      <dgm:spPr/>
      <dgm:t>
        <a:bodyPr/>
        <a:lstStyle/>
        <a:p>
          <a:endParaRPr lang="en-US"/>
        </a:p>
      </dgm:t>
    </dgm:pt>
    <dgm:pt modelId="{73EA80B2-30BD-4F84-A521-31BEFCEF50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Place this Word document on your desktop for later access.</a:t>
          </a:r>
        </a:p>
      </dgm:t>
    </dgm:pt>
    <dgm:pt modelId="{BF6C0084-06F5-4EA4-812A-338FAC931B92}" type="parTrans" cxnId="{0B08A5B3-5B54-4DA2-A986-671B8A1AE06D}">
      <dgm:prSet/>
      <dgm:spPr/>
      <dgm:t>
        <a:bodyPr/>
        <a:lstStyle/>
        <a:p>
          <a:endParaRPr lang="en-US"/>
        </a:p>
      </dgm:t>
    </dgm:pt>
    <dgm:pt modelId="{D0896E28-3897-486B-8849-104DED46A589}" type="sibTrans" cxnId="{0B08A5B3-5B54-4DA2-A986-671B8A1AE06D}">
      <dgm:prSet/>
      <dgm:spPr/>
      <dgm:t>
        <a:bodyPr/>
        <a:lstStyle/>
        <a:p>
          <a:endParaRPr lang="en-US"/>
        </a:p>
      </dgm:t>
    </dgm:pt>
    <dgm:pt modelId="{05868482-EDDE-4A9B-9224-B04550D72E01}" type="pres">
      <dgm:prSet presAssocID="{EDAC4791-61CA-4F3C-AC06-B1DCA35C70CD}" presName="root" presStyleCnt="0">
        <dgm:presLayoutVars>
          <dgm:dir/>
          <dgm:resizeHandles val="exact"/>
        </dgm:presLayoutVars>
      </dgm:prSet>
      <dgm:spPr/>
    </dgm:pt>
    <dgm:pt modelId="{FF425091-27B6-425F-AB42-62D8336F2564}" type="pres">
      <dgm:prSet presAssocID="{C7571AB0-C368-404B-B3D5-E81050933A7F}" presName="compNode" presStyleCnt="0"/>
      <dgm:spPr/>
    </dgm:pt>
    <dgm:pt modelId="{14BFBDF6-6C3F-459D-BE87-4025A2F8F988}" type="pres">
      <dgm:prSet presAssocID="{C7571AB0-C368-404B-B3D5-E81050933A7F}" presName="iconRect" presStyleLbl="node1" presStyleIdx="0" presStyleCnt="4" custLinFactNeighborX="596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6F02390-A2C3-435E-8E2E-62746882F3B2}" type="pres">
      <dgm:prSet presAssocID="{C7571AB0-C368-404B-B3D5-E81050933A7F}" presName="iconSpace" presStyleCnt="0"/>
      <dgm:spPr/>
    </dgm:pt>
    <dgm:pt modelId="{97AF141B-EFF3-46C4-BB69-9F198D63169F}" type="pres">
      <dgm:prSet presAssocID="{C7571AB0-C368-404B-B3D5-E81050933A7F}" presName="parTx" presStyleLbl="revTx" presStyleIdx="0" presStyleCnt="8">
        <dgm:presLayoutVars>
          <dgm:chMax val="0"/>
          <dgm:chPref val="0"/>
        </dgm:presLayoutVars>
      </dgm:prSet>
      <dgm:spPr/>
    </dgm:pt>
    <dgm:pt modelId="{FAAFC69A-84C2-47E8-B265-8A40030219D6}" type="pres">
      <dgm:prSet presAssocID="{C7571AB0-C368-404B-B3D5-E81050933A7F}" presName="txSpace" presStyleCnt="0"/>
      <dgm:spPr/>
    </dgm:pt>
    <dgm:pt modelId="{CB9FF567-50A5-44D4-9F26-4C7277D6F5DB}" type="pres">
      <dgm:prSet presAssocID="{C7571AB0-C368-404B-B3D5-E81050933A7F}" presName="desTx" presStyleLbl="revTx" presStyleIdx="1" presStyleCnt="8">
        <dgm:presLayoutVars/>
      </dgm:prSet>
      <dgm:spPr/>
    </dgm:pt>
    <dgm:pt modelId="{08C397BE-A0B1-4282-BD72-7E99FDCC4288}" type="pres">
      <dgm:prSet presAssocID="{078386DE-70C3-4327-8111-998C90FF3CB6}" presName="sibTrans" presStyleCnt="0"/>
      <dgm:spPr/>
    </dgm:pt>
    <dgm:pt modelId="{822806E4-1588-4C34-8252-6FFE14E028F2}" type="pres">
      <dgm:prSet presAssocID="{3422CFB9-7A27-4506-B9A5-D0028DE20AD3}" presName="compNode" presStyleCnt="0"/>
      <dgm:spPr/>
    </dgm:pt>
    <dgm:pt modelId="{39813C91-62AF-4AC2-917D-ADB2D675A0DB}" type="pres">
      <dgm:prSet presAssocID="{3422CFB9-7A27-4506-B9A5-D0028DE20A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513F263-9181-44DC-9EC5-5A638DCA356E}" type="pres">
      <dgm:prSet presAssocID="{3422CFB9-7A27-4506-B9A5-D0028DE20AD3}" presName="iconSpace" presStyleCnt="0"/>
      <dgm:spPr/>
    </dgm:pt>
    <dgm:pt modelId="{0D8DEE30-A92C-4EC7-889C-62D2F99D0329}" type="pres">
      <dgm:prSet presAssocID="{3422CFB9-7A27-4506-B9A5-D0028DE20AD3}" presName="parTx" presStyleLbl="revTx" presStyleIdx="2" presStyleCnt="8">
        <dgm:presLayoutVars>
          <dgm:chMax val="0"/>
          <dgm:chPref val="0"/>
        </dgm:presLayoutVars>
      </dgm:prSet>
      <dgm:spPr/>
    </dgm:pt>
    <dgm:pt modelId="{A52BC5AC-17C0-402B-BC39-4016702BE18C}" type="pres">
      <dgm:prSet presAssocID="{3422CFB9-7A27-4506-B9A5-D0028DE20AD3}" presName="txSpace" presStyleCnt="0"/>
      <dgm:spPr/>
    </dgm:pt>
    <dgm:pt modelId="{324C4FE9-948E-47CC-B215-69868157FAB2}" type="pres">
      <dgm:prSet presAssocID="{3422CFB9-7A27-4506-B9A5-D0028DE20AD3}" presName="desTx" presStyleLbl="revTx" presStyleIdx="3" presStyleCnt="8">
        <dgm:presLayoutVars/>
      </dgm:prSet>
      <dgm:spPr/>
    </dgm:pt>
    <dgm:pt modelId="{AE7D5F18-339D-43F4-8ABC-443E9BEC7E6E}" type="pres">
      <dgm:prSet presAssocID="{9F227E8A-3914-44CA-8AAA-629023EE9726}" presName="sibTrans" presStyleCnt="0"/>
      <dgm:spPr/>
    </dgm:pt>
    <dgm:pt modelId="{F87BC766-16CD-4C36-AF43-0FC769A2C04D}" type="pres">
      <dgm:prSet presAssocID="{BC0FCEB4-7255-4184-8751-0DD4696E25E6}" presName="compNode" presStyleCnt="0"/>
      <dgm:spPr/>
    </dgm:pt>
    <dgm:pt modelId="{D7C5E16C-838A-4F40-9A9E-F2770C3EF9E2}" type="pres">
      <dgm:prSet presAssocID="{BC0FCEB4-7255-4184-8751-0DD4696E25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504B9BB-02F5-406B-992B-52BFA11940AA}" type="pres">
      <dgm:prSet presAssocID="{BC0FCEB4-7255-4184-8751-0DD4696E25E6}" presName="iconSpace" presStyleCnt="0"/>
      <dgm:spPr/>
    </dgm:pt>
    <dgm:pt modelId="{F6C147F0-82B2-43C5-84A4-9769D716554F}" type="pres">
      <dgm:prSet presAssocID="{BC0FCEB4-7255-4184-8751-0DD4696E25E6}" presName="parTx" presStyleLbl="revTx" presStyleIdx="4" presStyleCnt="8">
        <dgm:presLayoutVars>
          <dgm:chMax val="0"/>
          <dgm:chPref val="0"/>
        </dgm:presLayoutVars>
      </dgm:prSet>
      <dgm:spPr/>
    </dgm:pt>
    <dgm:pt modelId="{7FB378FB-B8E2-4E13-96BF-D0C111291D64}" type="pres">
      <dgm:prSet presAssocID="{BC0FCEB4-7255-4184-8751-0DD4696E25E6}" presName="txSpace" presStyleCnt="0"/>
      <dgm:spPr/>
    </dgm:pt>
    <dgm:pt modelId="{3E05202A-E725-48E3-AE66-56E4000BF911}" type="pres">
      <dgm:prSet presAssocID="{BC0FCEB4-7255-4184-8751-0DD4696E25E6}" presName="desTx" presStyleLbl="revTx" presStyleIdx="5" presStyleCnt="8">
        <dgm:presLayoutVars/>
      </dgm:prSet>
      <dgm:spPr/>
    </dgm:pt>
    <dgm:pt modelId="{4FEAAFF2-D49E-46E3-BE73-DE0600999F30}" type="pres">
      <dgm:prSet presAssocID="{5660D01A-CE4E-411B-B82E-290D25EAAA06}" presName="sibTrans" presStyleCnt="0"/>
      <dgm:spPr/>
    </dgm:pt>
    <dgm:pt modelId="{18C56C6C-3398-48F9-8097-9EE3F2DB632F}" type="pres">
      <dgm:prSet presAssocID="{64045CF4-435F-4880-B609-F84DA9FD4148}" presName="compNode" presStyleCnt="0"/>
      <dgm:spPr/>
    </dgm:pt>
    <dgm:pt modelId="{F5A1356B-FE59-4BBB-A1B3-AF77EA11BD94}" type="pres">
      <dgm:prSet presAssocID="{64045CF4-435F-4880-B609-F84DA9FD4148}" presName="iconRect" presStyleLbl="node1" presStyleIdx="3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F7014F73-909F-44E0-8384-8897192DC9F5}" type="pres">
      <dgm:prSet presAssocID="{64045CF4-435F-4880-B609-F84DA9FD4148}" presName="iconSpace" presStyleCnt="0"/>
      <dgm:spPr/>
    </dgm:pt>
    <dgm:pt modelId="{BCC314C8-6081-4146-8CA6-CEE75C16B156}" type="pres">
      <dgm:prSet presAssocID="{64045CF4-435F-4880-B609-F84DA9FD4148}" presName="parTx" presStyleLbl="revTx" presStyleIdx="6" presStyleCnt="8">
        <dgm:presLayoutVars>
          <dgm:chMax val="0"/>
          <dgm:chPref val="0"/>
        </dgm:presLayoutVars>
      </dgm:prSet>
      <dgm:spPr/>
    </dgm:pt>
    <dgm:pt modelId="{31C53E88-F579-4A7E-97CD-EE2F355EC269}" type="pres">
      <dgm:prSet presAssocID="{64045CF4-435F-4880-B609-F84DA9FD4148}" presName="txSpace" presStyleCnt="0"/>
      <dgm:spPr/>
    </dgm:pt>
    <dgm:pt modelId="{BE5210E5-8EA4-44D4-9D1E-D40F37337F81}" type="pres">
      <dgm:prSet presAssocID="{64045CF4-435F-4880-B609-F84DA9FD4148}" presName="desTx" presStyleLbl="revTx" presStyleIdx="7" presStyleCnt="8">
        <dgm:presLayoutVars/>
      </dgm:prSet>
      <dgm:spPr/>
    </dgm:pt>
  </dgm:ptLst>
  <dgm:cxnLst>
    <dgm:cxn modelId="{AFAD3E0C-F24F-4F53-9079-4B5DE5550694}" type="presOf" srcId="{C7571AB0-C368-404B-B3D5-E81050933A7F}" destId="{97AF141B-EFF3-46C4-BB69-9F198D63169F}" srcOrd="0" destOrd="0" presId="urn:microsoft.com/office/officeart/2018/2/layout/IconLabelDescriptionList"/>
    <dgm:cxn modelId="{29EDB429-F071-460E-A4F4-54CE83EE14FE}" srcId="{C7571AB0-C368-404B-B3D5-E81050933A7F}" destId="{E7FF0E4E-A3AE-4F78-91DC-14158FC4CBE5}" srcOrd="0" destOrd="0" parTransId="{E7B66D56-347A-4C28-8AC6-BFEA0DFB2747}" sibTransId="{22599AA1-B027-4C54-B490-7E5B14A569A8}"/>
    <dgm:cxn modelId="{852EA931-1902-43E9-AD13-3E9C6B648982}" type="presOf" srcId="{3422CFB9-7A27-4506-B9A5-D0028DE20AD3}" destId="{0D8DEE30-A92C-4EC7-889C-62D2F99D0329}" srcOrd="0" destOrd="0" presId="urn:microsoft.com/office/officeart/2018/2/layout/IconLabelDescriptionList"/>
    <dgm:cxn modelId="{FCDE7065-7CA1-44A6-B802-BD05B414A18B}" type="presOf" srcId="{BC0FCEB4-7255-4184-8751-0DD4696E25E6}" destId="{F6C147F0-82B2-43C5-84A4-9769D716554F}" srcOrd="0" destOrd="0" presId="urn:microsoft.com/office/officeart/2018/2/layout/IconLabelDescriptionList"/>
    <dgm:cxn modelId="{33427F49-FE1F-467E-96E6-1F090651F91F}" srcId="{BC0FCEB4-7255-4184-8751-0DD4696E25E6}" destId="{4383A99C-3BA1-404B-8746-4F02E4BAF37B}" srcOrd="0" destOrd="0" parTransId="{32E1BCE0-5652-4F13-96F8-370682D4A685}" sibTransId="{1D2D2C51-4286-41D0-9972-E3CC84E0EA65}"/>
    <dgm:cxn modelId="{2F89864E-7C84-4857-B24E-FEC4DA4D416F}" type="presOf" srcId="{BD6F271F-FDDC-47ED-A7AD-81AF58A7ACE3}" destId="{324C4FE9-948E-47CC-B215-69868157FAB2}" srcOrd="0" destOrd="0" presId="urn:microsoft.com/office/officeart/2018/2/layout/IconLabelDescriptionList"/>
    <dgm:cxn modelId="{08FD336F-935D-44EA-B718-5A562CF7E453}" srcId="{EDAC4791-61CA-4F3C-AC06-B1DCA35C70CD}" destId="{3422CFB9-7A27-4506-B9A5-D0028DE20AD3}" srcOrd="1" destOrd="0" parTransId="{53BB3EAA-22D5-4A5E-99E3-3C76CE76EBA1}" sibTransId="{9F227E8A-3914-44CA-8AAA-629023EE9726}"/>
    <dgm:cxn modelId="{4236D189-65CC-40FA-9854-303D67873799}" type="presOf" srcId="{73EA80B2-30BD-4F84-A521-31BEFCEF50BF}" destId="{BE5210E5-8EA4-44D4-9D1E-D40F37337F81}" srcOrd="0" destOrd="0" presId="urn:microsoft.com/office/officeart/2018/2/layout/IconLabelDescriptionList"/>
    <dgm:cxn modelId="{E679C094-7A25-497A-AA10-060C62460A8E}" type="presOf" srcId="{E7FF0E4E-A3AE-4F78-91DC-14158FC4CBE5}" destId="{CB9FF567-50A5-44D4-9F26-4C7277D6F5DB}" srcOrd="0" destOrd="0" presId="urn:microsoft.com/office/officeart/2018/2/layout/IconLabelDescriptionList"/>
    <dgm:cxn modelId="{2A9DF8AB-291F-4368-9229-90933D55396E}" srcId="{EDAC4791-61CA-4F3C-AC06-B1DCA35C70CD}" destId="{64045CF4-435F-4880-B609-F84DA9FD4148}" srcOrd="3" destOrd="0" parTransId="{A34E8D8E-680F-4CF6-B69F-D1474B31EB2F}" sibTransId="{BFC99460-80DB-4EBD-A18E-FC277CA25CF7}"/>
    <dgm:cxn modelId="{0B08A5B3-5B54-4DA2-A986-671B8A1AE06D}" srcId="{64045CF4-435F-4880-B609-F84DA9FD4148}" destId="{73EA80B2-30BD-4F84-A521-31BEFCEF50BF}" srcOrd="0" destOrd="0" parTransId="{BF6C0084-06F5-4EA4-812A-338FAC931B92}" sibTransId="{D0896E28-3897-486B-8849-104DED46A589}"/>
    <dgm:cxn modelId="{C34258C1-C301-402F-A42E-3CE2CEDB8018}" srcId="{3422CFB9-7A27-4506-B9A5-D0028DE20AD3}" destId="{BD6F271F-FDDC-47ED-A7AD-81AF58A7ACE3}" srcOrd="0" destOrd="0" parTransId="{C792784C-5B34-4C87-9198-77F143B88EF2}" sibTransId="{88728DCB-8978-459F-B9A3-C8810DF28ED8}"/>
    <dgm:cxn modelId="{7E6FC3C2-B9CF-40F3-8A86-F003B2220908}" type="presOf" srcId="{4383A99C-3BA1-404B-8746-4F02E4BAF37B}" destId="{3E05202A-E725-48E3-AE66-56E4000BF911}" srcOrd="0" destOrd="0" presId="urn:microsoft.com/office/officeart/2018/2/layout/IconLabelDescriptionList"/>
    <dgm:cxn modelId="{A7B904C3-A69E-4BB5-B5BF-90B4A5AD490C}" type="presOf" srcId="{64045CF4-435F-4880-B609-F84DA9FD4148}" destId="{BCC314C8-6081-4146-8CA6-CEE75C16B156}" srcOrd="0" destOrd="0" presId="urn:microsoft.com/office/officeart/2018/2/layout/IconLabelDescriptionList"/>
    <dgm:cxn modelId="{072C56CA-8E83-41EF-A432-88066CF65136}" type="presOf" srcId="{EDAC4791-61CA-4F3C-AC06-B1DCA35C70CD}" destId="{05868482-EDDE-4A9B-9224-B04550D72E01}" srcOrd="0" destOrd="0" presId="urn:microsoft.com/office/officeart/2018/2/layout/IconLabelDescriptionList"/>
    <dgm:cxn modelId="{D661CAD0-F642-48BF-B340-D7EAB3B4B3C9}" srcId="{EDAC4791-61CA-4F3C-AC06-B1DCA35C70CD}" destId="{BC0FCEB4-7255-4184-8751-0DD4696E25E6}" srcOrd="2" destOrd="0" parTransId="{4B0201CF-F659-407F-82EF-50AD5560ACCE}" sibTransId="{5660D01A-CE4E-411B-B82E-290D25EAAA06}"/>
    <dgm:cxn modelId="{9C84C3FE-5F7A-4E54-979A-B7D50D31E3B0}" srcId="{EDAC4791-61CA-4F3C-AC06-B1DCA35C70CD}" destId="{C7571AB0-C368-404B-B3D5-E81050933A7F}" srcOrd="0" destOrd="0" parTransId="{0836942B-32FB-464F-A3BA-53FF73BF1DC5}" sibTransId="{078386DE-70C3-4327-8111-998C90FF3CB6}"/>
    <dgm:cxn modelId="{1DB5E740-0936-4981-8EBC-8C236CF295EC}" type="presParOf" srcId="{05868482-EDDE-4A9B-9224-B04550D72E01}" destId="{FF425091-27B6-425F-AB42-62D8336F2564}" srcOrd="0" destOrd="0" presId="urn:microsoft.com/office/officeart/2018/2/layout/IconLabelDescriptionList"/>
    <dgm:cxn modelId="{63DE0139-7B32-49A8-A72B-5A635171CC8E}" type="presParOf" srcId="{FF425091-27B6-425F-AB42-62D8336F2564}" destId="{14BFBDF6-6C3F-459D-BE87-4025A2F8F988}" srcOrd="0" destOrd="0" presId="urn:microsoft.com/office/officeart/2018/2/layout/IconLabelDescriptionList"/>
    <dgm:cxn modelId="{BB34F755-9033-4A86-9258-BD3DDEEB72F7}" type="presParOf" srcId="{FF425091-27B6-425F-AB42-62D8336F2564}" destId="{46F02390-A2C3-435E-8E2E-62746882F3B2}" srcOrd="1" destOrd="0" presId="urn:microsoft.com/office/officeart/2018/2/layout/IconLabelDescriptionList"/>
    <dgm:cxn modelId="{752B8D77-3ECD-43FA-B927-1879B165B3BE}" type="presParOf" srcId="{FF425091-27B6-425F-AB42-62D8336F2564}" destId="{97AF141B-EFF3-46C4-BB69-9F198D63169F}" srcOrd="2" destOrd="0" presId="urn:microsoft.com/office/officeart/2018/2/layout/IconLabelDescriptionList"/>
    <dgm:cxn modelId="{3F517F81-D08A-4D0A-AC87-66FEE09222F1}" type="presParOf" srcId="{FF425091-27B6-425F-AB42-62D8336F2564}" destId="{FAAFC69A-84C2-47E8-B265-8A40030219D6}" srcOrd="3" destOrd="0" presId="urn:microsoft.com/office/officeart/2018/2/layout/IconLabelDescriptionList"/>
    <dgm:cxn modelId="{2D7CE095-DAF5-4112-BD2E-CF9A3C4164E5}" type="presParOf" srcId="{FF425091-27B6-425F-AB42-62D8336F2564}" destId="{CB9FF567-50A5-44D4-9F26-4C7277D6F5DB}" srcOrd="4" destOrd="0" presId="urn:microsoft.com/office/officeart/2018/2/layout/IconLabelDescriptionList"/>
    <dgm:cxn modelId="{BF16F90D-5F60-42DF-80F0-01788721F943}" type="presParOf" srcId="{05868482-EDDE-4A9B-9224-B04550D72E01}" destId="{08C397BE-A0B1-4282-BD72-7E99FDCC4288}" srcOrd="1" destOrd="0" presId="urn:microsoft.com/office/officeart/2018/2/layout/IconLabelDescriptionList"/>
    <dgm:cxn modelId="{85CE7D09-3A87-4984-B390-FB6A97F1FEAD}" type="presParOf" srcId="{05868482-EDDE-4A9B-9224-B04550D72E01}" destId="{822806E4-1588-4C34-8252-6FFE14E028F2}" srcOrd="2" destOrd="0" presId="urn:microsoft.com/office/officeart/2018/2/layout/IconLabelDescriptionList"/>
    <dgm:cxn modelId="{55798EBD-6944-45ED-A9DA-EB8C8EFA4BF0}" type="presParOf" srcId="{822806E4-1588-4C34-8252-6FFE14E028F2}" destId="{39813C91-62AF-4AC2-917D-ADB2D675A0DB}" srcOrd="0" destOrd="0" presId="urn:microsoft.com/office/officeart/2018/2/layout/IconLabelDescriptionList"/>
    <dgm:cxn modelId="{C00565AC-3959-4D51-96E2-2E886AB23DA0}" type="presParOf" srcId="{822806E4-1588-4C34-8252-6FFE14E028F2}" destId="{F513F263-9181-44DC-9EC5-5A638DCA356E}" srcOrd="1" destOrd="0" presId="urn:microsoft.com/office/officeart/2018/2/layout/IconLabelDescriptionList"/>
    <dgm:cxn modelId="{DDFF913C-22DA-4739-AC32-65C4FEC85A1D}" type="presParOf" srcId="{822806E4-1588-4C34-8252-6FFE14E028F2}" destId="{0D8DEE30-A92C-4EC7-889C-62D2F99D0329}" srcOrd="2" destOrd="0" presId="urn:microsoft.com/office/officeart/2018/2/layout/IconLabelDescriptionList"/>
    <dgm:cxn modelId="{2B19D73D-1AB3-4F13-ADB1-669B71E896BB}" type="presParOf" srcId="{822806E4-1588-4C34-8252-6FFE14E028F2}" destId="{A52BC5AC-17C0-402B-BC39-4016702BE18C}" srcOrd="3" destOrd="0" presId="urn:microsoft.com/office/officeart/2018/2/layout/IconLabelDescriptionList"/>
    <dgm:cxn modelId="{CCEEC30D-3457-4B24-9204-7084647017B2}" type="presParOf" srcId="{822806E4-1588-4C34-8252-6FFE14E028F2}" destId="{324C4FE9-948E-47CC-B215-69868157FAB2}" srcOrd="4" destOrd="0" presId="urn:microsoft.com/office/officeart/2018/2/layout/IconLabelDescriptionList"/>
    <dgm:cxn modelId="{181D08DF-74F6-402E-94F8-8DBC4F12B377}" type="presParOf" srcId="{05868482-EDDE-4A9B-9224-B04550D72E01}" destId="{AE7D5F18-339D-43F4-8ABC-443E9BEC7E6E}" srcOrd="3" destOrd="0" presId="urn:microsoft.com/office/officeart/2018/2/layout/IconLabelDescriptionList"/>
    <dgm:cxn modelId="{AF43AB79-AB01-4AC0-A1A3-EA15B43D8336}" type="presParOf" srcId="{05868482-EDDE-4A9B-9224-B04550D72E01}" destId="{F87BC766-16CD-4C36-AF43-0FC769A2C04D}" srcOrd="4" destOrd="0" presId="urn:microsoft.com/office/officeart/2018/2/layout/IconLabelDescriptionList"/>
    <dgm:cxn modelId="{288890C0-5CB0-493D-9B0D-8AE9058384BA}" type="presParOf" srcId="{F87BC766-16CD-4C36-AF43-0FC769A2C04D}" destId="{D7C5E16C-838A-4F40-9A9E-F2770C3EF9E2}" srcOrd="0" destOrd="0" presId="urn:microsoft.com/office/officeart/2018/2/layout/IconLabelDescriptionList"/>
    <dgm:cxn modelId="{E6A3FFAA-3E39-4BAF-8B0A-A5A3619CE761}" type="presParOf" srcId="{F87BC766-16CD-4C36-AF43-0FC769A2C04D}" destId="{E504B9BB-02F5-406B-992B-52BFA11940AA}" srcOrd="1" destOrd="0" presId="urn:microsoft.com/office/officeart/2018/2/layout/IconLabelDescriptionList"/>
    <dgm:cxn modelId="{4123218F-7EA6-437B-BF3F-C03AD6925534}" type="presParOf" srcId="{F87BC766-16CD-4C36-AF43-0FC769A2C04D}" destId="{F6C147F0-82B2-43C5-84A4-9769D716554F}" srcOrd="2" destOrd="0" presId="urn:microsoft.com/office/officeart/2018/2/layout/IconLabelDescriptionList"/>
    <dgm:cxn modelId="{6929F87D-EBE6-4948-873E-D97A0AD548F2}" type="presParOf" srcId="{F87BC766-16CD-4C36-AF43-0FC769A2C04D}" destId="{7FB378FB-B8E2-4E13-96BF-D0C111291D64}" srcOrd="3" destOrd="0" presId="urn:microsoft.com/office/officeart/2018/2/layout/IconLabelDescriptionList"/>
    <dgm:cxn modelId="{EAFFC2BB-7E0F-4EB0-8D7E-ECA3AC08E1CC}" type="presParOf" srcId="{F87BC766-16CD-4C36-AF43-0FC769A2C04D}" destId="{3E05202A-E725-48E3-AE66-56E4000BF911}" srcOrd="4" destOrd="0" presId="urn:microsoft.com/office/officeart/2018/2/layout/IconLabelDescriptionList"/>
    <dgm:cxn modelId="{B101C2CF-B405-428F-BBEE-F7632D7DD885}" type="presParOf" srcId="{05868482-EDDE-4A9B-9224-B04550D72E01}" destId="{4FEAAFF2-D49E-46E3-BE73-DE0600999F30}" srcOrd="5" destOrd="0" presId="urn:microsoft.com/office/officeart/2018/2/layout/IconLabelDescriptionList"/>
    <dgm:cxn modelId="{2ADD5C8F-770E-4555-B74F-A90ED29BED11}" type="presParOf" srcId="{05868482-EDDE-4A9B-9224-B04550D72E01}" destId="{18C56C6C-3398-48F9-8097-9EE3F2DB632F}" srcOrd="6" destOrd="0" presId="urn:microsoft.com/office/officeart/2018/2/layout/IconLabelDescriptionList"/>
    <dgm:cxn modelId="{EB2F5AEF-4A3E-4397-8FC9-D448AF8C8400}" type="presParOf" srcId="{18C56C6C-3398-48F9-8097-9EE3F2DB632F}" destId="{F5A1356B-FE59-4BBB-A1B3-AF77EA11BD94}" srcOrd="0" destOrd="0" presId="urn:microsoft.com/office/officeart/2018/2/layout/IconLabelDescriptionList"/>
    <dgm:cxn modelId="{83546B94-2950-486F-A9EE-D6686D30C7E7}" type="presParOf" srcId="{18C56C6C-3398-48F9-8097-9EE3F2DB632F}" destId="{F7014F73-909F-44E0-8384-8897192DC9F5}" srcOrd="1" destOrd="0" presId="urn:microsoft.com/office/officeart/2018/2/layout/IconLabelDescriptionList"/>
    <dgm:cxn modelId="{CFE7EDEE-EC7E-4051-A73A-9289EDC38999}" type="presParOf" srcId="{18C56C6C-3398-48F9-8097-9EE3F2DB632F}" destId="{BCC314C8-6081-4146-8CA6-CEE75C16B156}" srcOrd="2" destOrd="0" presId="urn:microsoft.com/office/officeart/2018/2/layout/IconLabelDescriptionList"/>
    <dgm:cxn modelId="{9F27860C-6BF0-4DD1-B278-4AD126EA3D4E}" type="presParOf" srcId="{18C56C6C-3398-48F9-8097-9EE3F2DB632F}" destId="{31C53E88-F579-4A7E-97CD-EE2F355EC269}" srcOrd="3" destOrd="0" presId="urn:microsoft.com/office/officeart/2018/2/layout/IconLabelDescriptionList"/>
    <dgm:cxn modelId="{0C49B852-65B9-4D4E-A8B7-E4B91E55AC9A}" type="presParOf" srcId="{18C56C6C-3398-48F9-8097-9EE3F2DB632F}" destId="{BE5210E5-8EA4-44D4-9D1E-D40F37337F8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DAC4791-61CA-4F3C-AC06-B1DCA35C70C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571AB0-C368-404B-B3D5-E81050933A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Triggers</a:t>
          </a:r>
        </a:p>
      </dgm:t>
    </dgm:pt>
    <dgm:pt modelId="{0836942B-32FB-464F-A3BA-53FF73BF1DC5}" type="parTrans" cxnId="{9C84C3FE-5F7A-4E54-979A-B7D50D31E3B0}">
      <dgm:prSet/>
      <dgm:spPr/>
      <dgm:t>
        <a:bodyPr/>
        <a:lstStyle/>
        <a:p>
          <a:endParaRPr lang="en-US"/>
        </a:p>
      </dgm:t>
    </dgm:pt>
    <dgm:pt modelId="{078386DE-70C3-4327-8111-998C90FF3CB6}" type="sibTrans" cxnId="{9C84C3FE-5F7A-4E54-979A-B7D50D31E3B0}">
      <dgm:prSet/>
      <dgm:spPr/>
      <dgm:t>
        <a:bodyPr/>
        <a:lstStyle/>
        <a:p>
          <a:endParaRPr lang="en-US"/>
        </a:p>
      </dgm:t>
    </dgm:pt>
    <dgm:pt modelId="{3422CFB9-7A27-4506-B9A5-D0028DE20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Conditions</a:t>
          </a:r>
        </a:p>
      </dgm:t>
    </dgm:pt>
    <dgm:pt modelId="{53BB3EAA-22D5-4A5E-99E3-3C76CE76EBA1}" type="parTrans" cxnId="{08FD336F-935D-44EA-B718-5A562CF7E453}">
      <dgm:prSet/>
      <dgm:spPr/>
      <dgm:t>
        <a:bodyPr/>
        <a:lstStyle/>
        <a:p>
          <a:endParaRPr lang="en-US"/>
        </a:p>
      </dgm:t>
    </dgm:pt>
    <dgm:pt modelId="{9F227E8A-3914-44CA-8AAA-629023EE9726}" type="sibTrans" cxnId="{08FD336F-935D-44EA-B718-5A562CF7E453}">
      <dgm:prSet/>
      <dgm:spPr/>
      <dgm:t>
        <a:bodyPr/>
        <a:lstStyle/>
        <a:p>
          <a:endParaRPr lang="en-US"/>
        </a:p>
      </dgm:t>
    </dgm:pt>
    <dgm:pt modelId="{BC0FCEB4-7255-4184-8751-0DD4696E25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Actions</a:t>
          </a:r>
        </a:p>
      </dgm:t>
    </dgm:pt>
    <dgm:pt modelId="{4B0201CF-F659-407F-82EF-50AD5560ACCE}" type="parTrans" cxnId="{D661CAD0-F642-48BF-B340-D7EAB3B4B3C9}">
      <dgm:prSet/>
      <dgm:spPr/>
      <dgm:t>
        <a:bodyPr/>
        <a:lstStyle/>
        <a:p>
          <a:endParaRPr lang="en-US"/>
        </a:p>
      </dgm:t>
    </dgm:pt>
    <dgm:pt modelId="{5660D01A-CE4E-411B-B82E-290D25EAAA06}" type="sibTrans" cxnId="{D661CAD0-F642-48BF-B340-D7EAB3B4B3C9}">
      <dgm:prSet/>
      <dgm:spPr/>
      <dgm:t>
        <a:bodyPr/>
        <a:lstStyle/>
        <a:p>
          <a:endParaRPr lang="en-US"/>
        </a:p>
      </dgm:t>
    </dgm:pt>
    <dgm:pt modelId="{2AEC2DE5-F794-4C45-AA2B-02DE682179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 event that starts a cloud flow</a:t>
          </a:r>
        </a:p>
      </dgm:t>
    </dgm:pt>
    <dgm:pt modelId="{68735EA1-1F52-4BF4-A3C4-B37DAE7A38AD}" type="parTrans" cxnId="{D79D15AF-BB1F-4DE2-8034-8B0F94B5525F}">
      <dgm:prSet/>
      <dgm:spPr/>
      <dgm:t>
        <a:bodyPr/>
        <a:lstStyle/>
        <a:p>
          <a:endParaRPr lang="en-US"/>
        </a:p>
      </dgm:t>
    </dgm:pt>
    <dgm:pt modelId="{52EDF616-24D5-42AE-AC97-D68ED50DD345}" type="sibTrans" cxnId="{D79D15AF-BB1F-4DE2-8034-8B0F94B5525F}">
      <dgm:prSet/>
      <dgm:spPr/>
      <dgm:t>
        <a:bodyPr/>
        <a:lstStyle/>
        <a:p>
          <a:endParaRPr lang="en-US"/>
        </a:p>
      </dgm:t>
    </dgm:pt>
    <dgm:pt modelId="{25D2A2FD-9C91-4DBD-B652-0281C66177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Allow PA to collect data, then make a decision based on that data that provides multiple outcomes</a:t>
          </a:r>
        </a:p>
      </dgm:t>
    </dgm:pt>
    <dgm:pt modelId="{2D0B6C33-92CF-4EE4-A441-55C616BD221A}" type="parTrans" cxnId="{6218FC7A-4F71-4DA8-8067-E0A2A2D4AAB6}">
      <dgm:prSet/>
      <dgm:spPr/>
      <dgm:t>
        <a:bodyPr/>
        <a:lstStyle/>
        <a:p>
          <a:endParaRPr lang="en-US"/>
        </a:p>
      </dgm:t>
    </dgm:pt>
    <dgm:pt modelId="{B5048512-9E7D-4585-845F-8C4149552A5B}" type="sibTrans" cxnId="{6218FC7A-4F71-4DA8-8067-E0A2A2D4AAB6}">
      <dgm:prSet/>
      <dgm:spPr/>
      <dgm:t>
        <a:bodyPr/>
        <a:lstStyle/>
        <a:p>
          <a:endParaRPr lang="en-US"/>
        </a:p>
      </dgm:t>
    </dgm:pt>
    <dgm:pt modelId="{2536F29C-B3D9-4A7A-84D9-6E5F2774B1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task that’s started when a trigger is invoked</a:t>
          </a:r>
        </a:p>
      </dgm:t>
    </dgm:pt>
    <dgm:pt modelId="{234833A0-990F-42FD-B1CA-D1E27856A561}" type="parTrans" cxnId="{7E050BBE-9549-43B9-BC8F-D3EE9489931E}">
      <dgm:prSet/>
      <dgm:spPr/>
      <dgm:t>
        <a:bodyPr/>
        <a:lstStyle/>
        <a:p>
          <a:endParaRPr lang="en-US"/>
        </a:p>
      </dgm:t>
    </dgm:pt>
    <dgm:pt modelId="{20C71570-B17C-4441-88C1-C5E7584CBA06}" type="sibTrans" cxnId="{7E050BBE-9549-43B9-BC8F-D3EE9489931E}">
      <dgm:prSet/>
      <dgm:spPr/>
      <dgm:t>
        <a:bodyPr/>
        <a:lstStyle/>
        <a:p>
          <a:endParaRPr lang="en-US"/>
        </a:p>
      </dgm:t>
    </dgm:pt>
    <dgm:pt modelId="{05868482-EDDE-4A9B-9224-B04550D72E01}" type="pres">
      <dgm:prSet presAssocID="{EDAC4791-61CA-4F3C-AC06-B1DCA35C70CD}" presName="root" presStyleCnt="0">
        <dgm:presLayoutVars>
          <dgm:dir/>
          <dgm:resizeHandles val="exact"/>
        </dgm:presLayoutVars>
      </dgm:prSet>
      <dgm:spPr/>
    </dgm:pt>
    <dgm:pt modelId="{FF425091-27B6-425F-AB42-62D8336F2564}" type="pres">
      <dgm:prSet presAssocID="{C7571AB0-C368-404B-B3D5-E81050933A7F}" presName="compNode" presStyleCnt="0"/>
      <dgm:spPr/>
    </dgm:pt>
    <dgm:pt modelId="{14BFBDF6-6C3F-459D-BE87-4025A2F8F988}" type="pres">
      <dgm:prSet presAssocID="{C7571AB0-C368-404B-B3D5-E81050933A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6F02390-A2C3-435E-8E2E-62746882F3B2}" type="pres">
      <dgm:prSet presAssocID="{C7571AB0-C368-404B-B3D5-E81050933A7F}" presName="iconSpace" presStyleCnt="0"/>
      <dgm:spPr/>
    </dgm:pt>
    <dgm:pt modelId="{97AF141B-EFF3-46C4-BB69-9F198D63169F}" type="pres">
      <dgm:prSet presAssocID="{C7571AB0-C368-404B-B3D5-E81050933A7F}" presName="parTx" presStyleLbl="revTx" presStyleIdx="0" presStyleCnt="6">
        <dgm:presLayoutVars>
          <dgm:chMax val="0"/>
          <dgm:chPref val="0"/>
        </dgm:presLayoutVars>
      </dgm:prSet>
      <dgm:spPr/>
    </dgm:pt>
    <dgm:pt modelId="{FAAFC69A-84C2-47E8-B265-8A40030219D6}" type="pres">
      <dgm:prSet presAssocID="{C7571AB0-C368-404B-B3D5-E81050933A7F}" presName="txSpace" presStyleCnt="0"/>
      <dgm:spPr/>
    </dgm:pt>
    <dgm:pt modelId="{CB9FF567-50A5-44D4-9F26-4C7277D6F5DB}" type="pres">
      <dgm:prSet presAssocID="{C7571AB0-C368-404B-B3D5-E81050933A7F}" presName="desTx" presStyleLbl="revTx" presStyleIdx="1" presStyleCnt="6">
        <dgm:presLayoutVars/>
      </dgm:prSet>
      <dgm:spPr/>
    </dgm:pt>
    <dgm:pt modelId="{08C397BE-A0B1-4282-BD72-7E99FDCC4288}" type="pres">
      <dgm:prSet presAssocID="{078386DE-70C3-4327-8111-998C90FF3CB6}" presName="sibTrans" presStyleCnt="0"/>
      <dgm:spPr/>
    </dgm:pt>
    <dgm:pt modelId="{822806E4-1588-4C34-8252-6FFE14E028F2}" type="pres">
      <dgm:prSet presAssocID="{3422CFB9-7A27-4506-B9A5-D0028DE20AD3}" presName="compNode" presStyleCnt="0"/>
      <dgm:spPr/>
    </dgm:pt>
    <dgm:pt modelId="{39813C91-62AF-4AC2-917D-ADB2D675A0DB}" type="pres">
      <dgm:prSet presAssocID="{3422CFB9-7A27-4506-B9A5-D0028DE20AD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513F263-9181-44DC-9EC5-5A638DCA356E}" type="pres">
      <dgm:prSet presAssocID="{3422CFB9-7A27-4506-B9A5-D0028DE20AD3}" presName="iconSpace" presStyleCnt="0"/>
      <dgm:spPr/>
    </dgm:pt>
    <dgm:pt modelId="{0D8DEE30-A92C-4EC7-889C-62D2F99D0329}" type="pres">
      <dgm:prSet presAssocID="{3422CFB9-7A27-4506-B9A5-D0028DE20AD3}" presName="parTx" presStyleLbl="revTx" presStyleIdx="2" presStyleCnt="6">
        <dgm:presLayoutVars>
          <dgm:chMax val="0"/>
          <dgm:chPref val="0"/>
        </dgm:presLayoutVars>
      </dgm:prSet>
      <dgm:spPr/>
    </dgm:pt>
    <dgm:pt modelId="{A52BC5AC-17C0-402B-BC39-4016702BE18C}" type="pres">
      <dgm:prSet presAssocID="{3422CFB9-7A27-4506-B9A5-D0028DE20AD3}" presName="txSpace" presStyleCnt="0"/>
      <dgm:spPr/>
    </dgm:pt>
    <dgm:pt modelId="{324C4FE9-948E-47CC-B215-69868157FAB2}" type="pres">
      <dgm:prSet presAssocID="{3422CFB9-7A27-4506-B9A5-D0028DE20AD3}" presName="desTx" presStyleLbl="revTx" presStyleIdx="3" presStyleCnt="6">
        <dgm:presLayoutVars/>
      </dgm:prSet>
      <dgm:spPr/>
    </dgm:pt>
    <dgm:pt modelId="{AE7D5F18-339D-43F4-8ABC-443E9BEC7E6E}" type="pres">
      <dgm:prSet presAssocID="{9F227E8A-3914-44CA-8AAA-629023EE9726}" presName="sibTrans" presStyleCnt="0"/>
      <dgm:spPr/>
    </dgm:pt>
    <dgm:pt modelId="{F87BC766-16CD-4C36-AF43-0FC769A2C04D}" type="pres">
      <dgm:prSet presAssocID="{BC0FCEB4-7255-4184-8751-0DD4696E25E6}" presName="compNode" presStyleCnt="0"/>
      <dgm:spPr/>
    </dgm:pt>
    <dgm:pt modelId="{D7C5E16C-838A-4F40-9A9E-F2770C3EF9E2}" type="pres">
      <dgm:prSet presAssocID="{BC0FCEB4-7255-4184-8751-0DD4696E25E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504B9BB-02F5-406B-992B-52BFA11940AA}" type="pres">
      <dgm:prSet presAssocID="{BC0FCEB4-7255-4184-8751-0DD4696E25E6}" presName="iconSpace" presStyleCnt="0"/>
      <dgm:spPr/>
    </dgm:pt>
    <dgm:pt modelId="{F6C147F0-82B2-43C5-84A4-9769D716554F}" type="pres">
      <dgm:prSet presAssocID="{BC0FCEB4-7255-4184-8751-0DD4696E25E6}" presName="parTx" presStyleLbl="revTx" presStyleIdx="4" presStyleCnt="6">
        <dgm:presLayoutVars>
          <dgm:chMax val="0"/>
          <dgm:chPref val="0"/>
        </dgm:presLayoutVars>
      </dgm:prSet>
      <dgm:spPr/>
    </dgm:pt>
    <dgm:pt modelId="{7FB378FB-B8E2-4E13-96BF-D0C111291D64}" type="pres">
      <dgm:prSet presAssocID="{BC0FCEB4-7255-4184-8751-0DD4696E25E6}" presName="txSpace" presStyleCnt="0"/>
      <dgm:spPr/>
    </dgm:pt>
    <dgm:pt modelId="{3E05202A-E725-48E3-AE66-56E4000BF911}" type="pres">
      <dgm:prSet presAssocID="{BC0FCEB4-7255-4184-8751-0DD4696E25E6}" presName="desTx" presStyleLbl="revTx" presStyleIdx="5" presStyleCnt="6">
        <dgm:presLayoutVars/>
      </dgm:prSet>
      <dgm:spPr/>
    </dgm:pt>
  </dgm:ptLst>
  <dgm:cxnLst>
    <dgm:cxn modelId="{AFAD3E0C-F24F-4F53-9079-4B5DE5550694}" type="presOf" srcId="{C7571AB0-C368-404B-B3D5-E81050933A7F}" destId="{97AF141B-EFF3-46C4-BB69-9F198D63169F}" srcOrd="0" destOrd="0" presId="urn:microsoft.com/office/officeart/2018/2/layout/IconLabelDescriptionList"/>
    <dgm:cxn modelId="{0F25A40F-28DA-4C32-9118-E764FD5844DE}" type="presOf" srcId="{25D2A2FD-9C91-4DBD-B652-0281C6617752}" destId="{324C4FE9-948E-47CC-B215-69868157FAB2}" srcOrd="0" destOrd="0" presId="urn:microsoft.com/office/officeart/2018/2/layout/IconLabelDescriptionList"/>
    <dgm:cxn modelId="{852EA931-1902-43E9-AD13-3E9C6B648982}" type="presOf" srcId="{3422CFB9-7A27-4506-B9A5-D0028DE20AD3}" destId="{0D8DEE30-A92C-4EC7-889C-62D2F99D0329}" srcOrd="0" destOrd="0" presId="urn:microsoft.com/office/officeart/2018/2/layout/IconLabelDescriptionList"/>
    <dgm:cxn modelId="{0F01303A-9165-45BB-865F-5D76E5E8EB2B}" type="presOf" srcId="{2536F29C-B3D9-4A7A-84D9-6E5F2774B123}" destId="{3E05202A-E725-48E3-AE66-56E4000BF911}" srcOrd="0" destOrd="0" presId="urn:microsoft.com/office/officeart/2018/2/layout/IconLabelDescriptionList"/>
    <dgm:cxn modelId="{FCDE7065-7CA1-44A6-B802-BD05B414A18B}" type="presOf" srcId="{BC0FCEB4-7255-4184-8751-0DD4696E25E6}" destId="{F6C147F0-82B2-43C5-84A4-9769D716554F}" srcOrd="0" destOrd="0" presId="urn:microsoft.com/office/officeart/2018/2/layout/IconLabelDescriptionList"/>
    <dgm:cxn modelId="{08FD336F-935D-44EA-B718-5A562CF7E453}" srcId="{EDAC4791-61CA-4F3C-AC06-B1DCA35C70CD}" destId="{3422CFB9-7A27-4506-B9A5-D0028DE20AD3}" srcOrd="1" destOrd="0" parTransId="{53BB3EAA-22D5-4A5E-99E3-3C76CE76EBA1}" sibTransId="{9F227E8A-3914-44CA-8AAA-629023EE9726}"/>
    <dgm:cxn modelId="{6218FC7A-4F71-4DA8-8067-E0A2A2D4AAB6}" srcId="{3422CFB9-7A27-4506-B9A5-D0028DE20AD3}" destId="{25D2A2FD-9C91-4DBD-B652-0281C6617752}" srcOrd="0" destOrd="0" parTransId="{2D0B6C33-92CF-4EE4-A441-55C616BD221A}" sibTransId="{B5048512-9E7D-4585-845F-8C4149552A5B}"/>
    <dgm:cxn modelId="{61DF7380-87A4-4697-B4C5-BE786C2D0A8A}" type="presOf" srcId="{2AEC2DE5-F794-4C45-AA2B-02DE68217972}" destId="{CB9FF567-50A5-44D4-9F26-4C7277D6F5DB}" srcOrd="0" destOrd="0" presId="urn:microsoft.com/office/officeart/2018/2/layout/IconLabelDescriptionList"/>
    <dgm:cxn modelId="{D79D15AF-BB1F-4DE2-8034-8B0F94B5525F}" srcId="{C7571AB0-C368-404B-B3D5-E81050933A7F}" destId="{2AEC2DE5-F794-4C45-AA2B-02DE68217972}" srcOrd="0" destOrd="0" parTransId="{68735EA1-1F52-4BF4-A3C4-B37DAE7A38AD}" sibTransId="{52EDF616-24D5-42AE-AC97-D68ED50DD345}"/>
    <dgm:cxn modelId="{7E050BBE-9549-43B9-BC8F-D3EE9489931E}" srcId="{BC0FCEB4-7255-4184-8751-0DD4696E25E6}" destId="{2536F29C-B3D9-4A7A-84D9-6E5F2774B123}" srcOrd="0" destOrd="0" parTransId="{234833A0-990F-42FD-B1CA-D1E27856A561}" sibTransId="{20C71570-B17C-4441-88C1-C5E7584CBA06}"/>
    <dgm:cxn modelId="{072C56CA-8E83-41EF-A432-88066CF65136}" type="presOf" srcId="{EDAC4791-61CA-4F3C-AC06-B1DCA35C70CD}" destId="{05868482-EDDE-4A9B-9224-B04550D72E01}" srcOrd="0" destOrd="0" presId="urn:microsoft.com/office/officeart/2018/2/layout/IconLabelDescriptionList"/>
    <dgm:cxn modelId="{D661CAD0-F642-48BF-B340-D7EAB3B4B3C9}" srcId="{EDAC4791-61CA-4F3C-AC06-B1DCA35C70CD}" destId="{BC0FCEB4-7255-4184-8751-0DD4696E25E6}" srcOrd="2" destOrd="0" parTransId="{4B0201CF-F659-407F-82EF-50AD5560ACCE}" sibTransId="{5660D01A-CE4E-411B-B82E-290D25EAAA06}"/>
    <dgm:cxn modelId="{9C84C3FE-5F7A-4E54-979A-B7D50D31E3B0}" srcId="{EDAC4791-61CA-4F3C-AC06-B1DCA35C70CD}" destId="{C7571AB0-C368-404B-B3D5-E81050933A7F}" srcOrd="0" destOrd="0" parTransId="{0836942B-32FB-464F-A3BA-53FF73BF1DC5}" sibTransId="{078386DE-70C3-4327-8111-998C90FF3CB6}"/>
    <dgm:cxn modelId="{1DB5E740-0936-4981-8EBC-8C236CF295EC}" type="presParOf" srcId="{05868482-EDDE-4A9B-9224-B04550D72E01}" destId="{FF425091-27B6-425F-AB42-62D8336F2564}" srcOrd="0" destOrd="0" presId="urn:microsoft.com/office/officeart/2018/2/layout/IconLabelDescriptionList"/>
    <dgm:cxn modelId="{63DE0139-7B32-49A8-A72B-5A635171CC8E}" type="presParOf" srcId="{FF425091-27B6-425F-AB42-62D8336F2564}" destId="{14BFBDF6-6C3F-459D-BE87-4025A2F8F988}" srcOrd="0" destOrd="0" presId="urn:microsoft.com/office/officeart/2018/2/layout/IconLabelDescriptionList"/>
    <dgm:cxn modelId="{BB34F755-9033-4A86-9258-BD3DDEEB72F7}" type="presParOf" srcId="{FF425091-27B6-425F-AB42-62D8336F2564}" destId="{46F02390-A2C3-435E-8E2E-62746882F3B2}" srcOrd="1" destOrd="0" presId="urn:microsoft.com/office/officeart/2018/2/layout/IconLabelDescriptionList"/>
    <dgm:cxn modelId="{752B8D77-3ECD-43FA-B927-1879B165B3BE}" type="presParOf" srcId="{FF425091-27B6-425F-AB42-62D8336F2564}" destId="{97AF141B-EFF3-46C4-BB69-9F198D63169F}" srcOrd="2" destOrd="0" presId="urn:microsoft.com/office/officeart/2018/2/layout/IconLabelDescriptionList"/>
    <dgm:cxn modelId="{3F517F81-D08A-4D0A-AC87-66FEE09222F1}" type="presParOf" srcId="{FF425091-27B6-425F-AB42-62D8336F2564}" destId="{FAAFC69A-84C2-47E8-B265-8A40030219D6}" srcOrd="3" destOrd="0" presId="urn:microsoft.com/office/officeart/2018/2/layout/IconLabelDescriptionList"/>
    <dgm:cxn modelId="{2D7CE095-DAF5-4112-BD2E-CF9A3C4164E5}" type="presParOf" srcId="{FF425091-27B6-425F-AB42-62D8336F2564}" destId="{CB9FF567-50A5-44D4-9F26-4C7277D6F5DB}" srcOrd="4" destOrd="0" presId="urn:microsoft.com/office/officeart/2018/2/layout/IconLabelDescriptionList"/>
    <dgm:cxn modelId="{BF16F90D-5F60-42DF-80F0-01788721F943}" type="presParOf" srcId="{05868482-EDDE-4A9B-9224-B04550D72E01}" destId="{08C397BE-A0B1-4282-BD72-7E99FDCC4288}" srcOrd="1" destOrd="0" presId="urn:microsoft.com/office/officeart/2018/2/layout/IconLabelDescriptionList"/>
    <dgm:cxn modelId="{85CE7D09-3A87-4984-B390-FB6A97F1FEAD}" type="presParOf" srcId="{05868482-EDDE-4A9B-9224-B04550D72E01}" destId="{822806E4-1588-4C34-8252-6FFE14E028F2}" srcOrd="2" destOrd="0" presId="urn:microsoft.com/office/officeart/2018/2/layout/IconLabelDescriptionList"/>
    <dgm:cxn modelId="{55798EBD-6944-45ED-A9DA-EB8C8EFA4BF0}" type="presParOf" srcId="{822806E4-1588-4C34-8252-6FFE14E028F2}" destId="{39813C91-62AF-4AC2-917D-ADB2D675A0DB}" srcOrd="0" destOrd="0" presId="urn:microsoft.com/office/officeart/2018/2/layout/IconLabelDescriptionList"/>
    <dgm:cxn modelId="{C00565AC-3959-4D51-96E2-2E886AB23DA0}" type="presParOf" srcId="{822806E4-1588-4C34-8252-6FFE14E028F2}" destId="{F513F263-9181-44DC-9EC5-5A638DCA356E}" srcOrd="1" destOrd="0" presId="urn:microsoft.com/office/officeart/2018/2/layout/IconLabelDescriptionList"/>
    <dgm:cxn modelId="{DDFF913C-22DA-4739-AC32-65C4FEC85A1D}" type="presParOf" srcId="{822806E4-1588-4C34-8252-6FFE14E028F2}" destId="{0D8DEE30-A92C-4EC7-889C-62D2F99D0329}" srcOrd="2" destOrd="0" presId="urn:microsoft.com/office/officeart/2018/2/layout/IconLabelDescriptionList"/>
    <dgm:cxn modelId="{2B19D73D-1AB3-4F13-ADB1-669B71E896BB}" type="presParOf" srcId="{822806E4-1588-4C34-8252-6FFE14E028F2}" destId="{A52BC5AC-17C0-402B-BC39-4016702BE18C}" srcOrd="3" destOrd="0" presId="urn:microsoft.com/office/officeart/2018/2/layout/IconLabelDescriptionList"/>
    <dgm:cxn modelId="{CCEEC30D-3457-4B24-9204-7084647017B2}" type="presParOf" srcId="{822806E4-1588-4C34-8252-6FFE14E028F2}" destId="{324C4FE9-948E-47CC-B215-69868157FAB2}" srcOrd="4" destOrd="0" presId="urn:microsoft.com/office/officeart/2018/2/layout/IconLabelDescriptionList"/>
    <dgm:cxn modelId="{181D08DF-74F6-402E-94F8-8DBC4F12B377}" type="presParOf" srcId="{05868482-EDDE-4A9B-9224-B04550D72E01}" destId="{AE7D5F18-339D-43F4-8ABC-443E9BEC7E6E}" srcOrd="3" destOrd="0" presId="urn:microsoft.com/office/officeart/2018/2/layout/IconLabelDescriptionList"/>
    <dgm:cxn modelId="{AF43AB79-AB01-4AC0-A1A3-EA15B43D8336}" type="presParOf" srcId="{05868482-EDDE-4A9B-9224-B04550D72E01}" destId="{F87BC766-16CD-4C36-AF43-0FC769A2C04D}" srcOrd="4" destOrd="0" presId="urn:microsoft.com/office/officeart/2018/2/layout/IconLabelDescriptionList"/>
    <dgm:cxn modelId="{288890C0-5CB0-493D-9B0D-8AE9058384BA}" type="presParOf" srcId="{F87BC766-16CD-4C36-AF43-0FC769A2C04D}" destId="{D7C5E16C-838A-4F40-9A9E-F2770C3EF9E2}" srcOrd="0" destOrd="0" presId="urn:microsoft.com/office/officeart/2018/2/layout/IconLabelDescriptionList"/>
    <dgm:cxn modelId="{E6A3FFAA-3E39-4BAF-8B0A-A5A3619CE761}" type="presParOf" srcId="{F87BC766-16CD-4C36-AF43-0FC769A2C04D}" destId="{E504B9BB-02F5-406B-992B-52BFA11940AA}" srcOrd="1" destOrd="0" presId="urn:microsoft.com/office/officeart/2018/2/layout/IconLabelDescriptionList"/>
    <dgm:cxn modelId="{4123218F-7EA6-437B-BF3F-C03AD6925534}" type="presParOf" srcId="{F87BC766-16CD-4C36-AF43-0FC769A2C04D}" destId="{F6C147F0-82B2-43C5-84A4-9769D716554F}" srcOrd="2" destOrd="0" presId="urn:microsoft.com/office/officeart/2018/2/layout/IconLabelDescriptionList"/>
    <dgm:cxn modelId="{6929F87D-EBE6-4948-873E-D97A0AD548F2}" type="presParOf" srcId="{F87BC766-16CD-4C36-AF43-0FC769A2C04D}" destId="{7FB378FB-B8E2-4E13-96BF-D0C111291D64}" srcOrd="3" destOrd="0" presId="urn:microsoft.com/office/officeart/2018/2/layout/IconLabelDescriptionList"/>
    <dgm:cxn modelId="{EAFFC2BB-7E0F-4EB0-8D7E-ECA3AC08E1CC}" type="presParOf" srcId="{F87BC766-16CD-4C36-AF43-0FC769A2C04D}" destId="{3E05202A-E725-48E3-AE66-56E4000BF91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AC4791-61CA-4F3C-AC06-B1DCA35C70C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571AB0-C368-404B-B3D5-E81050933A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OneDrive</a:t>
          </a:r>
        </a:p>
      </dgm:t>
    </dgm:pt>
    <dgm:pt modelId="{0836942B-32FB-464F-A3BA-53FF73BF1DC5}" type="parTrans" cxnId="{9C84C3FE-5F7A-4E54-979A-B7D50D31E3B0}">
      <dgm:prSet/>
      <dgm:spPr/>
      <dgm:t>
        <a:bodyPr/>
        <a:lstStyle/>
        <a:p>
          <a:endParaRPr lang="en-US"/>
        </a:p>
      </dgm:t>
    </dgm:pt>
    <dgm:pt modelId="{078386DE-70C3-4327-8111-998C90FF3CB6}" type="sibTrans" cxnId="{9C84C3FE-5F7A-4E54-979A-B7D50D31E3B0}">
      <dgm:prSet/>
      <dgm:spPr/>
      <dgm:t>
        <a:bodyPr/>
        <a:lstStyle/>
        <a:p>
          <a:endParaRPr lang="en-US"/>
        </a:p>
      </dgm:t>
    </dgm:pt>
    <dgm:pt modelId="{3422CFB9-7A27-4506-B9A5-D0028DE20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Outlook</a:t>
          </a:r>
        </a:p>
      </dgm:t>
    </dgm:pt>
    <dgm:pt modelId="{53BB3EAA-22D5-4A5E-99E3-3C76CE76EBA1}" type="parTrans" cxnId="{08FD336F-935D-44EA-B718-5A562CF7E453}">
      <dgm:prSet/>
      <dgm:spPr/>
      <dgm:t>
        <a:bodyPr/>
        <a:lstStyle/>
        <a:p>
          <a:endParaRPr lang="en-US"/>
        </a:p>
      </dgm:t>
    </dgm:pt>
    <dgm:pt modelId="{9F227E8A-3914-44CA-8AAA-629023EE9726}" type="sibTrans" cxnId="{08FD336F-935D-44EA-B718-5A562CF7E453}">
      <dgm:prSet/>
      <dgm:spPr/>
      <dgm:t>
        <a:bodyPr/>
        <a:lstStyle/>
        <a:p>
          <a:endParaRPr lang="en-US"/>
        </a:p>
      </dgm:t>
    </dgm:pt>
    <dgm:pt modelId="{BC0FCEB4-7255-4184-8751-0DD4696E25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Teams</a:t>
          </a:r>
        </a:p>
      </dgm:t>
    </dgm:pt>
    <dgm:pt modelId="{4B0201CF-F659-407F-82EF-50AD5560ACCE}" type="parTrans" cxnId="{D661CAD0-F642-48BF-B340-D7EAB3B4B3C9}">
      <dgm:prSet/>
      <dgm:spPr/>
      <dgm:t>
        <a:bodyPr/>
        <a:lstStyle/>
        <a:p>
          <a:endParaRPr lang="en-US"/>
        </a:p>
      </dgm:t>
    </dgm:pt>
    <dgm:pt modelId="{5660D01A-CE4E-411B-B82E-290D25EAAA06}" type="sibTrans" cxnId="{D661CAD0-F642-48BF-B340-D7EAB3B4B3C9}">
      <dgm:prSet/>
      <dgm:spPr/>
      <dgm:t>
        <a:bodyPr/>
        <a:lstStyle/>
        <a:p>
          <a:endParaRPr lang="en-US"/>
        </a:p>
      </dgm:t>
    </dgm:pt>
    <dgm:pt modelId="{4836DE95-1A3A-4A77-AE49-BF1A29752C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Power Apps</a:t>
          </a:r>
        </a:p>
      </dgm:t>
    </dgm:pt>
    <dgm:pt modelId="{4E4F29A8-4CF8-4427-B6C6-2B3D101787E5}" type="parTrans" cxnId="{1733B713-3FBE-427D-892F-4468A8B2C327}">
      <dgm:prSet/>
      <dgm:spPr/>
      <dgm:t>
        <a:bodyPr/>
        <a:lstStyle/>
        <a:p>
          <a:endParaRPr lang="en-US"/>
        </a:p>
      </dgm:t>
    </dgm:pt>
    <dgm:pt modelId="{D07B5115-ED87-400F-976B-89B15674CE16}" type="sibTrans" cxnId="{1733B713-3FBE-427D-892F-4468A8B2C327}">
      <dgm:prSet/>
      <dgm:spPr/>
      <dgm:t>
        <a:bodyPr/>
        <a:lstStyle/>
        <a:p>
          <a:endParaRPr lang="en-US"/>
        </a:p>
      </dgm:t>
    </dgm:pt>
    <dgm:pt modelId="{72F5FD7C-9AFA-4B5D-82B9-51E1D1247B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SharePoint</a:t>
          </a:r>
        </a:p>
      </dgm:t>
    </dgm:pt>
    <dgm:pt modelId="{48C10AB1-E6DB-425C-988C-98916FC67326}" type="parTrans" cxnId="{83D9B073-97EC-4D05-8EFF-02064FC0D361}">
      <dgm:prSet/>
      <dgm:spPr/>
      <dgm:t>
        <a:bodyPr/>
        <a:lstStyle/>
        <a:p>
          <a:endParaRPr lang="en-US"/>
        </a:p>
      </dgm:t>
    </dgm:pt>
    <dgm:pt modelId="{BF2302A4-8914-46A2-B444-5DF02B8EA573}" type="sibTrans" cxnId="{83D9B073-97EC-4D05-8EFF-02064FC0D361}">
      <dgm:prSet/>
      <dgm:spPr/>
      <dgm:t>
        <a:bodyPr/>
        <a:lstStyle/>
        <a:p>
          <a:endParaRPr lang="en-US"/>
        </a:p>
      </dgm:t>
    </dgm:pt>
    <dgm:pt modelId="{FC3163D9-C2F3-4758-A09E-AA61540C68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Forms</a:t>
          </a:r>
        </a:p>
      </dgm:t>
    </dgm:pt>
    <dgm:pt modelId="{95A22382-C0FF-45F0-965D-FFB9026188EC}" type="parTrans" cxnId="{897CFA0F-247A-49FE-9550-729EFAE90781}">
      <dgm:prSet/>
      <dgm:spPr/>
      <dgm:t>
        <a:bodyPr/>
        <a:lstStyle/>
        <a:p>
          <a:endParaRPr lang="en-US"/>
        </a:p>
      </dgm:t>
    </dgm:pt>
    <dgm:pt modelId="{DB0B84C0-4873-4BAB-A0BD-1FF9005BA5BE}" type="sibTrans" cxnId="{897CFA0F-247A-49FE-9550-729EFAE90781}">
      <dgm:prSet/>
      <dgm:spPr/>
      <dgm:t>
        <a:bodyPr/>
        <a:lstStyle/>
        <a:p>
          <a:endParaRPr lang="en-US"/>
        </a:p>
      </dgm:t>
    </dgm:pt>
    <dgm:pt modelId="{BAB087FA-A932-42C3-B968-A890A8477D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Planner</a:t>
          </a:r>
        </a:p>
      </dgm:t>
    </dgm:pt>
    <dgm:pt modelId="{3A2CD79B-9A56-43E5-9454-C3325BBB4896}" type="parTrans" cxnId="{114CE793-EB57-4A0A-B1A0-F849D38D9316}">
      <dgm:prSet/>
      <dgm:spPr/>
      <dgm:t>
        <a:bodyPr/>
        <a:lstStyle/>
        <a:p>
          <a:endParaRPr lang="en-US"/>
        </a:p>
      </dgm:t>
    </dgm:pt>
    <dgm:pt modelId="{6EE8A0E0-263A-42D4-AFFA-7F6ED0791086}" type="sibTrans" cxnId="{114CE793-EB57-4A0A-B1A0-F849D38D9316}">
      <dgm:prSet/>
      <dgm:spPr/>
      <dgm:t>
        <a:bodyPr/>
        <a:lstStyle/>
        <a:p>
          <a:endParaRPr lang="en-US"/>
        </a:p>
      </dgm:t>
    </dgm:pt>
    <dgm:pt modelId="{D784D7EC-487F-4610-9B7F-310970AEC7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Project Online</a:t>
          </a:r>
        </a:p>
      </dgm:t>
    </dgm:pt>
    <dgm:pt modelId="{D216956B-C7CC-46F0-A40E-5B2B8BCD0F1A}" type="parTrans" cxnId="{390B64CB-7B5C-4E5B-87C8-F31A8501221B}">
      <dgm:prSet/>
      <dgm:spPr/>
      <dgm:t>
        <a:bodyPr/>
        <a:lstStyle/>
        <a:p>
          <a:endParaRPr lang="en-US"/>
        </a:p>
      </dgm:t>
    </dgm:pt>
    <dgm:pt modelId="{0722D8B9-EE6E-4C1C-8D70-C416BC4D159E}" type="sibTrans" cxnId="{390B64CB-7B5C-4E5B-87C8-F31A8501221B}">
      <dgm:prSet/>
      <dgm:spPr/>
      <dgm:t>
        <a:bodyPr/>
        <a:lstStyle/>
        <a:p>
          <a:endParaRPr lang="en-US"/>
        </a:p>
      </dgm:t>
    </dgm:pt>
    <dgm:pt modelId="{05868482-EDDE-4A9B-9224-B04550D72E01}" type="pres">
      <dgm:prSet presAssocID="{EDAC4791-61CA-4F3C-AC06-B1DCA35C70CD}" presName="root" presStyleCnt="0">
        <dgm:presLayoutVars>
          <dgm:dir/>
          <dgm:resizeHandles val="exact"/>
        </dgm:presLayoutVars>
      </dgm:prSet>
      <dgm:spPr/>
    </dgm:pt>
    <dgm:pt modelId="{352EEC74-58A0-4F5A-A4D8-3018A89DBADA}" type="pres">
      <dgm:prSet presAssocID="{72F5FD7C-9AFA-4B5D-82B9-51E1D1247B7C}" presName="compNode" presStyleCnt="0"/>
      <dgm:spPr/>
    </dgm:pt>
    <dgm:pt modelId="{8D54AE62-8ADC-45EB-AEF1-C331D88472EF}" type="pres">
      <dgm:prSet presAssocID="{72F5FD7C-9AFA-4B5D-82B9-51E1D1247B7C}" presName="iconRect" presStyleLbl="node1" presStyleIdx="0" presStyleCnt="8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01115C3A-CE1B-479E-8EC4-4065385103E3}" type="pres">
      <dgm:prSet presAssocID="{72F5FD7C-9AFA-4B5D-82B9-51E1D1247B7C}" presName="iconSpace" presStyleCnt="0"/>
      <dgm:spPr/>
    </dgm:pt>
    <dgm:pt modelId="{51BF171A-6F3A-4909-8878-BD20286EA0CC}" type="pres">
      <dgm:prSet presAssocID="{72F5FD7C-9AFA-4B5D-82B9-51E1D1247B7C}" presName="parTx" presStyleLbl="revTx" presStyleIdx="0" presStyleCnt="16">
        <dgm:presLayoutVars>
          <dgm:chMax val="0"/>
          <dgm:chPref val="0"/>
        </dgm:presLayoutVars>
      </dgm:prSet>
      <dgm:spPr/>
    </dgm:pt>
    <dgm:pt modelId="{BE6E2043-B992-480D-B04F-0606459CB225}" type="pres">
      <dgm:prSet presAssocID="{72F5FD7C-9AFA-4B5D-82B9-51E1D1247B7C}" presName="txSpace" presStyleCnt="0"/>
      <dgm:spPr/>
    </dgm:pt>
    <dgm:pt modelId="{CA259700-B02B-4794-8D85-FBD5EFCFC124}" type="pres">
      <dgm:prSet presAssocID="{72F5FD7C-9AFA-4B5D-82B9-51E1D1247B7C}" presName="desTx" presStyleLbl="revTx" presStyleIdx="1" presStyleCnt="16">
        <dgm:presLayoutVars/>
      </dgm:prSet>
      <dgm:spPr/>
    </dgm:pt>
    <dgm:pt modelId="{10BF86FB-4687-470D-8C64-ADD93B096581}" type="pres">
      <dgm:prSet presAssocID="{BF2302A4-8914-46A2-B444-5DF02B8EA573}" presName="sibTrans" presStyleCnt="0"/>
      <dgm:spPr/>
    </dgm:pt>
    <dgm:pt modelId="{FF425091-27B6-425F-AB42-62D8336F2564}" type="pres">
      <dgm:prSet presAssocID="{C7571AB0-C368-404B-B3D5-E81050933A7F}" presName="compNode" presStyleCnt="0"/>
      <dgm:spPr/>
    </dgm:pt>
    <dgm:pt modelId="{14BFBDF6-6C3F-459D-BE87-4025A2F8F988}" type="pres">
      <dgm:prSet presAssocID="{C7571AB0-C368-404B-B3D5-E81050933A7F}" presName="iconRect" presStyleLbl="node1" presStyleIdx="1" presStyleCnt="8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6F02390-A2C3-435E-8E2E-62746882F3B2}" type="pres">
      <dgm:prSet presAssocID="{C7571AB0-C368-404B-B3D5-E81050933A7F}" presName="iconSpace" presStyleCnt="0"/>
      <dgm:spPr/>
    </dgm:pt>
    <dgm:pt modelId="{97AF141B-EFF3-46C4-BB69-9F198D63169F}" type="pres">
      <dgm:prSet presAssocID="{C7571AB0-C368-404B-B3D5-E81050933A7F}" presName="parTx" presStyleLbl="revTx" presStyleIdx="2" presStyleCnt="16">
        <dgm:presLayoutVars>
          <dgm:chMax val="0"/>
          <dgm:chPref val="0"/>
        </dgm:presLayoutVars>
      </dgm:prSet>
      <dgm:spPr/>
    </dgm:pt>
    <dgm:pt modelId="{FAAFC69A-84C2-47E8-B265-8A40030219D6}" type="pres">
      <dgm:prSet presAssocID="{C7571AB0-C368-404B-B3D5-E81050933A7F}" presName="txSpace" presStyleCnt="0"/>
      <dgm:spPr/>
    </dgm:pt>
    <dgm:pt modelId="{CB9FF567-50A5-44D4-9F26-4C7277D6F5DB}" type="pres">
      <dgm:prSet presAssocID="{C7571AB0-C368-404B-B3D5-E81050933A7F}" presName="desTx" presStyleLbl="revTx" presStyleIdx="3" presStyleCnt="16">
        <dgm:presLayoutVars/>
      </dgm:prSet>
      <dgm:spPr/>
    </dgm:pt>
    <dgm:pt modelId="{08C397BE-A0B1-4282-BD72-7E99FDCC4288}" type="pres">
      <dgm:prSet presAssocID="{078386DE-70C3-4327-8111-998C90FF3CB6}" presName="sibTrans" presStyleCnt="0"/>
      <dgm:spPr/>
    </dgm:pt>
    <dgm:pt modelId="{822806E4-1588-4C34-8252-6FFE14E028F2}" type="pres">
      <dgm:prSet presAssocID="{3422CFB9-7A27-4506-B9A5-D0028DE20AD3}" presName="compNode" presStyleCnt="0"/>
      <dgm:spPr/>
    </dgm:pt>
    <dgm:pt modelId="{39813C91-62AF-4AC2-917D-ADB2D675A0DB}" type="pres">
      <dgm:prSet presAssocID="{3422CFB9-7A27-4506-B9A5-D0028DE20AD3}" presName="iconRect" presStyleLbl="node1" presStyleIdx="2" presStyleCnt="8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513F263-9181-44DC-9EC5-5A638DCA356E}" type="pres">
      <dgm:prSet presAssocID="{3422CFB9-7A27-4506-B9A5-D0028DE20AD3}" presName="iconSpace" presStyleCnt="0"/>
      <dgm:spPr/>
    </dgm:pt>
    <dgm:pt modelId="{0D8DEE30-A92C-4EC7-889C-62D2F99D0329}" type="pres">
      <dgm:prSet presAssocID="{3422CFB9-7A27-4506-B9A5-D0028DE20AD3}" presName="parTx" presStyleLbl="revTx" presStyleIdx="4" presStyleCnt="16">
        <dgm:presLayoutVars>
          <dgm:chMax val="0"/>
          <dgm:chPref val="0"/>
        </dgm:presLayoutVars>
      </dgm:prSet>
      <dgm:spPr/>
    </dgm:pt>
    <dgm:pt modelId="{A52BC5AC-17C0-402B-BC39-4016702BE18C}" type="pres">
      <dgm:prSet presAssocID="{3422CFB9-7A27-4506-B9A5-D0028DE20AD3}" presName="txSpace" presStyleCnt="0"/>
      <dgm:spPr/>
    </dgm:pt>
    <dgm:pt modelId="{324C4FE9-948E-47CC-B215-69868157FAB2}" type="pres">
      <dgm:prSet presAssocID="{3422CFB9-7A27-4506-B9A5-D0028DE20AD3}" presName="desTx" presStyleLbl="revTx" presStyleIdx="5" presStyleCnt="16">
        <dgm:presLayoutVars/>
      </dgm:prSet>
      <dgm:spPr/>
    </dgm:pt>
    <dgm:pt modelId="{AE7D5F18-339D-43F4-8ABC-443E9BEC7E6E}" type="pres">
      <dgm:prSet presAssocID="{9F227E8A-3914-44CA-8AAA-629023EE9726}" presName="sibTrans" presStyleCnt="0"/>
      <dgm:spPr/>
    </dgm:pt>
    <dgm:pt modelId="{DE1AB868-B297-4199-883C-A3F22838D820}" type="pres">
      <dgm:prSet presAssocID="{FC3163D9-C2F3-4758-A09E-AA61540C689B}" presName="compNode" presStyleCnt="0"/>
      <dgm:spPr/>
    </dgm:pt>
    <dgm:pt modelId="{8C33C631-244C-428B-B13C-01ADACEBD529}" type="pres">
      <dgm:prSet presAssocID="{FC3163D9-C2F3-4758-A09E-AA61540C689B}" presName="iconRect" presStyleLbl="node1" presStyleIdx="3" presStyleCnt="8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5055C949-4790-469B-9E50-C2B5849D4DB8}" type="pres">
      <dgm:prSet presAssocID="{FC3163D9-C2F3-4758-A09E-AA61540C689B}" presName="iconSpace" presStyleCnt="0"/>
      <dgm:spPr/>
    </dgm:pt>
    <dgm:pt modelId="{7F671E88-BC25-4930-8105-F75ECA8C2481}" type="pres">
      <dgm:prSet presAssocID="{FC3163D9-C2F3-4758-A09E-AA61540C689B}" presName="parTx" presStyleLbl="revTx" presStyleIdx="6" presStyleCnt="16">
        <dgm:presLayoutVars>
          <dgm:chMax val="0"/>
          <dgm:chPref val="0"/>
        </dgm:presLayoutVars>
      </dgm:prSet>
      <dgm:spPr/>
    </dgm:pt>
    <dgm:pt modelId="{1B6056F7-9A11-48A0-8F8B-19C89D0EC45C}" type="pres">
      <dgm:prSet presAssocID="{FC3163D9-C2F3-4758-A09E-AA61540C689B}" presName="txSpace" presStyleCnt="0"/>
      <dgm:spPr/>
    </dgm:pt>
    <dgm:pt modelId="{DBFE3FAF-74F4-4A98-A809-1744169D6BEA}" type="pres">
      <dgm:prSet presAssocID="{FC3163D9-C2F3-4758-A09E-AA61540C689B}" presName="desTx" presStyleLbl="revTx" presStyleIdx="7" presStyleCnt="16">
        <dgm:presLayoutVars/>
      </dgm:prSet>
      <dgm:spPr/>
    </dgm:pt>
    <dgm:pt modelId="{F8A029C7-21FE-46EB-90F9-482819DB8D4A}" type="pres">
      <dgm:prSet presAssocID="{DB0B84C0-4873-4BAB-A0BD-1FF9005BA5BE}" presName="sibTrans" presStyleCnt="0"/>
      <dgm:spPr/>
    </dgm:pt>
    <dgm:pt modelId="{9066A3C5-7D29-41DA-941D-CDD1CFFE5D7D}" type="pres">
      <dgm:prSet presAssocID="{BAB087FA-A932-42C3-B968-A890A8477D99}" presName="compNode" presStyleCnt="0"/>
      <dgm:spPr/>
    </dgm:pt>
    <dgm:pt modelId="{D661607A-A448-448B-90B0-46DD70C07608}" type="pres">
      <dgm:prSet presAssocID="{BAB087FA-A932-42C3-B968-A890A8477D99}" presName="iconRect" presStyleLbl="node1" presStyleIdx="4" presStyleCnt="8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5C2469FE-0B18-4E21-AC2C-3A5BC54DAAFE}" type="pres">
      <dgm:prSet presAssocID="{BAB087FA-A932-42C3-B968-A890A8477D99}" presName="iconSpace" presStyleCnt="0"/>
      <dgm:spPr/>
    </dgm:pt>
    <dgm:pt modelId="{B405D688-272A-4DBC-ACDA-5EBFD6046314}" type="pres">
      <dgm:prSet presAssocID="{BAB087FA-A932-42C3-B968-A890A8477D99}" presName="parTx" presStyleLbl="revTx" presStyleIdx="8" presStyleCnt="16">
        <dgm:presLayoutVars>
          <dgm:chMax val="0"/>
          <dgm:chPref val="0"/>
        </dgm:presLayoutVars>
      </dgm:prSet>
      <dgm:spPr/>
    </dgm:pt>
    <dgm:pt modelId="{B1092FCE-6487-4507-BE65-082142C1A97A}" type="pres">
      <dgm:prSet presAssocID="{BAB087FA-A932-42C3-B968-A890A8477D99}" presName="txSpace" presStyleCnt="0"/>
      <dgm:spPr/>
    </dgm:pt>
    <dgm:pt modelId="{0621A61C-79CE-4319-9695-E405A29B34E6}" type="pres">
      <dgm:prSet presAssocID="{BAB087FA-A932-42C3-B968-A890A8477D99}" presName="desTx" presStyleLbl="revTx" presStyleIdx="9" presStyleCnt="16">
        <dgm:presLayoutVars/>
      </dgm:prSet>
      <dgm:spPr/>
    </dgm:pt>
    <dgm:pt modelId="{00B18E0C-FAF9-4966-96F9-956B5FF6E38F}" type="pres">
      <dgm:prSet presAssocID="{6EE8A0E0-263A-42D4-AFFA-7F6ED0791086}" presName="sibTrans" presStyleCnt="0"/>
      <dgm:spPr/>
    </dgm:pt>
    <dgm:pt modelId="{F87BC766-16CD-4C36-AF43-0FC769A2C04D}" type="pres">
      <dgm:prSet presAssocID="{BC0FCEB4-7255-4184-8751-0DD4696E25E6}" presName="compNode" presStyleCnt="0"/>
      <dgm:spPr/>
    </dgm:pt>
    <dgm:pt modelId="{D7C5E16C-838A-4F40-9A9E-F2770C3EF9E2}" type="pres">
      <dgm:prSet presAssocID="{BC0FCEB4-7255-4184-8751-0DD4696E25E6}" presName="iconRect" presStyleLbl="node1" presStyleIdx="5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504B9BB-02F5-406B-992B-52BFA11940AA}" type="pres">
      <dgm:prSet presAssocID="{BC0FCEB4-7255-4184-8751-0DD4696E25E6}" presName="iconSpace" presStyleCnt="0"/>
      <dgm:spPr/>
    </dgm:pt>
    <dgm:pt modelId="{F6C147F0-82B2-43C5-84A4-9769D716554F}" type="pres">
      <dgm:prSet presAssocID="{BC0FCEB4-7255-4184-8751-0DD4696E25E6}" presName="parTx" presStyleLbl="revTx" presStyleIdx="10" presStyleCnt="16">
        <dgm:presLayoutVars>
          <dgm:chMax val="0"/>
          <dgm:chPref val="0"/>
        </dgm:presLayoutVars>
      </dgm:prSet>
      <dgm:spPr/>
    </dgm:pt>
    <dgm:pt modelId="{7FB378FB-B8E2-4E13-96BF-D0C111291D64}" type="pres">
      <dgm:prSet presAssocID="{BC0FCEB4-7255-4184-8751-0DD4696E25E6}" presName="txSpace" presStyleCnt="0"/>
      <dgm:spPr/>
    </dgm:pt>
    <dgm:pt modelId="{3E05202A-E725-48E3-AE66-56E4000BF911}" type="pres">
      <dgm:prSet presAssocID="{BC0FCEB4-7255-4184-8751-0DD4696E25E6}" presName="desTx" presStyleLbl="revTx" presStyleIdx="11" presStyleCnt="16">
        <dgm:presLayoutVars/>
      </dgm:prSet>
      <dgm:spPr/>
    </dgm:pt>
    <dgm:pt modelId="{42D14977-3BD7-4C91-BD6C-A5EF0458E8E3}" type="pres">
      <dgm:prSet presAssocID="{5660D01A-CE4E-411B-B82E-290D25EAAA06}" presName="sibTrans" presStyleCnt="0"/>
      <dgm:spPr/>
    </dgm:pt>
    <dgm:pt modelId="{D1C86587-083F-4EC1-AE2B-94D1536FD467}" type="pres">
      <dgm:prSet presAssocID="{D784D7EC-487F-4610-9B7F-310970AEC76B}" presName="compNode" presStyleCnt="0"/>
      <dgm:spPr/>
    </dgm:pt>
    <dgm:pt modelId="{635E85E4-AF08-4988-B4BE-8200A2036164}" type="pres">
      <dgm:prSet presAssocID="{D784D7EC-487F-4610-9B7F-310970AEC76B}" presName="iconRect" presStyleLbl="node1" presStyleIdx="6" presStyleCnt="8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D0CAD5EA-46F6-45C5-A3C4-D7036D876797}" type="pres">
      <dgm:prSet presAssocID="{D784D7EC-487F-4610-9B7F-310970AEC76B}" presName="iconSpace" presStyleCnt="0"/>
      <dgm:spPr/>
    </dgm:pt>
    <dgm:pt modelId="{66AE5F7D-702D-4A2D-8BC3-C5A924B67D7B}" type="pres">
      <dgm:prSet presAssocID="{D784D7EC-487F-4610-9B7F-310970AEC76B}" presName="parTx" presStyleLbl="revTx" presStyleIdx="12" presStyleCnt="16">
        <dgm:presLayoutVars>
          <dgm:chMax val="0"/>
          <dgm:chPref val="0"/>
        </dgm:presLayoutVars>
      </dgm:prSet>
      <dgm:spPr/>
    </dgm:pt>
    <dgm:pt modelId="{B5818C88-E224-47C2-866B-928153BD3B29}" type="pres">
      <dgm:prSet presAssocID="{D784D7EC-487F-4610-9B7F-310970AEC76B}" presName="txSpace" presStyleCnt="0"/>
      <dgm:spPr/>
    </dgm:pt>
    <dgm:pt modelId="{79CE1CE4-0164-4773-A3AA-8F5BA3030108}" type="pres">
      <dgm:prSet presAssocID="{D784D7EC-487F-4610-9B7F-310970AEC76B}" presName="desTx" presStyleLbl="revTx" presStyleIdx="13" presStyleCnt="16">
        <dgm:presLayoutVars/>
      </dgm:prSet>
      <dgm:spPr/>
    </dgm:pt>
    <dgm:pt modelId="{C44B6CCD-B96F-4F63-9F64-60689AD2EEF3}" type="pres">
      <dgm:prSet presAssocID="{0722D8B9-EE6E-4C1C-8D70-C416BC4D159E}" presName="sibTrans" presStyleCnt="0"/>
      <dgm:spPr/>
    </dgm:pt>
    <dgm:pt modelId="{C870A707-9507-4E62-A1CF-4D36097DAAFD}" type="pres">
      <dgm:prSet presAssocID="{4836DE95-1A3A-4A77-AE49-BF1A29752CA2}" presName="compNode" presStyleCnt="0"/>
      <dgm:spPr/>
    </dgm:pt>
    <dgm:pt modelId="{2DEA694F-DBB4-4E6A-9CAC-CC5E55007BE3}" type="pres">
      <dgm:prSet presAssocID="{4836DE95-1A3A-4A77-AE49-BF1A29752CA2}" presName="iconRect" presStyleLbl="node1" presStyleIdx="7" presStyleCnt="8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ABE1D626-8F24-4198-9980-5591A6C68592}" type="pres">
      <dgm:prSet presAssocID="{4836DE95-1A3A-4A77-AE49-BF1A29752CA2}" presName="iconSpace" presStyleCnt="0"/>
      <dgm:spPr/>
    </dgm:pt>
    <dgm:pt modelId="{DB0DB308-745E-4D93-807F-EB84E9C8C461}" type="pres">
      <dgm:prSet presAssocID="{4836DE95-1A3A-4A77-AE49-BF1A29752CA2}" presName="parTx" presStyleLbl="revTx" presStyleIdx="14" presStyleCnt="16">
        <dgm:presLayoutVars>
          <dgm:chMax val="0"/>
          <dgm:chPref val="0"/>
        </dgm:presLayoutVars>
      </dgm:prSet>
      <dgm:spPr/>
    </dgm:pt>
    <dgm:pt modelId="{E6EB96F2-A2ED-4AAD-8040-0E57C84AA209}" type="pres">
      <dgm:prSet presAssocID="{4836DE95-1A3A-4A77-AE49-BF1A29752CA2}" presName="txSpace" presStyleCnt="0"/>
      <dgm:spPr/>
    </dgm:pt>
    <dgm:pt modelId="{E72DB40F-5A2B-4FCC-916A-423F76C36C8B}" type="pres">
      <dgm:prSet presAssocID="{4836DE95-1A3A-4A77-AE49-BF1A29752CA2}" presName="desTx" presStyleLbl="revTx" presStyleIdx="15" presStyleCnt="16">
        <dgm:presLayoutVars/>
      </dgm:prSet>
      <dgm:spPr/>
    </dgm:pt>
  </dgm:ptLst>
  <dgm:cxnLst>
    <dgm:cxn modelId="{AFAD3E0C-F24F-4F53-9079-4B5DE5550694}" type="presOf" srcId="{C7571AB0-C368-404B-B3D5-E81050933A7F}" destId="{97AF141B-EFF3-46C4-BB69-9F198D63169F}" srcOrd="0" destOrd="0" presId="urn:microsoft.com/office/officeart/2018/2/layout/IconLabelDescriptionList"/>
    <dgm:cxn modelId="{897CFA0F-247A-49FE-9550-729EFAE90781}" srcId="{EDAC4791-61CA-4F3C-AC06-B1DCA35C70CD}" destId="{FC3163D9-C2F3-4758-A09E-AA61540C689B}" srcOrd="3" destOrd="0" parTransId="{95A22382-C0FF-45F0-965D-FFB9026188EC}" sibTransId="{DB0B84C0-4873-4BAB-A0BD-1FF9005BA5BE}"/>
    <dgm:cxn modelId="{1733B713-3FBE-427D-892F-4468A8B2C327}" srcId="{EDAC4791-61CA-4F3C-AC06-B1DCA35C70CD}" destId="{4836DE95-1A3A-4A77-AE49-BF1A29752CA2}" srcOrd="7" destOrd="0" parTransId="{4E4F29A8-4CF8-4427-B6C6-2B3D101787E5}" sibTransId="{D07B5115-ED87-400F-976B-89B15674CE16}"/>
    <dgm:cxn modelId="{FA470627-E473-4A4B-9EE9-51FD41ADF105}" type="presOf" srcId="{FC3163D9-C2F3-4758-A09E-AA61540C689B}" destId="{7F671E88-BC25-4930-8105-F75ECA8C2481}" srcOrd="0" destOrd="0" presId="urn:microsoft.com/office/officeart/2018/2/layout/IconLabelDescriptionList"/>
    <dgm:cxn modelId="{852EA931-1902-43E9-AD13-3E9C6B648982}" type="presOf" srcId="{3422CFB9-7A27-4506-B9A5-D0028DE20AD3}" destId="{0D8DEE30-A92C-4EC7-889C-62D2F99D0329}" srcOrd="0" destOrd="0" presId="urn:microsoft.com/office/officeart/2018/2/layout/IconLabelDescriptionList"/>
    <dgm:cxn modelId="{2F080634-0EA4-4D72-824B-3BF227DBC9E3}" type="presOf" srcId="{72F5FD7C-9AFA-4B5D-82B9-51E1D1247B7C}" destId="{51BF171A-6F3A-4909-8878-BD20286EA0CC}" srcOrd="0" destOrd="0" presId="urn:microsoft.com/office/officeart/2018/2/layout/IconLabelDescriptionList"/>
    <dgm:cxn modelId="{7701C162-CA5C-4B36-B165-B7A3170EEBB7}" type="presOf" srcId="{D784D7EC-487F-4610-9B7F-310970AEC76B}" destId="{66AE5F7D-702D-4A2D-8BC3-C5A924B67D7B}" srcOrd="0" destOrd="0" presId="urn:microsoft.com/office/officeart/2018/2/layout/IconLabelDescriptionList"/>
    <dgm:cxn modelId="{FCDE7065-7CA1-44A6-B802-BD05B414A18B}" type="presOf" srcId="{BC0FCEB4-7255-4184-8751-0DD4696E25E6}" destId="{F6C147F0-82B2-43C5-84A4-9769D716554F}" srcOrd="0" destOrd="0" presId="urn:microsoft.com/office/officeart/2018/2/layout/IconLabelDescriptionList"/>
    <dgm:cxn modelId="{08FD336F-935D-44EA-B718-5A562CF7E453}" srcId="{EDAC4791-61CA-4F3C-AC06-B1DCA35C70CD}" destId="{3422CFB9-7A27-4506-B9A5-D0028DE20AD3}" srcOrd="2" destOrd="0" parTransId="{53BB3EAA-22D5-4A5E-99E3-3C76CE76EBA1}" sibTransId="{9F227E8A-3914-44CA-8AAA-629023EE9726}"/>
    <dgm:cxn modelId="{83D9B073-97EC-4D05-8EFF-02064FC0D361}" srcId="{EDAC4791-61CA-4F3C-AC06-B1DCA35C70CD}" destId="{72F5FD7C-9AFA-4B5D-82B9-51E1D1247B7C}" srcOrd="0" destOrd="0" parTransId="{48C10AB1-E6DB-425C-988C-98916FC67326}" sibTransId="{BF2302A4-8914-46A2-B444-5DF02B8EA573}"/>
    <dgm:cxn modelId="{A4C30F87-EF59-4710-A4C0-3A5A5F45D7E3}" type="presOf" srcId="{BAB087FA-A932-42C3-B968-A890A8477D99}" destId="{B405D688-272A-4DBC-ACDA-5EBFD6046314}" srcOrd="0" destOrd="0" presId="urn:microsoft.com/office/officeart/2018/2/layout/IconLabelDescriptionList"/>
    <dgm:cxn modelId="{114CE793-EB57-4A0A-B1A0-F849D38D9316}" srcId="{EDAC4791-61CA-4F3C-AC06-B1DCA35C70CD}" destId="{BAB087FA-A932-42C3-B968-A890A8477D99}" srcOrd="4" destOrd="0" parTransId="{3A2CD79B-9A56-43E5-9454-C3325BBB4896}" sibTransId="{6EE8A0E0-263A-42D4-AFFA-7F6ED0791086}"/>
    <dgm:cxn modelId="{072C56CA-8E83-41EF-A432-88066CF65136}" type="presOf" srcId="{EDAC4791-61CA-4F3C-AC06-B1DCA35C70CD}" destId="{05868482-EDDE-4A9B-9224-B04550D72E01}" srcOrd="0" destOrd="0" presId="urn:microsoft.com/office/officeart/2018/2/layout/IconLabelDescriptionList"/>
    <dgm:cxn modelId="{390B64CB-7B5C-4E5B-87C8-F31A8501221B}" srcId="{EDAC4791-61CA-4F3C-AC06-B1DCA35C70CD}" destId="{D784D7EC-487F-4610-9B7F-310970AEC76B}" srcOrd="6" destOrd="0" parTransId="{D216956B-C7CC-46F0-A40E-5B2B8BCD0F1A}" sibTransId="{0722D8B9-EE6E-4C1C-8D70-C416BC4D159E}"/>
    <dgm:cxn modelId="{D661CAD0-F642-48BF-B340-D7EAB3B4B3C9}" srcId="{EDAC4791-61CA-4F3C-AC06-B1DCA35C70CD}" destId="{BC0FCEB4-7255-4184-8751-0DD4696E25E6}" srcOrd="5" destOrd="0" parTransId="{4B0201CF-F659-407F-82EF-50AD5560ACCE}" sibTransId="{5660D01A-CE4E-411B-B82E-290D25EAAA06}"/>
    <dgm:cxn modelId="{6F4969E5-1D51-4FC1-9C5F-866458A6161C}" type="presOf" srcId="{4836DE95-1A3A-4A77-AE49-BF1A29752CA2}" destId="{DB0DB308-745E-4D93-807F-EB84E9C8C461}" srcOrd="0" destOrd="0" presId="urn:microsoft.com/office/officeart/2018/2/layout/IconLabelDescriptionList"/>
    <dgm:cxn modelId="{9C84C3FE-5F7A-4E54-979A-B7D50D31E3B0}" srcId="{EDAC4791-61CA-4F3C-AC06-B1DCA35C70CD}" destId="{C7571AB0-C368-404B-B3D5-E81050933A7F}" srcOrd="1" destOrd="0" parTransId="{0836942B-32FB-464F-A3BA-53FF73BF1DC5}" sibTransId="{078386DE-70C3-4327-8111-998C90FF3CB6}"/>
    <dgm:cxn modelId="{CABFECC9-0AEA-4E83-9937-C6347D7BD138}" type="presParOf" srcId="{05868482-EDDE-4A9B-9224-B04550D72E01}" destId="{352EEC74-58A0-4F5A-A4D8-3018A89DBADA}" srcOrd="0" destOrd="0" presId="urn:microsoft.com/office/officeart/2018/2/layout/IconLabelDescriptionList"/>
    <dgm:cxn modelId="{FD17E6CF-5558-4F31-AAE6-0A3DF7EC50C1}" type="presParOf" srcId="{352EEC74-58A0-4F5A-A4D8-3018A89DBADA}" destId="{8D54AE62-8ADC-45EB-AEF1-C331D88472EF}" srcOrd="0" destOrd="0" presId="urn:microsoft.com/office/officeart/2018/2/layout/IconLabelDescriptionList"/>
    <dgm:cxn modelId="{2E2ADAFB-F1D6-4806-A6AC-9F2C14024B23}" type="presParOf" srcId="{352EEC74-58A0-4F5A-A4D8-3018A89DBADA}" destId="{01115C3A-CE1B-479E-8EC4-4065385103E3}" srcOrd="1" destOrd="0" presId="urn:microsoft.com/office/officeart/2018/2/layout/IconLabelDescriptionList"/>
    <dgm:cxn modelId="{7379E4EC-85FA-4472-9C6C-252816EF53CD}" type="presParOf" srcId="{352EEC74-58A0-4F5A-A4D8-3018A89DBADA}" destId="{51BF171A-6F3A-4909-8878-BD20286EA0CC}" srcOrd="2" destOrd="0" presId="urn:microsoft.com/office/officeart/2018/2/layout/IconLabelDescriptionList"/>
    <dgm:cxn modelId="{C00AAAEC-0CF4-4426-AFD7-F53C29FD0F6E}" type="presParOf" srcId="{352EEC74-58A0-4F5A-A4D8-3018A89DBADA}" destId="{BE6E2043-B992-480D-B04F-0606459CB225}" srcOrd="3" destOrd="0" presId="urn:microsoft.com/office/officeart/2018/2/layout/IconLabelDescriptionList"/>
    <dgm:cxn modelId="{17523C2E-3E8E-4290-85DD-D4C0D55D6FEA}" type="presParOf" srcId="{352EEC74-58A0-4F5A-A4D8-3018A89DBADA}" destId="{CA259700-B02B-4794-8D85-FBD5EFCFC124}" srcOrd="4" destOrd="0" presId="urn:microsoft.com/office/officeart/2018/2/layout/IconLabelDescriptionList"/>
    <dgm:cxn modelId="{4181B863-15E1-40AF-997D-05A9166260DE}" type="presParOf" srcId="{05868482-EDDE-4A9B-9224-B04550D72E01}" destId="{10BF86FB-4687-470D-8C64-ADD93B096581}" srcOrd="1" destOrd="0" presId="urn:microsoft.com/office/officeart/2018/2/layout/IconLabelDescriptionList"/>
    <dgm:cxn modelId="{1DB5E740-0936-4981-8EBC-8C236CF295EC}" type="presParOf" srcId="{05868482-EDDE-4A9B-9224-B04550D72E01}" destId="{FF425091-27B6-425F-AB42-62D8336F2564}" srcOrd="2" destOrd="0" presId="urn:microsoft.com/office/officeart/2018/2/layout/IconLabelDescriptionList"/>
    <dgm:cxn modelId="{63DE0139-7B32-49A8-A72B-5A635171CC8E}" type="presParOf" srcId="{FF425091-27B6-425F-AB42-62D8336F2564}" destId="{14BFBDF6-6C3F-459D-BE87-4025A2F8F988}" srcOrd="0" destOrd="0" presId="urn:microsoft.com/office/officeart/2018/2/layout/IconLabelDescriptionList"/>
    <dgm:cxn modelId="{BB34F755-9033-4A86-9258-BD3DDEEB72F7}" type="presParOf" srcId="{FF425091-27B6-425F-AB42-62D8336F2564}" destId="{46F02390-A2C3-435E-8E2E-62746882F3B2}" srcOrd="1" destOrd="0" presId="urn:microsoft.com/office/officeart/2018/2/layout/IconLabelDescriptionList"/>
    <dgm:cxn modelId="{752B8D77-3ECD-43FA-B927-1879B165B3BE}" type="presParOf" srcId="{FF425091-27B6-425F-AB42-62D8336F2564}" destId="{97AF141B-EFF3-46C4-BB69-9F198D63169F}" srcOrd="2" destOrd="0" presId="urn:microsoft.com/office/officeart/2018/2/layout/IconLabelDescriptionList"/>
    <dgm:cxn modelId="{3F517F81-D08A-4D0A-AC87-66FEE09222F1}" type="presParOf" srcId="{FF425091-27B6-425F-AB42-62D8336F2564}" destId="{FAAFC69A-84C2-47E8-B265-8A40030219D6}" srcOrd="3" destOrd="0" presId="urn:microsoft.com/office/officeart/2018/2/layout/IconLabelDescriptionList"/>
    <dgm:cxn modelId="{2D7CE095-DAF5-4112-BD2E-CF9A3C4164E5}" type="presParOf" srcId="{FF425091-27B6-425F-AB42-62D8336F2564}" destId="{CB9FF567-50A5-44D4-9F26-4C7277D6F5DB}" srcOrd="4" destOrd="0" presId="urn:microsoft.com/office/officeart/2018/2/layout/IconLabelDescriptionList"/>
    <dgm:cxn modelId="{BF16F90D-5F60-42DF-80F0-01788721F943}" type="presParOf" srcId="{05868482-EDDE-4A9B-9224-B04550D72E01}" destId="{08C397BE-A0B1-4282-BD72-7E99FDCC4288}" srcOrd="3" destOrd="0" presId="urn:microsoft.com/office/officeart/2018/2/layout/IconLabelDescriptionList"/>
    <dgm:cxn modelId="{85CE7D09-3A87-4984-B390-FB6A97F1FEAD}" type="presParOf" srcId="{05868482-EDDE-4A9B-9224-B04550D72E01}" destId="{822806E4-1588-4C34-8252-6FFE14E028F2}" srcOrd="4" destOrd="0" presId="urn:microsoft.com/office/officeart/2018/2/layout/IconLabelDescriptionList"/>
    <dgm:cxn modelId="{55798EBD-6944-45ED-A9DA-EB8C8EFA4BF0}" type="presParOf" srcId="{822806E4-1588-4C34-8252-6FFE14E028F2}" destId="{39813C91-62AF-4AC2-917D-ADB2D675A0DB}" srcOrd="0" destOrd="0" presId="urn:microsoft.com/office/officeart/2018/2/layout/IconLabelDescriptionList"/>
    <dgm:cxn modelId="{C00565AC-3959-4D51-96E2-2E886AB23DA0}" type="presParOf" srcId="{822806E4-1588-4C34-8252-6FFE14E028F2}" destId="{F513F263-9181-44DC-9EC5-5A638DCA356E}" srcOrd="1" destOrd="0" presId="urn:microsoft.com/office/officeart/2018/2/layout/IconLabelDescriptionList"/>
    <dgm:cxn modelId="{DDFF913C-22DA-4739-AC32-65C4FEC85A1D}" type="presParOf" srcId="{822806E4-1588-4C34-8252-6FFE14E028F2}" destId="{0D8DEE30-A92C-4EC7-889C-62D2F99D0329}" srcOrd="2" destOrd="0" presId="urn:microsoft.com/office/officeart/2018/2/layout/IconLabelDescriptionList"/>
    <dgm:cxn modelId="{2B19D73D-1AB3-4F13-ADB1-669B71E896BB}" type="presParOf" srcId="{822806E4-1588-4C34-8252-6FFE14E028F2}" destId="{A52BC5AC-17C0-402B-BC39-4016702BE18C}" srcOrd="3" destOrd="0" presId="urn:microsoft.com/office/officeart/2018/2/layout/IconLabelDescriptionList"/>
    <dgm:cxn modelId="{CCEEC30D-3457-4B24-9204-7084647017B2}" type="presParOf" srcId="{822806E4-1588-4C34-8252-6FFE14E028F2}" destId="{324C4FE9-948E-47CC-B215-69868157FAB2}" srcOrd="4" destOrd="0" presId="urn:microsoft.com/office/officeart/2018/2/layout/IconLabelDescriptionList"/>
    <dgm:cxn modelId="{181D08DF-74F6-402E-94F8-8DBC4F12B377}" type="presParOf" srcId="{05868482-EDDE-4A9B-9224-B04550D72E01}" destId="{AE7D5F18-339D-43F4-8ABC-443E9BEC7E6E}" srcOrd="5" destOrd="0" presId="urn:microsoft.com/office/officeart/2018/2/layout/IconLabelDescriptionList"/>
    <dgm:cxn modelId="{3FC5703F-1307-4F64-B1E2-2CB41630BC4C}" type="presParOf" srcId="{05868482-EDDE-4A9B-9224-B04550D72E01}" destId="{DE1AB868-B297-4199-883C-A3F22838D820}" srcOrd="6" destOrd="0" presId="urn:microsoft.com/office/officeart/2018/2/layout/IconLabelDescriptionList"/>
    <dgm:cxn modelId="{194785B2-7FF6-419D-B891-B49BBC4B4651}" type="presParOf" srcId="{DE1AB868-B297-4199-883C-A3F22838D820}" destId="{8C33C631-244C-428B-B13C-01ADACEBD529}" srcOrd="0" destOrd="0" presId="urn:microsoft.com/office/officeart/2018/2/layout/IconLabelDescriptionList"/>
    <dgm:cxn modelId="{137A3213-C1E4-4314-A917-6FA58AFD0EB6}" type="presParOf" srcId="{DE1AB868-B297-4199-883C-A3F22838D820}" destId="{5055C949-4790-469B-9E50-C2B5849D4DB8}" srcOrd="1" destOrd="0" presId="urn:microsoft.com/office/officeart/2018/2/layout/IconLabelDescriptionList"/>
    <dgm:cxn modelId="{18461AA6-33FA-47C3-ACAD-92366AE3F21E}" type="presParOf" srcId="{DE1AB868-B297-4199-883C-A3F22838D820}" destId="{7F671E88-BC25-4930-8105-F75ECA8C2481}" srcOrd="2" destOrd="0" presId="urn:microsoft.com/office/officeart/2018/2/layout/IconLabelDescriptionList"/>
    <dgm:cxn modelId="{880EEF1C-20EB-406E-A124-8471AD74FE7A}" type="presParOf" srcId="{DE1AB868-B297-4199-883C-A3F22838D820}" destId="{1B6056F7-9A11-48A0-8F8B-19C89D0EC45C}" srcOrd="3" destOrd="0" presId="urn:microsoft.com/office/officeart/2018/2/layout/IconLabelDescriptionList"/>
    <dgm:cxn modelId="{F0B2D52F-3BC0-4E34-B25C-A3FAF80FB036}" type="presParOf" srcId="{DE1AB868-B297-4199-883C-A3F22838D820}" destId="{DBFE3FAF-74F4-4A98-A809-1744169D6BEA}" srcOrd="4" destOrd="0" presId="urn:microsoft.com/office/officeart/2018/2/layout/IconLabelDescriptionList"/>
    <dgm:cxn modelId="{E054B865-9754-40E4-9F65-B112535A7018}" type="presParOf" srcId="{05868482-EDDE-4A9B-9224-B04550D72E01}" destId="{F8A029C7-21FE-46EB-90F9-482819DB8D4A}" srcOrd="7" destOrd="0" presId="urn:microsoft.com/office/officeart/2018/2/layout/IconLabelDescriptionList"/>
    <dgm:cxn modelId="{DC57FCBA-7B72-46F2-AAFB-76355C50DE50}" type="presParOf" srcId="{05868482-EDDE-4A9B-9224-B04550D72E01}" destId="{9066A3C5-7D29-41DA-941D-CDD1CFFE5D7D}" srcOrd="8" destOrd="0" presId="urn:microsoft.com/office/officeart/2018/2/layout/IconLabelDescriptionList"/>
    <dgm:cxn modelId="{D739D089-13E4-442C-B51C-0F5783B6831F}" type="presParOf" srcId="{9066A3C5-7D29-41DA-941D-CDD1CFFE5D7D}" destId="{D661607A-A448-448B-90B0-46DD70C07608}" srcOrd="0" destOrd="0" presId="urn:microsoft.com/office/officeart/2018/2/layout/IconLabelDescriptionList"/>
    <dgm:cxn modelId="{33FE9F08-505B-42E4-A9F3-A9F95A6720AA}" type="presParOf" srcId="{9066A3C5-7D29-41DA-941D-CDD1CFFE5D7D}" destId="{5C2469FE-0B18-4E21-AC2C-3A5BC54DAAFE}" srcOrd="1" destOrd="0" presId="urn:microsoft.com/office/officeart/2018/2/layout/IconLabelDescriptionList"/>
    <dgm:cxn modelId="{84C1F468-B3CF-4071-B2E5-ADE595957418}" type="presParOf" srcId="{9066A3C5-7D29-41DA-941D-CDD1CFFE5D7D}" destId="{B405D688-272A-4DBC-ACDA-5EBFD6046314}" srcOrd="2" destOrd="0" presId="urn:microsoft.com/office/officeart/2018/2/layout/IconLabelDescriptionList"/>
    <dgm:cxn modelId="{4ECB6155-ABB9-4B74-B48A-568EE6F375F7}" type="presParOf" srcId="{9066A3C5-7D29-41DA-941D-CDD1CFFE5D7D}" destId="{B1092FCE-6487-4507-BE65-082142C1A97A}" srcOrd="3" destOrd="0" presId="urn:microsoft.com/office/officeart/2018/2/layout/IconLabelDescriptionList"/>
    <dgm:cxn modelId="{E30AB62C-7982-4829-A812-CB540D577339}" type="presParOf" srcId="{9066A3C5-7D29-41DA-941D-CDD1CFFE5D7D}" destId="{0621A61C-79CE-4319-9695-E405A29B34E6}" srcOrd="4" destOrd="0" presId="urn:microsoft.com/office/officeart/2018/2/layout/IconLabelDescriptionList"/>
    <dgm:cxn modelId="{33FB8322-630F-4A9F-B608-C45FC8B59DED}" type="presParOf" srcId="{05868482-EDDE-4A9B-9224-B04550D72E01}" destId="{00B18E0C-FAF9-4966-96F9-956B5FF6E38F}" srcOrd="9" destOrd="0" presId="urn:microsoft.com/office/officeart/2018/2/layout/IconLabelDescriptionList"/>
    <dgm:cxn modelId="{AF43AB79-AB01-4AC0-A1A3-EA15B43D8336}" type="presParOf" srcId="{05868482-EDDE-4A9B-9224-B04550D72E01}" destId="{F87BC766-16CD-4C36-AF43-0FC769A2C04D}" srcOrd="10" destOrd="0" presId="urn:microsoft.com/office/officeart/2018/2/layout/IconLabelDescriptionList"/>
    <dgm:cxn modelId="{288890C0-5CB0-493D-9B0D-8AE9058384BA}" type="presParOf" srcId="{F87BC766-16CD-4C36-AF43-0FC769A2C04D}" destId="{D7C5E16C-838A-4F40-9A9E-F2770C3EF9E2}" srcOrd="0" destOrd="0" presId="urn:microsoft.com/office/officeart/2018/2/layout/IconLabelDescriptionList"/>
    <dgm:cxn modelId="{E6A3FFAA-3E39-4BAF-8B0A-A5A3619CE761}" type="presParOf" srcId="{F87BC766-16CD-4C36-AF43-0FC769A2C04D}" destId="{E504B9BB-02F5-406B-992B-52BFA11940AA}" srcOrd="1" destOrd="0" presId="urn:microsoft.com/office/officeart/2018/2/layout/IconLabelDescriptionList"/>
    <dgm:cxn modelId="{4123218F-7EA6-437B-BF3F-C03AD6925534}" type="presParOf" srcId="{F87BC766-16CD-4C36-AF43-0FC769A2C04D}" destId="{F6C147F0-82B2-43C5-84A4-9769D716554F}" srcOrd="2" destOrd="0" presId="urn:microsoft.com/office/officeart/2018/2/layout/IconLabelDescriptionList"/>
    <dgm:cxn modelId="{6929F87D-EBE6-4948-873E-D97A0AD548F2}" type="presParOf" srcId="{F87BC766-16CD-4C36-AF43-0FC769A2C04D}" destId="{7FB378FB-B8E2-4E13-96BF-D0C111291D64}" srcOrd="3" destOrd="0" presId="urn:microsoft.com/office/officeart/2018/2/layout/IconLabelDescriptionList"/>
    <dgm:cxn modelId="{EAFFC2BB-7E0F-4EB0-8D7E-ECA3AC08E1CC}" type="presParOf" srcId="{F87BC766-16CD-4C36-AF43-0FC769A2C04D}" destId="{3E05202A-E725-48E3-AE66-56E4000BF911}" srcOrd="4" destOrd="0" presId="urn:microsoft.com/office/officeart/2018/2/layout/IconLabelDescriptionList"/>
    <dgm:cxn modelId="{5C336B25-3F9E-47C9-9BC0-3B1B3DF13BCC}" type="presParOf" srcId="{05868482-EDDE-4A9B-9224-B04550D72E01}" destId="{42D14977-3BD7-4C91-BD6C-A5EF0458E8E3}" srcOrd="11" destOrd="0" presId="urn:microsoft.com/office/officeart/2018/2/layout/IconLabelDescriptionList"/>
    <dgm:cxn modelId="{B8ACC078-F28D-48C2-8B27-E2C1211D994D}" type="presParOf" srcId="{05868482-EDDE-4A9B-9224-B04550D72E01}" destId="{D1C86587-083F-4EC1-AE2B-94D1536FD467}" srcOrd="12" destOrd="0" presId="urn:microsoft.com/office/officeart/2018/2/layout/IconLabelDescriptionList"/>
    <dgm:cxn modelId="{4676F8B9-2476-4EDE-BBC1-F94C3AD74EE2}" type="presParOf" srcId="{D1C86587-083F-4EC1-AE2B-94D1536FD467}" destId="{635E85E4-AF08-4988-B4BE-8200A2036164}" srcOrd="0" destOrd="0" presId="urn:microsoft.com/office/officeart/2018/2/layout/IconLabelDescriptionList"/>
    <dgm:cxn modelId="{3CE2F34A-00BD-4F6A-9285-6615BE1A87C7}" type="presParOf" srcId="{D1C86587-083F-4EC1-AE2B-94D1536FD467}" destId="{D0CAD5EA-46F6-45C5-A3C4-D7036D876797}" srcOrd="1" destOrd="0" presId="urn:microsoft.com/office/officeart/2018/2/layout/IconLabelDescriptionList"/>
    <dgm:cxn modelId="{AB85E78A-1F17-4DF4-B7A6-85434001B049}" type="presParOf" srcId="{D1C86587-083F-4EC1-AE2B-94D1536FD467}" destId="{66AE5F7D-702D-4A2D-8BC3-C5A924B67D7B}" srcOrd="2" destOrd="0" presId="urn:microsoft.com/office/officeart/2018/2/layout/IconLabelDescriptionList"/>
    <dgm:cxn modelId="{2C7A8870-BD44-4851-A01E-A7253061221B}" type="presParOf" srcId="{D1C86587-083F-4EC1-AE2B-94D1536FD467}" destId="{B5818C88-E224-47C2-866B-928153BD3B29}" srcOrd="3" destOrd="0" presId="urn:microsoft.com/office/officeart/2018/2/layout/IconLabelDescriptionList"/>
    <dgm:cxn modelId="{154C506C-41B4-4996-9C06-FC4C08D34D48}" type="presParOf" srcId="{D1C86587-083F-4EC1-AE2B-94D1536FD467}" destId="{79CE1CE4-0164-4773-A3AA-8F5BA3030108}" srcOrd="4" destOrd="0" presId="urn:microsoft.com/office/officeart/2018/2/layout/IconLabelDescriptionList"/>
    <dgm:cxn modelId="{C65B760F-71FF-4D7C-A058-4C8705C6E6D2}" type="presParOf" srcId="{05868482-EDDE-4A9B-9224-B04550D72E01}" destId="{C44B6CCD-B96F-4F63-9F64-60689AD2EEF3}" srcOrd="13" destOrd="0" presId="urn:microsoft.com/office/officeart/2018/2/layout/IconLabelDescriptionList"/>
    <dgm:cxn modelId="{979090F6-2ACB-4127-B312-94E607DA05D1}" type="presParOf" srcId="{05868482-EDDE-4A9B-9224-B04550D72E01}" destId="{C870A707-9507-4E62-A1CF-4D36097DAAFD}" srcOrd="14" destOrd="0" presId="urn:microsoft.com/office/officeart/2018/2/layout/IconLabelDescriptionList"/>
    <dgm:cxn modelId="{70B5209B-0F0D-4520-986A-3F7FA90AAF1C}" type="presParOf" srcId="{C870A707-9507-4E62-A1CF-4D36097DAAFD}" destId="{2DEA694F-DBB4-4E6A-9CAC-CC5E55007BE3}" srcOrd="0" destOrd="0" presId="urn:microsoft.com/office/officeart/2018/2/layout/IconLabelDescriptionList"/>
    <dgm:cxn modelId="{4628B28F-F272-41FA-8D6A-E6A29B7CDB2C}" type="presParOf" srcId="{C870A707-9507-4E62-A1CF-4D36097DAAFD}" destId="{ABE1D626-8F24-4198-9980-5591A6C68592}" srcOrd="1" destOrd="0" presId="urn:microsoft.com/office/officeart/2018/2/layout/IconLabelDescriptionList"/>
    <dgm:cxn modelId="{B47FF60D-2122-4080-AA94-F616D3A40C8C}" type="presParOf" srcId="{C870A707-9507-4E62-A1CF-4D36097DAAFD}" destId="{DB0DB308-745E-4D93-807F-EB84E9C8C461}" srcOrd="2" destOrd="0" presId="urn:microsoft.com/office/officeart/2018/2/layout/IconLabelDescriptionList"/>
    <dgm:cxn modelId="{F12BDE73-E822-478C-9D45-4EC2B46855FC}" type="presParOf" srcId="{C870A707-9507-4E62-A1CF-4D36097DAAFD}" destId="{E6EB96F2-A2ED-4AAD-8040-0E57C84AA209}" srcOrd="3" destOrd="0" presId="urn:microsoft.com/office/officeart/2018/2/layout/IconLabelDescriptionList"/>
    <dgm:cxn modelId="{BD46BDBA-3FA0-4DDA-AE26-0871EAD0EEEE}" type="presParOf" srcId="{C870A707-9507-4E62-A1CF-4D36097DAAFD}" destId="{E72DB40F-5A2B-4FCC-916A-423F76C36C8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AC4791-61CA-4F3C-AC06-B1DCA35C70C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C0FCEB4-7255-4184-8751-0DD4696E25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Teams</a:t>
          </a:r>
        </a:p>
      </dgm:t>
    </dgm:pt>
    <dgm:pt modelId="{4B0201CF-F659-407F-82EF-50AD5560ACCE}" type="parTrans" cxnId="{D661CAD0-F642-48BF-B340-D7EAB3B4B3C9}">
      <dgm:prSet/>
      <dgm:spPr/>
      <dgm:t>
        <a:bodyPr/>
        <a:lstStyle/>
        <a:p>
          <a:endParaRPr lang="en-US"/>
        </a:p>
      </dgm:t>
    </dgm:pt>
    <dgm:pt modelId="{5660D01A-CE4E-411B-B82E-290D25EAAA06}" type="sibTrans" cxnId="{D661CAD0-F642-48BF-B340-D7EAB3B4B3C9}">
      <dgm:prSet/>
      <dgm:spPr/>
      <dgm:t>
        <a:bodyPr/>
        <a:lstStyle/>
        <a:p>
          <a:endParaRPr lang="en-US"/>
        </a:p>
      </dgm:t>
    </dgm:pt>
    <dgm:pt modelId="{4836DE95-1A3A-4A77-AE49-BF1A29752C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Power Apps</a:t>
          </a:r>
        </a:p>
      </dgm:t>
    </dgm:pt>
    <dgm:pt modelId="{4E4F29A8-4CF8-4427-B6C6-2B3D101787E5}" type="parTrans" cxnId="{1733B713-3FBE-427D-892F-4468A8B2C327}">
      <dgm:prSet/>
      <dgm:spPr/>
      <dgm:t>
        <a:bodyPr/>
        <a:lstStyle/>
        <a:p>
          <a:endParaRPr lang="en-US"/>
        </a:p>
      </dgm:t>
    </dgm:pt>
    <dgm:pt modelId="{D07B5115-ED87-400F-976B-89B15674CE16}" type="sibTrans" cxnId="{1733B713-3FBE-427D-892F-4468A8B2C327}">
      <dgm:prSet/>
      <dgm:spPr/>
      <dgm:t>
        <a:bodyPr/>
        <a:lstStyle/>
        <a:p>
          <a:endParaRPr lang="en-US"/>
        </a:p>
      </dgm:t>
    </dgm:pt>
    <dgm:pt modelId="{FC3163D9-C2F3-4758-A09E-AA61540C68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Forms</a:t>
          </a:r>
        </a:p>
      </dgm:t>
    </dgm:pt>
    <dgm:pt modelId="{95A22382-C0FF-45F0-965D-FFB9026188EC}" type="parTrans" cxnId="{897CFA0F-247A-49FE-9550-729EFAE90781}">
      <dgm:prSet/>
      <dgm:spPr/>
      <dgm:t>
        <a:bodyPr/>
        <a:lstStyle/>
        <a:p>
          <a:endParaRPr lang="en-US"/>
        </a:p>
      </dgm:t>
    </dgm:pt>
    <dgm:pt modelId="{DB0B84C0-4873-4BAB-A0BD-1FF9005BA5BE}" type="sibTrans" cxnId="{897CFA0F-247A-49FE-9550-729EFAE90781}">
      <dgm:prSet/>
      <dgm:spPr/>
      <dgm:t>
        <a:bodyPr/>
        <a:lstStyle/>
        <a:p>
          <a:endParaRPr lang="en-US"/>
        </a:p>
      </dgm:t>
    </dgm:pt>
    <dgm:pt modelId="{BAB087FA-A932-42C3-B968-A890A8477D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Planner</a:t>
          </a:r>
        </a:p>
      </dgm:t>
    </dgm:pt>
    <dgm:pt modelId="{3A2CD79B-9A56-43E5-9454-C3325BBB4896}" type="parTrans" cxnId="{114CE793-EB57-4A0A-B1A0-F849D38D9316}">
      <dgm:prSet/>
      <dgm:spPr/>
      <dgm:t>
        <a:bodyPr/>
        <a:lstStyle/>
        <a:p>
          <a:endParaRPr lang="en-US"/>
        </a:p>
      </dgm:t>
    </dgm:pt>
    <dgm:pt modelId="{6EE8A0E0-263A-42D4-AFFA-7F6ED0791086}" type="sibTrans" cxnId="{114CE793-EB57-4A0A-B1A0-F849D38D9316}">
      <dgm:prSet/>
      <dgm:spPr/>
      <dgm:t>
        <a:bodyPr/>
        <a:lstStyle/>
        <a:p>
          <a:endParaRPr lang="en-US"/>
        </a:p>
      </dgm:t>
    </dgm:pt>
    <dgm:pt modelId="{BAD872AD-8609-4946-A2D5-2F9790ABF2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surveys, polls and quizzes</a:t>
          </a:r>
        </a:p>
      </dgm:t>
    </dgm:pt>
    <dgm:pt modelId="{A5F726F0-DA7D-4230-9431-E9F42E6E76E3}" type="parTrans" cxnId="{79FA6179-9F3F-4729-BDDD-B4D4F06C51AE}">
      <dgm:prSet/>
      <dgm:spPr/>
      <dgm:t>
        <a:bodyPr/>
        <a:lstStyle/>
        <a:p>
          <a:endParaRPr lang="en-US"/>
        </a:p>
      </dgm:t>
    </dgm:pt>
    <dgm:pt modelId="{AD60792F-E789-466E-B3F4-71D3BC148BDE}" type="sibTrans" cxnId="{79FA6179-9F3F-4729-BDDD-B4D4F06C51AE}">
      <dgm:prSet/>
      <dgm:spPr/>
      <dgm:t>
        <a:bodyPr/>
        <a:lstStyle/>
        <a:p>
          <a:endParaRPr lang="en-US"/>
        </a:p>
      </dgm:t>
    </dgm:pt>
    <dgm:pt modelId="{A92F43F6-C65C-4D95-8A68-55B7F55E94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Create plans, assign tasks, chat about tasks, and see charts of your team's progress</a:t>
          </a:r>
          <a:endParaRPr lang="en-US" dirty="0"/>
        </a:p>
      </dgm:t>
    </dgm:pt>
    <dgm:pt modelId="{644CC0EF-96C1-4C66-8135-9F4168BAF7F9}" type="parTrans" cxnId="{5D479C1E-2586-41B7-A782-EBAF60184D70}">
      <dgm:prSet/>
      <dgm:spPr/>
      <dgm:t>
        <a:bodyPr/>
        <a:lstStyle/>
        <a:p>
          <a:endParaRPr lang="en-US"/>
        </a:p>
      </dgm:t>
    </dgm:pt>
    <dgm:pt modelId="{49331839-865D-440A-AA4F-4B83204C278F}" type="sibTrans" cxnId="{5D479C1E-2586-41B7-A782-EBAF60184D70}">
      <dgm:prSet/>
      <dgm:spPr/>
      <dgm:t>
        <a:bodyPr/>
        <a:lstStyle/>
        <a:p>
          <a:endParaRPr lang="en-US"/>
        </a:p>
      </dgm:t>
    </dgm:pt>
    <dgm:pt modelId="{20138091-93C3-425A-B407-7D67CAC126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Collaboration app that helps your team stay organized, have conversations, share files, and have meetings</a:t>
          </a:r>
        </a:p>
      </dgm:t>
    </dgm:pt>
    <dgm:pt modelId="{B1D891F7-37A8-427A-9641-76216243D4C1}" type="parTrans" cxnId="{32B39D4C-FEF4-4802-B0B5-FF2A24FE5A91}">
      <dgm:prSet/>
      <dgm:spPr/>
      <dgm:t>
        <a:bodyPr/>
        <a:lstStyle/>
        <a:p>
          <a:endParaRPr lang="en-US"/>
        </a:p>
      </dgm:t>
    </dgm:pt>
    <dgm:pt modelId="{BDEF2CF1-A646-4313-83D9-22E6046516A5}" type="sibTrans" cxnId="{32B39D4C-FEF4-4802-B0B5-FF2A24FE5A91}">
      <dgm:prSet/>
      <dgm:spPr/>
      <dgm:t>
        <a:bodyPr/>
        <a:lstStyle/>
        <a:p>
          <a:endParaRPr lang="en-US"/>
        </a:p>
      </dgm:t>
    </dgm:pt>
    <dgm:pt modelId="{32E1B1B4-6711-449E-BE28-ABFFB37CF3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A service for building and using custom business apps that connect to your data and work across the web and mobile</a:t>
          </a:r>
          <a:endParaRPr lang="en-US" b="0" dirty="0"/>
        </a:p>
      </dgm:t>
    </dgm:pt>
    <dgm:pt modelId="{43AC0FD3-D8D9-413D-AE04-D6FE3E0A768D}" type="parTrans" cxnId="{6F09FE05-584A-4581-9A1E-9ADA729D97D5}">
      <dgm:prSet/>
      <dgm:spPr/>
      <dgm:t>
        <a:bodyPr/>
        <a:lstStyle/>
        <a:p>
          <a:endParaRPr lang="en-US"/>
        </a:p>
      </dgm:t>
    </dgm:pt>
    <dgm:pt modelId="{E5E72393-5759-4D83-B4E5-3A04339C3BDE}" type="sibTrans" cxnId="{6F09FE05-584A-4581-9A1E-9ADA729D97D5}">
      <dgm:prSet/>
      <dgm:spPr/>
      <dgm:t>
        <a:bodyPr/>
        <a:lstStyle/>
        <a:p>
          <a:endParaRPr lang="en-US"/>
        </a:p>
      </dgm:t>
    </dgm:pt>
    <dgm:pt modelId="{9D4F46AB-24C0-43ED-B7B1-87A2A85628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Project Online</a:t>
          </a:r>
        </a:p>
      </dgm:t>
    </dgm:pt>
    <dgm:pt modelId="{596C2586-B51E-402B-A83F-AA383FB52DBB}" type="parTrans" cxnId="{4A08E6AC-7124-4772-B6F6-CE2AA77BAF52}">
      <dgm:prSet/>
      <dgm:spPr/>
      <dgm:t>
        <a:bodyPr/>
        <a:lstStyle/>
        <a:p>
          <a:endParaRPr lang="en-US"/>
        </a:p>
      </dgm:t>
    </dgm:pt>
    <dgm:pt modelId="{23533193-8222-4E4E-9428-D022FA75CC3A}" type="sibTrans" cxnId="{4A08E6AC-7124-4772-B6F6-CE2AA77BAF52}">
      <dgm:prSet/>
      <dgm:spPr/>
      <dgm:t>
        <a:bodyPr/>
        <a:lstStyle/>
        <a:p>
          <a:endParaRPr lang="en-US"/>
        </a:p>
      </dgm:t>
    </dgm:pt>
    <dgm:pt modelId="{83CD0C9D-DF50-4B2E-8708-F7501D9BC0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powerful scheduling tool, that can track costs, resources, time (or any combination of the three)when managing a project</a:t>
          </a:r>
        </a:p>
      </dgm:t>
    </dgm:pt>
    <dgm:pt modelId="{8F084560-CE47-49A7-9195-E912EC544E45}" type="parTrans" cxnId="{942A4006-C8B3-44AF-B784-365028D0C096}">
      <dgm:prSet/>
      <dgm:spPr/>
      <dgm:t>
        <a:bodyPr/>
        <a:lstStyle/>
        <a:p>
          <a:endParaRPr lang="en-US"/>
        </a:p>
      </dgm:t>
    </dgm:pt>
    <dgm:pt modelId="{F288C6E6-9400-4F9C-B0D2-84F61A04A219}" type="sibTrans" cxnId="{942A4006-C8B3-44AF-B784-365028D0C096}">
      <dgm:prSet/>
      <dgm:spPr/>
      <dgm:t>
        <a:bodyPr/>
        <a:lstStyle/>
        <a:p>
          <a:endParaRPr lang="en-US"/>
        </a:p>
      </dgm:t>
    </dgm:pt>
    <dgm:pt modelId="{05868482-EDDE-4A9B-9224-B04550D72E01}" type="pres">
      <dgm:prSet presAssocID="{EDAC4791-61CA-4F3C-AC06-B1DCA35C70CD}" presName="root" presStyleCnt="0">
        <dgm:presLayoutVars>
          <dgm:dir/>
          <dgm:resizeHandles val="exact"/>
        </dgm:presLayoutVars>
      </dgm:prSet>
      <dgm:spPr/>
    </dgm:pt>
    <dgm:pt modelId="{DE1AB868-B297-4199-883C-A3F22838D820}" type="pres">
      <dgm:prSet presAssocID="{FC3163D9-C2F3-4758-A09E-AA61540C689B}" presName="compNode" presStyleCnt="0"/>
      <dgm:spPr/>
    </dgm:pt>
    <dgm:pt modelId="{8C33C631-244C-428B-B13C-01ADACEBD529}" type="pres">
      <dgm:prSet presAssocID="{FC3163D9-C2F3-4758-A09E-AA61540C689B}" presName="iconRect" presStyleLbl="node1" presStyleIdx="0" presStyleCnt="5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5055C949-4790-469B-9E50-C2B5849D4DB8}" type="pres">
      <dgm:prSet presAssocID="{FC3163D9-C2F3-4758-A09E-AA61540C689B}" presName="iconSpace" presStyleCnt="0"/>
      <dgm:spPr/>
    </dgm:pt>
    <dgm:pt modelId="{7F671E88-BC25-4930-8105-F75ECA8C2481}" type="pres">
      <dgm:prSet presAssocID="{FC3163D9-C2F3-4758-A09E-AA61540C689B}" presName="parTx" presStyleLbl="revTx" presStyleIdx="0" presStyleCnt="10">
        <dgm:presLayoutVars>
          <dgm:chMax val="0"/>
          <dgm:chPref val="0"/>
        </dgm:presLayoutVars>
      </dgm:prSet>
      <dgm:spPr/>
    </dgm:pt>
    <dgm:pt modelId="{1B6056F7-9A11-48A0-8F8B-19C89D0EC45C}" type="pres">
      <dgm:prSet presAssocID="{FC3163D9-C2F3-4758-A09E-AA61540C689B}" presName="txSpace" presStyleCnt="0"/>
      <dgm:spPr/>
    </dgm:pt>
    <dgm:pt modelId="{DBFE3FAF-74F4-4A98-A809-1744169D6BEA}" type="pres">
      <dgm:prSet presAssocID="{FC3163D9-C2F3-4758-A09E-AA61540C689B}" presName="desTx" presStyleLbl="revTx" presStyleIdx="1" presStyleCnt="10">
        <dgm:presLayoutVars/>
      </dgm:prSet>
      <dgm:spPr/>
    </dgm:pt>
    <dgm:pt modelId="{F8A029C7-21FE-46EB-90F9-482819DB8D4A}" type="pres">
      <dgm:prSet presAssocID="{DB0B84C0-4873-4BAB-A0BD-1FF9005BA5BE}" presName="sibTrans" presStyleCnt="0"/>
      <dgm:spPr/>
    </dgm:pt>
    <dgm:pt modelId="{9066A3C5-7D29-41DA-941D-CDD1CFFE5D7D}" type="pres">
      <dgm:prSet presAssocID="{BAB087FA-A932-42C3-B968-A890A8477D99}" presName="compNode" presStyleCnt="0"/>
      <dgm:spPr/>
    </dgm:pt>
    <dgm:pt modelId="{D661607A-A448-448B-90B0-46DD70C07608}" type="pres">
      <dgm:prSet presAssocID="{BAB087FA-A932-42C3-B968-A890A8477D99}" presName="iconRect" presStyleLbl="node1" presStyleIdx="1" presStyleCnt="5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5C2469FE-0B18-4E21-AC2C-3A5BC54DAAFE}" type="pres">
      <dgm:prSet presAssocID="{BAB087FA-A932-42C3-B968-A890A8477D99}" presName="iconSpace" presStyleCnt="0"/>
      <dgm:spPr/>
    </dgm:pt>
    <dgm:pt modelId="{B405D688-272A-4DBC-ACDA-5EBFD6046314}" type="pres">
      <dgm:prSet presAssocID="{BAB087FA-A932-42C3-B968-A890A8477D99}" presName="parTx" presStyleLbl="revTx" presStyleIdx="2" presStyleCnt="10">
        <dgm:presLayoutVars>
          <dgm:chMax val="0"/>
          <dgm:chPref val="0"/>
        </dgm:presLayoutVars>
      </dgm:prSet>
      <dgm:spPr/>
    </dgm:pt>
    <dgm:pt modelId="{B1092FCE-6487-4507-BE65-082142C1A97A}" type="pres">
      <dgm:prSet presAssocID="{BAB087FA-A932-42C3-B968-A890A8477D99}" presName="txSpace" presStyleCnt="0"/>
      <dgm:spPr/>
    </dgm:pt>
    <dgm:pt modelId="{0621A61C-79CE-4319-9695-E405A29B34E6}" type="pres">
      <dgm:prSet presAssocID="{BAB087FA-A932-42C3-B968-A890A8477D99}" presName="desTx" presStyleLbl="revTx" presStyleIdx="3" presStyleCnt="10">
        <dgm:presLayoutVars/>
      </dgm:prSet>
      <dgm:spPr/>
    </dgm:pt>
    <dgm:pt modelId="{00B18E0C-FAF9-4966-96F9-956B5FF6E38F}" type="pres">
      <dgm:prSet presAssocID="{6EE8A0E0-263A-42D4-AFFA-7F6ED0791086}" presName="sibTrans" presStyleCnt="0"/>
      <dgm:spPr/>
    </dgm:pt>
    <dgm:pt modelId="{F87BC766-16CD-4C36-AF43-0FC769A2C04D}" type="pres">
      <dgm:prSet presAssocID="{BC0FCEB4-7255-4184-8751-0DD4696E25E6}" presName="compNode" presStyleCnt="0"/>
      <dgm:spPr/>
    </dgm:pt>
    <dgm:pt modelId="{D7C5E16C-838A-4F40-9A9E-F2770C3EF9E2}" type="pres">
      <dgm:prSet presAssocID="{BC0FCEB4-7255-4184-8751-0DD4696E25E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504B9BB-02F5-406B-992B-52BFA11940AA}" type="pres">
      <dgm:prSet presAssocID="{BC0FCEB4-7255-4184-8751-0DD4696E25E6}" presName="iconSpace" presStyleCnt="0"/>
      <dgm:spPr/>
    </dgm:pt>
    <dgm:pt modelId="{F6C147F0-82B2-43C5-84A4-9769D716554F}" type="pres">
      <dgm:prSet presAssocID="{BC0FCEB4-7255-4184-8751-0DD4696E25E6}" presName="parTx" presStyleLbl="revTx" presStyleIdx="4" presStyleCnt="10">
        <dgm:presLayoutVars>
          <dgm:chMax val="0"/>
          <dgm:chPref val="0"/>
        </dgm:presLayoutVars>
      </dgm:prSet>
      <dgm:spPr/>
    </dgm:pt>
    <dgm:pt modelId="{7FB378FB-B8E2-4E13-96BF-D0C111291D64}" type="pres">
      <dgm:prSet presAssocID="{BC0FCEB4-7255-4184-8751-0DD4696E25E6}" presName="txSpace" presStyleCnt="0"/>
      <dgm:spPr/>
    </dgm:pt>
    <dgm:pt modelId="{3E05202A-E725-48E3-AE66-56E4000BF911}" type="pres">
      <dgm:prSet presAssocID="{BC0FCEB4-7255-4184-8751-0DD4696E25E6}" presName="desTx" presStyleLbl="revTx" presStyleIdx="5" presStyleCnt="10">
        <dgm:presLayoutVars/>
      </dgm:prSet>
      <dgm:spPr/>
    </dgm:pt>
    <dgm:pt modelId="{42D14977-3BD7-4C91-BD6C-A5EF0458E8E3}" type="pres">
      <dgm:prSet presAssocID="{5660D01A-CE4E-411B-B82E-290D25EAAA06}" presName="sibTrans" presStyleCnt="0"/>
      <dgm:spPr/>
    </dgm:pt>
    <dgm:pt modelId="{6FEF72F2-FFE2-483A-A480-C0C8CF62E84C}" type="pres">
      <dgm:prSet presAssocID="{9D4F46AB-24C0-43ED-B7B1-87A2A85628AD}" presName="compNode" presStyleCnt="0"/>
      <dgm:spPr/>
    </dgm:pt>
    <dgm:pt modelId="{345A0358-BDEB-4D89-92DB-D13699316A33}" type="pres">
      <dgm:prSet presAssocID="{9D4F46AB-24C0-43ED-B7B1-87A2A85628AD}" presName="iconRect" presStyleLbl="node1" presStyleIdx="3" presStyleCnt="5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7F4DA780-E1D8-48F1-97C4-4DD5228940E7}" type="pres">
      <dgm:prSet presAssocID="{9D4F46AB-24C0-43ED-B7B1-87A2A85628AD}" presName="iconSpace" presStyleCnt="0"/>
      <dgm:spPr/>
    </dgm:pt>
    <dgm:pt modelId="{2D46A7C4-B3C8-4166-8C4A-843D3B32768C}" type="pres">
      <dgm:prSet presAssocID="{9D4F46AB-24C0-43ED-B7B1-87A2A85628AD}" presName="parTx" presStyleLbl="revTx" presStyleIdx="6" presStyleCnt="10">
        <dgm:presLayoutVars>
          <dgm:chMax val="0"/>
          <dgm:chPref val="0"/>
        </dgm:presLayoutVars>
      </dgm:prSet>
      <dgm:spPr/>
    </dgm:pt>
    <dgm:pt modelId="{70BD1854-D0A5-4B48-8BF2-BE7FB275E19E}" type="pres">
      <dgm:prSet presAssocID="{9D4F46AB-24C0-43ED-B7B1-87A2A85628AD}" presName="txSpace" presStyleCnt="0"/>
      <dgm:spPr/>
    </dgm:pt>
    <dgm:pt modelId="{4DA35982-AA5C-4561-9C44-378C85614872}" type="pres">
      <dgm:prSet presAssocID="{9D4F46AB-24C0-43ED-B7B1-87A2A85628AD}" presName="desTx" presStyleLbl="revTx" presStyleIdx="7" presStyleCnt="10">
        <dgm:presLayoutVars/>
      </dgm:prSet>
      <dgm:spPr/>
    </dgm:pt>
    <dgm:pt modelId="{A28EE9FE-48A4-4C45-BF7F-CFB5C432C9B9}" type="pres">
      <dgm:prSet presAssocID="{23533193-8222-4E4E-9428-D022FA75CC3A}" presName="sibTrans" presStyleCnt="0"/>
      <dgm:spPr/>
    </dgm:pt>
    <dgm:pt modelId="{C870A707-9507-4E62-A1CF-4D36097DAAFD}" type="pres">
      <dgm:prSet presAssocID="{4836DE95-1A3A-4A77-AE49-BF1A29752CA2}" presName="compNode" presStyleCnt="0"/>
      <dgm:spPr/>
    </dgm:pt>
    <dgm:pt modelId="{2DEA694F-DBB4-4E6A-9CAC-CC5E55007BE3}" type="pres">
      <dgm:prSet presAssocID="{4836DE95-1A3A-4A77-AE49-BF1A29752CA2}" presName="iconRect" presStyleLbl="node1" presStyleIdx="4" presStyleCnt="5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ABE1D626-8F24-4198-9980-5591A6C68592}" type="pres">
      <dgm:prSet presAssocID="{4836DE95-1A3A-4A77-AE49-BF1A29752CA2}" presName="iconSpace" presStyleCnt="0"/>
      <dgm:spPr/>
    </dgm:pt>
    <dgm:pt modelId="{DB0DB308-745E-4D93-807F-EB84E9C8C461}" type="pres">
      <dgm:prSet presAssocID="{4836DE95-1A3A-4A77-AE49-BF1A29752CA2}" presName="parTx" presStyleLbl="revTx" presStyleIdx="8" presStyleCnt="10">
        <dgm:presLayoutVars>
          <dgm:chMax val="0"/>
          <dgm:chPref val="0"/>
        </dgm:presLayoutVars>
      </dgm:prSet>
      <dgm:spPr/>
    </dgm:pt>
    <dgm:pt modelId="{E6EB96F2-A2ED-4AAD-8040-0E57C84AA209}" type="pres">
      <dgm:prSet presAssocID="{4836DE95-1A3A-4A77-AE49-BF1A29752CA2}" presName="txSpace" presStyleCnt="0"/>
      <dgm:spPr/>
    </dgm:pt>
    <dgm:pt modelId="{E72DB40F-5A2B-4FCC-916A-423F76C36C8B}" type="pres">
      <dgm:prSet presAssocID="{4836DE95-1A3A-4A77-AE49-BF1A29752CA2}" presName="desTx" presStyleLbl="revTx" presStyleIdx="9" presStyleCnt="10">
        <dgm:presLayoutVars/>
      </dgm:prSet>
      <dgm:spPr/>
    </dgm:pt>
  </dgm:ptLst>
  <dgm:cxnLst>
    <dgm:cxn modelId="{6F09FE05-584A-4581-9A1E-9ADA729D97D5}" srcId="{4836DE95-1A3A-4A77-AE49-BF1A29752CA2}" destId="{32E1B1B4-6711-449E-BE28-ABFFB37CF3FA}" srcOrd="0" destOrd="0" parTransId="{43AC0FD3-D8D9-413D-AE04-D6FE3E0A768D}" sibTransId="{E5E72393-5759-4D83-B4E5-3A04339C3BDE}"/>
    <dgm:cxn modelId="{942A4006-C8B3-44AF-B784-365028D0C096}" srcId="{9D4F46AB-24C0-43ED-B7B1-87A2A85628AD}" destId="{83CD0C9D-DF50-4B2E-8708-F7501D9BC0F3}" srcOrd="0" destOrd="0" parTransId="{8F084560-CE47-49A7-9195-E912EC544E45}" sibTransId="{F288C6E6-9400-4F9C-B0D2-84F61A04A219}"/>
    <dgm:cxn modelId="{897CFA0F-247A-49FE-9550-729EFAE90781}" srcId="{EDAC4791-61CA-4F3C-AC06-B1DCA35C70CD}" destId="{FC3163D9-C2F3-4758-A09E-AA61540C689B}" srcOrd="0" destOrd="0" parTransId="{95A22382-C0FF-45F0-965D-FFB9026188EC}" sibTransId="{DB0B84C0-4873-4BAB-A0BD-1FF9005BA5BE}"/>
    <dgm:cxn modelId="{1733B713-3FBE-427D-892F-4468A8B2C327}" srcId="{EDAC4791-61CA-4F3C-AC06-B1DCA35C70CD}" destId="{4836DE95-1A3A-4A77-AE49-BF1A29752CA2}" srcOrd="4" destOrd="0" parTransId="{4E4F29A8-4CF8-4427-B6C6-2B3D101787E5}" sibTransId="{D07B5115-ED87-400F-976B-89B15674CE16}"/>
    <dgm:cxn modelId="{5D479C1E-2586-41B7-A782-EBAF60184D70}" srcId="{BAB087FA-A932-42C3-B968-A890A8477D99}" destId="{A92F43F6-C65C-4D95-8A68-55B7F55E9406}" srcOrd="0" destOrd="0" parTransId="{644CC0EF-96C1-4C66-8135-9F4168BAF7F9}" sibTransId="{49331839-865D-440A-AA4F-4B83204C278F}"/>
    <dgm:cxn modelId="{FA470627-E473-4A4B-9EE9-51FD41ADF105}" type="presOf" srcId="{FC3163D9-C2F3-4758-A09E-AA61540C689B}" destId="{7F671E88-BC25-4930-8105-F75ECA8C2481}" srcOrd="0" destOrd="0" presId="urn:microsoft.com/office/officeart/2018/2/layout/IconLabelDescriptionList"/>
    <dgm:cxn modelId="{A5AD5242-D92E-4FBE-A97D-0D210A6961BD}" type="presOf" srcId="{20138091-93C3-425A-B407-7D67CAC12609}" destId="{3E05202A-E725-48E3-AE66-56E4000BF911}" srcOrd="0" destOrd="0" presId="urn:microsoft.com/office/officeart/2018/2/layout/IconLabelDescriptionList"/>
    <dgm:cxn modelId="{FCDE7065-7CA1-44A6-B802-BD05B414A18B}" type="presOf" srcId="{BC0FCEB4-7255-4184-8751-0DD4696E25E6}" destId="{F6C147F0-82B2-43C5-84A4-9769D716554F}" srcOrd="0" destOrd="0" presId="urn:microsoft.com/office/officeart/2018/2/layout/IconLabelDescriptionList"/>
    <dgm:cxn modelId="{DA155F47-97BC-4672-9399-55E335BB4D13}" type="presOf" srcId="{83CD0C9D-DF50-4B2E-8708-F7501D9BC0F3}" destId="{4DA35982-AA5C-4561-9C44-378C85614872}" srcOrd="0" destOrd="0" presId="urn:microsoft.com/office/officeart/2018/2/layout/IconLabelDescriptionList"/>
    <dgm:cxn modelId="{32B39D4C-FEF4-4802-B0B5-FF2A24FE5A91}" srcId="{BC0FCEB4-7255-4184-8751-0DD4696E25E6}" destId="{20138091-93C3-425A-B407-7D67CAC12609}" srcOrd="0" destOrd="0" parTransId="{B1D891F7-37A8-427A-9641-76216243D4C1}" sibTransId="{BDEF2CF1-A646-4313-83D9-22E6046516A5}"/>
    <dgm:cxn modelId="{238BDF55-BFCC-4900-84CF-0F596CEDA19D}" type="presOf" srcId="{BAD872AD-8609-4946-A2D5-2F9790ABF26A}" destId="{DBFE3FAF-74F4-4A98-A809-1744169D6BEA}" srcOrd="0" destOrd="0" presId="urn:microsoft.com/office/officeart/2018/2/layout/IconLabelDescriptionList"/>
    <dgm:cxn modelId="{F0A1B877-31D5-47BB-9B71-661C662B9B9E}" type="presOf" srcId="{9D4F46AB-24C0-43ED-B7B1-87A2A85628AD}" destId="{2D46A7C4-B3C8-4166-8C4A-843D3B32768C}" srcOrd="0" destOrd="0" presId="urn:microsoft.com/office/officeart/2018/2/layout/IconLabelDescriptionList"/>
    <dgm:cxn modelId="{79FA6179-9F3F-4729-BDDD-B4D4F06C51AE}" srcId="{FC3163D9-C2F3-4758-A09E-AA61540C689B}" destId="{BAD872AD-8609-4946-A2D5-2F9790ABF26A}" srcOrd="0" destOrd="0" parTransId="{A5F726F0-DA7D-4230-9431-E9F42E6E76E3}" sibTransId="{AD60792F-E789-466E-B3F4-71D3BC148BDE}"/>
    <dgm:cxn modelId="{021CC459-5534-4CBF-A1E7-25E6457FCF38}" type="presOf" srcId="{32E1B1B4-6711-449E-BE28-ABFFB37CF3FA}" destId="{E72DB40F-5A2B-4FCC-916A-423F76C36C8B}" srcOrd="0" destOrd="0" presId="urn:microsoft.com/office/officeart/2018/2/layout/IconLabelDescriptionList"/>
    <dgm:cxn modelId="{A4C30F87-EF59-4710-A4C0-3A5A5F45D7E3}" type="presOf" srcId="{BAB087FA-A932-42C3-B968-A890A8477D99}" destId="{B405D688-272A-4DBC-ACDA-5EBFD6046314}" srcOrd="0" destOrd="0" presId="urn:microsoft.com/office/officeart/2018/2/layout/IconLabelDescriptionList"/>
    <dgm:cxn modelId="{114CE793-EB57-4A0A-B1A0-F849D38D9316}" srcId="{EDAC4791-61CA-4F3C-AC06-B1DCA35C70CD}" destId="{BAB087FA-A932-42C3-B968-A890A8477D99}" srcOrd="1" destOrd="0" parTransId="{3A2CD79B-9A56-43E5-9454-C3325BBB4896}" sibTransId="{6EE8A0E0-263A-42D4-AFFA-7F6ED0791086}"/>
    <dgm:cxn modelId="{AE144B9B-9C4C-4261-82AD-43B46DB3810C}" type="presOf" srcId="{A92F43F6-C65C-4D95-8A68-55B7F55E9406}" destId="{0621A61C-79CE-4319-9695-E405A29B34E6}" srcOrd="0" destOrd="0" presId="urn:microsoft.com/office/officeart/2018/2/layout/IconLabelDescriptionList"/>
    <dgm:cxn modelId="{4A08E6AC-7124-4772-B6F6-CE2AA77BAF52}" srcId="{EDAC4791-61CA-4F3C-AC06-B1DCA35C70CD}" destId="{9D4F46AB-24C0-43ED-B7B1-87A2A85628AD}" srcOrd="3" destOrd="0" parTransId="{596C2586-B51E-402B-A83F-AA383FB52DBB}" sibTransId="{23533193-8222-4E4E-9428-D022FA75CC3A}"/>
    <dgm:cxn modelId="{072C56CA-8E83-41EF-A432-88066CF65136}" type="presOf" srcId="{EDAC4791-61CA-4F3C-AC06-B1DCA35C70CD}" destId="{05868482-EDDE-4A9B-9224-B04550D72E01}" srcOrd="0" destOrd="0" presId="urn:microsoft.com/office/officeart/2018/2/layout/IconLabelDescriptionList"/>
    <dgm:cxn modelId="{D661CAD0-F642-48BF-B340-D7EAB3B4B3C9}" srcId="{EDAC4791-61CA-4F3C-AC06-B1DCA35C70CD}" destId="{BC0FCEB4-7255-4184-8751-0DD4696E25E6}" srcOrd="2" destOrd="0" parTransId="{4B0201CF-F659-407F-82EF-50AD5560ACCE}" sibTransId="{5660D01A-CE4E-411B-B82E-290D25EAAA06}"/>
    <dgm:cxn modelId="{6F4969E5-1D51-4FC1-9C5F-866458A6161C}" type="presOf" srcId="{4836DE95-1A3A-4A77-AE49-BF1A29752CA2}" destId="{DB0DB308-745E-4D93-807F-EB84E9C8C461}" srcOrd="0" destOrd="0" presId="urn:microsoft.com/office/officeart/2018/2/layout/IconLabelDescriptionList"/>
    <dgm:cxn modelId="{3FC5703F-1307-4F64-B1E2-2CB41630BC4C}" type="presParOf" srcId="{05868482-EDDE-4A9B-9224-B04550D72E01}" destId="{DE1AB868-B297-4199-883C-A3F22838D820}" srcOrd="0" destOrd="0" presId="urn:microsoft.com/office/officeart/2018/2/layout/IconLabelDescriptionList"/>
    <dgm:cxn modelId="{194785B2-7FF6-419D-B891-B49BBC4B4651}" type="presParOf" srcId="{DE1AB868-B297-4199-883C-A3F22838D820}" destId="{8C33C631-244C-428B-B13C-01ADACEBD529}" srcOrd="0" destOrd="0" presId="urn:microsoft.com/office/officeart/2018/2/layout/IconLabelDescriptionList"/>
    <dgm:cxn modelId="{137A3213-C1E4-4314-A917-6FA58AFD0EB6}" type="presParOf" srcId="{DE1AB868-B297-4199-883C-A3F22838D820}" destId="{5055C949-4790-469B-9E50-C2B5849D4DB8}" srcOrd="1" destOrd="0" presId="urn:microsoft.com/office/officeart/2018/2/layout/IconLabelDescriptionList"/>
    <dgm:cxn modelId="{18461AA6-33FA-47C3-ACAD-92366AE3F21E}" type="presParOf" srcId="{DE1AB868-B297-4199-883C-A3F22838D820}" destId="{7F671E88-BC25-4930-8105-F75ECA8C2481}" srcOrd="2" destOrd="0" presId="urn:microsoft.com/office/officeart/2018/2/layout/IconLabelDescriptionList"/>
    <dgm:cxn modelId="{880EEF1C-20EB-406E-A124-8471AD74FE7A}" type="presParOf" srcId="{DE1AB868-B297-4199-883C-A3F22838D820}" destId="{1B6056F7-9A11-48A0-8F8B-19C89D0EC45C}" srcOrd="3" destOrd="0" presId="urn:microsoft.com/office/officeart/2018/2/layout/IconLabelDescriptionList"/>
    <dgm:cxn modelId="{F0B2D52F-3BC0-4E34-B25C-A3FAF80FB036}" type="presParOf" srcId="{DE1AB868-B297-4199-883C-A3F22838D820}" destId="{DBFE3FAF-74F4-4A98-A809-1744169D6BEA}" srcOrd="4" destOrd="0" presId="urn:microsoft.com/office/officeart/2018/2/layout/IconLabelDescriptionList"/>
    <dgm:cxn modelId="{E054B865-9754-40E4-9F65-B112535A7018}" type="presParOf" srcId="{05868482-EDDE-4A9B-9224-B04550D72E01}" destId="{F8A029C7-21FE-46EB-90F9-482819DB8D4A}" srcOrd="1" destOrd="0" presId="urn:microsoft.com/office/officeart/2018/2/layout/IconLabelDescriptionList"/>
    <dgm:cxn modelId="{DC57FCBA-7B72-46F2-AAFB-76355C50DE50}" type="presParOf" srcId="{05868482-EDDE-4A9B-9224-B04550D72E01}" destId="{9066A3C5-7D29-41DA-941D-CDD1CFFE5D7D}" srcOrd="2" destOrd="0" presId="urn:microsoft.com/office/officeart/2018/2/layout/IconLabelDescriptionList"/>
    <dgm:cxn modelId="{D739D089-13E4-442C-B51C-0F5783B6831F}" type="presParOf" srcId="{9066A3C5-7D29-41DA-941D-CDD1CFFE5D7D}" destId="{D661607A-A448-448B-90B0-46DD70C07608}" srcOrd="0" destOrd="0" presId="urn:microsoft.com/office/officeart/2018/2/layout/IconLabelDescriptionList"/>
    <dgm:cxn modelId="{33FE9F08-505B-42E4-A9F3-A9F95A6720AA}" type="presParOf" srcId="{9066A3C5-7D29-41DA-941D-CDD1CFFE5D7D}" destId="{5C2469FE-0B18-4E21-AC2C-3A5BC54DAAFE}" srcOrd="1" destOrd="0" presId="urn:microsoft.com/office/officeart/2018/2/layout/IconLabelDescriptionList"/>
    <dgm:cxn modelId="{84C1F468-B3CF-4071-B2E5-ADE595957418}" type="presParOf" srcId="{9066A3C5-7D29-41DA-941D-CDD1CFFE5D7D}" destId="{B405D688-272A-4DBC-ACDA-5EBFD6046314}" srcOrd="2" destOrd="0" presId="urn:microsoft.com/office/officeart/2018/2/layout/IconLabelDescriptionList"/>
    <dgm:cxn modelId="{4ECB6155-ABB9-4B74-B48A-568EE6F375F7}" type="presParOf" srcId="{9066A3C5-7D29-41DA-941D-CDD1CFFE5D7D}" destId="{B1092FCE-6487-4507-BE65-082142C1A97A}" srcOrd="3" destOrd="0" presId="urn:microsoft.com/office/officeart/2018/2/layout/IconLabelDescriptionList"/>
    <dgm:cxn modelId="{E30AB62C-7982-4829-A812-CB540D577339}" type="presParOf" srcId="{9066A3C5-7D29-41DA-941D-CDD1CFFE5D7D}" destId="{0621A61C-79CE-4319-9695-E405A29B34E6}" srcOrd="4" destOrd="0" presId="urn:microsoft.com/office/officeart/2018/2/layout/IconLabelDescriptionList"/>
    <dgm:cxn modelId="{33FB8322-630F-4A9F-B608-C45FC8B59DED}" type="presParOf" srcId="{05868482-EDDE-4A9B-9224-B04550D72E01}" destId="{00B18E0C-FAF9-4966-96F9-956B5FF6E38F}" srcOrd="3" destOrd="0" presId="urn:microsoft.com/office/officeart/2018/2/layout/IconLabelDescriptionList"/>
    <dgm:cxn modelId="{AF43AB79-AB01-4AC0-A1A3-EA15B43D8336}" type="presParOf" srcId="{05868482-EDDE-4A9B-9224-B04550D72E01}" destId="{F87BC766-16CD-4C36-AF43-0FC769A2C04D}" srcOrd="4" destOrd="0" presId="urn:microsoft.com/office/officeart/2018/2/layout/IconLabelDescriptionList"/>
    <dgm:cxn modelId="{288890C0-5CB0-493D-9B0D-8AE9058384BA}" type="presParOf" srcId="{F87BC766-16CD-4C36-AF43-0FC769A2C04D}" destId="{D7C5E16C-838A-4F40-9A9E-F2770C3EF9E2}" srcOrd="0" destOrd="0" presId="urn:microsoft.com/office/officeart/2018/2/layout/IconLabelDescriptionList"/>
    <dgm:cxn modelId="{E6A3FFAA-3E39-4BAF-8B0A-A5A3619CE761}" type="presParOf" srcId="{F87BC766-16CD-4C36-AF43-0FC769A2C04D}" destId="{E504B9BB-02F5-406B-992B-52BFA11940AA}" srcOrd="1" destOrd="0" presId="urn:microsoft.com/office/officeart/2018/2/layout/IconLabelDescriptionList"/>
    <dgm:cxn modelId="{4123218F-7EA6-437B-BF3F-C03AD6925534}" type="presParOf" srcId="{F87BC766-16CD-4C36-AF43-0FC769A2C04D}" destId="{F6C147F0-82B2-43C5-84A4-9769D716554F}" srcOrd="2" destOrd="0" presId="urn:microsoft.com/office/officeart/2018/2/layout/IconLabelDescriptionList"/>
    <dgm:cxn modelId="{6929F87D-EBE6-4948-873E-D97A0AD548F2}" type="presParOf" srcId="{F87BC766-16CD-4C36-AF43-0FC769A2C04D}" destId="{7FB378FB-B8E2-4E13-96BF-D0C111291D64}" srcOrd="3" destOrd="0" presId="urn:microsoft.com/office/officeart/2018/2/layout/IconLabelDescriptionList"/>
    <dgm:cxn modelId="{EAFFC2BB-7E0F-4EB0-8D7E-ECA3AC08E1CC}" type="presParOf" srcId="{F87BC766-16CD-4C36-AF43-0FC769A2C04D}" destId="{3E05202A-E725-48E3-AE66-56E4000BF911}" srcOrd="4" destOrd="0" presId="urn:microsoft.com/office/officeart/2018/2/layout/IconLabelDescriptionList"/>
    <dgm:cxn modelId="{5C336B25-3F9E-47C9-9BC0-3B1B3DF13BCC}" type="presParOf" srcId="{05868482-EDDE-4A9B-9224-B04550D72E01}" destId="{42D14977-3BD7-4C91-BD6C-A5EF0458E8E3}" srcOrd="5" destOrd="0" presId="urn:microsoft.com/office/officeart/2018/2/layout/IconLabelDescriptionList"/>
    <dgm:cxn modelId="{2B5B19ED-DB79-49C1-B9B6-1D54ADEB341B}" type="presParOf" srcId="{05868482-EDDE-4A9B-9224-B04550D72E01}" destId="{6FEF72F2-FFE2-483A-A480-C0C8CF62E84C}" srcOrd="6" destOrd="0" presId="urn:microsoft.com/office/officeart/2018/2/layout/IconLabelDescriptionList"/>
    <dgm:cxn modelId="{6A7106FC-5517-436C-BADF-936DDF1C7C41}" type="presParOf" srcId="{6FEF72F2-FFE2-483A-A480-C0C8CF62E84C}" destId="{345A0358-BDEB-4D89-92DB-D13699316A33}" srcOrd="0" destOrd="0" presId="urn:microsoft.com/office/officeart/2018/2/layout/IconLabelDescriptionList"/>
    <dgm:cxn modelId="{5BC0B7FF-6656-4CB5-A85F-E496896C8FF6}" type="presParOf" srcId="{6FEF72F2-FFE2-483A-A480-C0C8CF62E84C}" destId="{7F4DA780-E1D8-48F1-97C4-4DD5228940E7}" srcOrd="1" destOrd="0" presId="urn:microsoft.com/office/officeart/2018/2/layout/IconLabelDescriptionList"/>
    <dgm:cxn modelId="{7ECA8B22-BB8B-4A8A-8A92-0E02CD2AE5DC}" type="presParOf" srcId="{6FEF72F2-FFE2-483A-A480-C0C8CF62E84C}" destId="{2D46A7C4-B3C8-4166-8C4A-843D3B32768C}" srcOrd="2" destOrd="0" presId="urn:microsoft.com/office/officeart/2018/2/layout/IconLabelDescriptionList"/>
    <dgm:cxn modelId="{7565FDB2-7F84-474B-985B-18AFE7C42DD8}" type="presParOf" srcId="{6FEF72F2-FFE2-483A-A480-C0C8CF62E84C}" destId="{70BD1854-D0A5-4B48-8BF2-BE7FB275E19E}" srcOrd="3" destOrd="0" presId="urn:microsoft.com/office/officeart/2018/2/layout/IconLabelDescriptionList"/>
    <dgm:cxn modelId="{8598FFB4-7933-48CB-B69A-96C568E23BD1}" type="presParOf" srcId="{6FEF72F2-FFE2-483A-A480-C0C8CF62E84C}" destId="{4DA35982-AA5C-4561-9C44-378C85614872}" srcOrd="4" destOrd="0" presId="urn:microsoft.com/office/officeart/2018/2/layout/IconLabelDescriptionList"/>
    <dgm:cxn modelId="{721FCD99-FA0B-439F-B83B-E49DB1469A7B}" type="presParOf" srcId="{05868482-EDDE-4A9B-9224-B04550D72E01}" destId="{A28EE9FE-48A4-4C45-BF7F-CFB5C432C9B9}" srcOrd="7" destOrd="0" presId="urn:microsoft.com/office/officeart/2018/2/layout/IconLabelDescriptionList"/>
    <dgm:cxn modelId="{979090F6-2ACB-4127-B312-94E607DA05D1}" type="presParOf" srcId="{05868482-EDDE-4A9B-9224-B04550D72E01}" destId="{C870A707-9507-4E62-A1CF-4D36097DAAFD}" srcOrd="8" destOrd="0" presId="urn:microsoft.com/office/officeart/2018/2/layout/IconLabelDescriptionList"/>
    <dgm:cxn modelId="{70B5209B-0F0D-4520-986A-3F7FA90AAF1C}" type="presParOf" srcId="{C870A707-9507-4E62-A1CF-4D36097DAAFD}" destId="{2DEA694F-DBB4-4E6A-9CAC-CC5E55007BE3}" srcOrd="0" destOrd="0" presId="urn:microsoft.com/office/officeart/2018/2/layout/IconLabelDescriptionList"/>
    <dgm:cxn modelId="{4628B28F-F272-41FA-8D6A-E6A29B7CDB2C}" type="presParOf" srcId="{C870A707-9507-4E62-A1CF-4D36097DAAFD}" destId="{ABE1D626-8F24-4198-9980-5591A6C68592}" srcOrd="1" destOrd="0" presId="urn:microsoft.com/office/officeart/2018/2/layout/IconLabelDescriptionList"/>
    <dgm:cxn modelId="{B47FF60D-2122-4080-AA94-F616D3A40C8C}" type="presParOf" srcId="{C870A707-9507-4E62-A1CF-4D36097DAAFD}" destId="{DB0DB308-745E-4D93-807F-EB84E9C8C461}" srcOrd="2" destOrd="0" presId="urn:microsoft.com/office/officeart/2018/2/layout/IconLabelDescriptionList"/>
    <dgm:cxn modelId="{F12BDE73-E822-478C-9D45-4EC2B46855FC}" type="presParOf" srcId="{C870A707-9507-4E62-A1CF-4D36097DAAFD}" destId="{E6EB96F2-A2ED-4AAD-8040-0E57C84AA209}" srcOrd="3" destOrd="0" presId="urn:microsoft.com/office/officeart/2018/2/layout/IconLabelDescriptionList"/>
    <dgm:cxn modelId="{BD46BDBA-3FA0-4DDA-AE26-0871EAD0EEEE}" type="presParOf" srcId="{C870A707-9507-4E62-A1CF-4D36097DAAFD}" destId="{E72DB40F-5A2B-4FCC-916A-423F76C36C8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AC4791-61CA-4F3C-AC06-B1DCA35C70C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16B19FC-38CE-4A81-8E7A-9FB9640439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Canvas Apps</a:t>
          </a:r>
        </a:p>
      </dgm:t>
    </dgm:pt>
    <dgm:pt modelId="{0E65AF52-02CA-4BBB-A2DF-3EBA8BD6CEFE}" type="parTrans" cxnId="{2F7254A8-9E26-4EBD-8790-B64EA9BF007D}">
      <dgm:prSet/>
      <dgm:spPr/>
      <dgm:t>
        <a:bodyPr/>
        <a:lstStyle/>
        <a:p>
          <a:endParaRPr lang="en-US"/>
        </a:p>
      </dgm:t>
    </dgm:pt>
    <dgm:pt modelId="{50A7019F-B7F2-40E2-A882-4C8D5CECAD8E}" type="sibTrans" cxnId="{2F7254A8-9E26-4EBD-8790-B64EA9BF007D}">
      <dgm:prSet/>
      <dgm:spPr/>
      <dgm:t>
        <a:bodyPr/>
        <a:lstStyle/>
        <a:p>
          <a:endParaRPr lang="en-US"/>
        </a:p>
      </dgm:t>
    </dgm:pt>
    <dgm:pt modelId="{9674D5DA-DFB9-4A7C-86FE-A86CFB25BA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Model Driven Apps</a:t>
          </a:r>
        </a:p>
      </dgm:t>
    </dgm:pt>
    <dgm:pt modelId="{7D58EC07-B758-4101-B764-2BE1E2957CD6}" type="parTrans" cxnId="{86241286-7633-470F-A878-C12AEB944C66}">
      <dgm:prSet/>
      <dgm:spPr/>
      <dgm:t>
        <a:bodyPr/>
        <a:lstStyle/>
        <a:p>
          <a:endParaRPr lang="en-US"/>
        </a:p>
      </dgm:t>
    </dgm:pt>
    <dgm:pt modelId="{6A702D7A-DF97-47C8-B3B9-333AE9B81A45}" type="sibTrans" cxnId="{86241286-7633-470F-A878-C12AEB944C66}">
      <dgm:prSet/>
      <dgm:spPr/>
      <dgm:t>
        <a:bodyPr/>
        <a:lstStyle/>
        <a:p>
          <a:endParaRPr lang="en-US"/>
        </a:p>
      </dgm:t>
    </dgm:pt>
    <dgm:pt modelId="{6E37A636-8BC9-4F47-8330-51CA41732C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Canvas App is an AppModule enabling users to design and develop task-specific apps with designing flexibility.</a:t>
          </a:r>
          <a:endParaRPr lang="en-US" b="0" dirty="0"/>
        </a:p>
      </dgm:t>
    </dgm:pt>
    <dgm:pt modelId="{DAE8E955-B8F3-4B54-8692-AAD03A789C05}" type="parTrans" cxnId="{C29E5D66-9EBB-49EA-9CF7-60934F2529C3}">
      <dgm:prSet/>
      <dgm:spPr/>
      <dgm:t>
        <a:bodyPr/>
        <a:lstStyle/>
        <a:p>
          <a:endParaRPr lang="en-US"/>
        </a:p>
      </dgm:t>
    </dgm:pt>
    <dgm:pt modelId="{14EB31EA-E859-4CEF-A3BB-78B510CF20D8}" type="sibTrans" cxnId="{C29E5D66-9EBB-49EA-9CF7-60934F2529C3}">
      <dgm:prSet/>
      <dgm:spPr/>
      <dgm:t>
        <a:bodyPr/>
        <a:lstStyle/>
        <a:p>
          <a:endParaRPr lang="en-US"/>
        </a:p>
      </dgm:t>
    </dgm:pt>
    <dgm:pt modelId="{C4D0ED97-6610-498F-A79E-B36E2C9BB9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Model-Driven Apps is an AppModule enabling users to design and develop component-focused apps to implement an end-to-end business process.</a:t>
          </a:r>
          <a:endParaRPr lang="en-US" dirty="0"/>
        </a:p>
      </dgm:t>
    </dgm:pt>
    <dgm:pt modelId="{6D6511A6-5A69-4B2E-BDE5-687EEB6ECE05}" type="parTrans" cxnId="{10E2AF3D-7EDF-43D3-AB1E-039884DE22AA}">
      <dgm:prSet/>
      <dgm:spPr/>
      <dgm:t>
        <a:bodyPr/>
        <a:lstStyle/>
        <a:p>
          <a:endParaRPr lang="en-US"/>
        </a:p>
      </dgm:t>
    </dgm:pt>
    <dgm:pt modelId="{CBFC335F-6DEC-4829-8C23-CCE82E1BBE5D}" type="sibTrans" cxnId="{10E2AF3D-7EDF-43D3-AB1E-039884DE22AA}">
      <dgm:prSet/>
      <dgm:spPr/>
      <dgm:t>
        <a:bodyPr/>
        <a:lstStyle/>
        <a:p>
          <a:endParaRPr lang="en-US"/>
        </a:p>
      </dgm:t>
    </dgm:pt>
    <dgm:pt modelId="{05868482-EDDE-4A9B-9224-B04550D72E01}" type="pres">
      <dgm:prSet presAssocID="{EDAC4791-61CA-4F3C-AC06-B1DCA35C70CD}" presName="root" presStyleCnt="0">
        <dgm:presLayoutVars>
          <dgm:dir/>
          <dgm:resizeHandles val="exact"/>
        </dgm:presLayoutVars>
      </dgm:prSet>
      <dgm:spPr/>
    </dgm:pt>
    <dgm:pt modelId="{AF02782D-47E0-4DD9-A350-D4025F2C9D96}" type="pres">
      <dgm:prSet presAssocID="{916B19FC-38CE-4A81-8E7A-9FB964043905}" presName="compNode" presStyleCnt="0"/>
      <dgm:spPr/>
    </dgm:pt>
    <dgm:pt modelId="{B06F448E-DC39-4B75-A168-BD07A0C684D7}" type="pres">
      <dgm:prSet presAssocID="{916B19FC-38CE-4A81-8E7A-9FB964043905}" presName="iconRect" presStyleLbl="node1" presStyleIdx="0" presStyleCnt="2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9FBFCFE7-DA8D-40F5-86B8-F12AEE316EC2}" type="pres">
      <dgm:prSet presAssocID="{916B19FC-38CE-4A81-8E7A-9FB964043905}" presName="iconSpace" presStyleCnt="0"/>
      <dgm:spPr/>
    </dgm:pt>
    <dgm:pt modelId="{CE9D0B38-5A7F-4CFF-A172-E27FE7E83649}" type="pres">
      <dgm:prSet presAssocID="{916B19FC-38CE-4A81-8E7A-9FB964043905}" presName="parTx" presStyleLbl="revTx" presStyleIdx="0" presStyleCnt="4">
        <dgm:presLayoutVars>
          <dgm:chMax val="0"/>
          <dgm:chPref val="0"/>
        </dgm:presLayoutVars>
      </dgm:prSet>
      <dgm:spPr/>
    </dgm:pt>
    <dgm:pt modelId="{82F032FF-5387-4E9E-B7DD-2417BF8CB827}" type="pres">
      <dgm:prSet presAssocID="{916B19FC-38CE-4A81-8E7A-9FB964043905}" presName="txSpace" presStyleCnt="0"/>
      <dgm:spPr/>
    </dgm:pt>
    <dgm:pt modelId="{BBDE4788-8C8B-4344-80BB-0355BF56385A}" type="pres">
      <dgm:prSet presAssocID="{916B19FC-38CE-4A81-8E7A-9FB964043905}" presName="desTx" presStyleLbl="revTx" presStyleIdx="1" presStyleCnt="4">
        <dgm:presLayoutVars/>
      </dgm:prSet>
      <dgm:spPr/>
    </dgm:pt>
    <dgm:pt modelId="{89FE33A8-E88F-4248-A265-382EFB6CC713}" type="pres">
      <dgm:prSet presAssocID="{50A7019F-B7F2-40E2-A882-4C8D5CECAD8E}" presName="sibTrans" presStyleCnt="0"/>
      <dgm:spPr/>
    </dgm:pt>
    <dgm:pt modelId="{858386FA-E763-42C7-81D3-07A3E1926EF8}" type="pres">
      <dgm:prSet presAssocID="{9674D5DA-DFB9-4A7C-86FE-A86CFB25BABB}" presName="compNode" presStyleCnt="0"/>
      <dgm:spPr/>
    </dgm:pt>
    <dgm:pt modelId="{93188E47-1318-4BAF-8A9F-5A51697F9154}" type="pres">
      <dgm:prSet presAssocID="{9674D5DA-DFB9-4A7C-86FE-A86CFB25BABB}" presName="iconRect" presStyleLbl="node1" presStyleIdx="1" presStyleCnt="2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8B7A8110-55E9-40E3-8B1D-FF5911B4943D}" type="pres">
      <dgm:prSet presAssocID="{9674D5DA-DFB9-4A7C-86FE-A86CFB25BABB}" presName="iconSpace" presStyleCnt="0"/>
      <dgm:spPr/>
    </dgm:pt>
    <dgm:pt modelId="{6C6B7767-FC18-4ED6-B0BF-71280E002A32}" type="pres">
      <dgm:prSet presAssocID="{9674D5DA-DFB9-4A7C-86FE-A86CFB25BABB}" presName="parTx" presStyleLbl="revTx" presStyleIdx="2" presStyleCnt="4">
        <dgm:presLayoutVars>
          <dgm:chMax val="0"/>
          <dgm:chPref val="0"/>
        </dgm:presLayoutVars>
      </dgm:prSet>
      <dgm:spPr/>
    </dgm:pt>
    <dgm:pt modelId="{57153620-BADD-4C0E-9028-243BA65ECBB0}" type="pres">
      <dgm:prSet presAssocID="{9674D5DA-DFB9-4A7C-86FE-A86CFB25BABB}" presName="txSpace" presStyleCnt="0"/>
      <dgm:spPr/>
    </dgm:pt>
    <dgm:pt modelId="{E3778E27-71F3-48EB-B492-B06DD038F73A}" type="pres">
      <dgm:prSet presAssocID="{9674D5DA-DFB9-4A7C-86FE-A86CFB25BABB}" presName="desTx" presStyleLbl="revTx" presStyleIdx="3" presStyleCnt="4">
        <dgm:presLayoutVars/>
      </dgm:prSet>
      <dgm:spPr/>
    </dgm:pt>
  </dgm:ptLst>
  <dgm:cxnLst>
    <dgm:cxn modelId="{C0D5E70C-9793-463B-8A57-F997FC0162B8}" type="presOf" srcId="{916B19FC-38CE-4A81-8E7A-9FB964043905}" destId="{CE9D0B38-5A7F-4CFF-A172-E27FE7E83649}" srcOrd="0" destOrd="0" presId="urn:microsoft.com/office/officeart/2018/2/layout/IconLabelDescriptionList"/>
    <dgm:cxn modelId="{10E2AF3D-7EDF-43D3-AB1E-039884DE22AA}" srcId="{9674D5DA-DFB9-4A7C-86FE-A86CFB25BABB}" destId="{C4D0ED97-6610-498F-A79E-B36E2C9BB9E9}" srcOrd="0" destOrd="0" parTransId="{6D6511A6-5A69-4B2E-BDE5-687EEB6ECE05}" sibTransId="{CBFC335F-6DEC-4829-8C23-CCE82E1BBE5D}"/>
    <dgm:cxn modelId="{C29E5D66-9EBB-49EA-9CF7-60934F2529C3}" srcId="{916B19FC-38CE-4A81-8E7A-9FB964043905}" destId="{6E37A636-8BC9-4F47-8330-51CA41732C25}" srcOrd="0" destOrd="0" parTransId="{DAE8E955-B8F3-4B54-8692-AAD03A789C05}" sibTransId="{14EB31EA-E859-4CEF-A3BB-78B510CF20D8}"/>
    <dgm:cxn modelId="{1EF02A57-D337-4444-A724-7617450CC4DA}" type="presOf" srcId="{C4D0ED97-6610-498F-A79E-B36E2C9BB9E9}" destId="{E3778E27-71F3-48EB-B492-B06DD038F73A}" srcOrd="0" destOrd="0" presId="urn:microsoft.com/office/officeart/2018/2/layout/IconLabelDescriptionList"/>
    <dgm:cxn modelId="{BC6FF277-8B51-413B-AE43-EF72ADCE54B1}" type="presOf" srcId="{6E37A636-8BC9-4F47-8330-51CA41732C25}" destId="{BBDE4788-8C8B-4344-80BB-0355BF56385A}" srcOrd="0" destOrd="0" presId="urn:microsoft.com/office/officeart/2018/2/layout/IconLabelDescriptionList"/>
    <dgm:cxn modelId="{86241286-7633-470F-A878-C12AEB944C66}" srcId="{EDAC4791-61CA-4F3C-AC06-B1DCA35C70CD}" destId="{9674D5DA-DFB9-4A7C-86FE-A86CFB25BABB}" srcOrd="1" destOrd="0" parTransId="{7D58EC07-B758-4101-B764-2BE1E2957CD6}" sibTransId="{6A702D7A-DF97-47C8-B3B9-333AE9B81A45}"/>
    <dgm:cxn modelId="{2F7254A8-9E26-4EBD-8790-B64EA9BF007D}" srcId="{EDAC4791-61CA-4F3C-AC06-B1DCA35C70CD}" destId="{916B19FC-38CE-4A81-8E7A-9FB964043905}" srcOrd="0" destOrd="0" parTransId="{0E65AF52-02CA-4BBB-A2DF-3EBA8BD6CEFE}" sibTransId="{50A7019F-B7F2-40E2-A882-4C8D5CECAD8E}"/>
    <dgm:cxn modelId="{C2198FA9-8865-4887-A20A-1C1926745BA9}" type="presOf" srcId="{9674D5DA-DFB9-4A7C-86FE-A86CFB25BABB}" destId="{6C6B7767-FC18-4ED6-B0BF-71280E002A32}" srcOrd="0" destOrd="0" presId="urn:microsoft.com/office/officeart/2018/2/layout/IconLabelDescriptionList"/>
    <dgm:cxn modelId="{072C56CA-8E83-41EF-A432-88066CF65136}" type="presOf" srcId="{EDAC4791-61CA-4F3C-AC06-B1DCA35C70CD}" destId="{05868482-EDDE-4A9B-9224-B04550D72E01}" srcOrd="0" destOrd="0" presId="urn:microsoft.com/office/officeart/2018/2/layout/IconLabelDescriptionList"/>
    <dgm:cxn modelId="{1BD875D6-F92E-4FAE-B89F-87D4BA18BCB0}" type="presParOf" srcId="{05868482-EDDE-4A9B-9224-B04550D72E01}" destId="{AF02782D-47E0-4DD9-A350-D4025F2C9D96}" srcOrd="0" destOrd="0" presId="urn:microsoft.com/office/officeart/2018/2/layout/IconLabelDescriptionList"/>
    <dgm:cxn modelId="{5FEBC72B-931A-47BE-972E-B2E4E2DA32CD}" type="presParOf" srcId="{AF02782D-47E0-4DD9-A350-D4025F2C9D96}" destId="{B06F448E-DC39-4B75-A168-BD07A0C684D7}" srcOrd="0" destOrd="0" presId="urn:microsoft.com/office/officeart/2018/2/layout/IconLabelDescriptionList"/>
    <dgm:cxn modelId="{3F5DB8A5-247B-483D-9FD4-01F774F55316}" type="presParOf" srcId="{AF02782D-47E0-4DD9-A350-D4025F2C9D96}" destId="{9FBFCFE7-DA8D-40F5-86B8-F12AEE316EC2}" srcOrd="1" destOrd="0" presId="urn:microsoft.com/office/officeart/2018/2/layout/IconLabelDescriptionList"/>
    <dgm:cxn modelId="{8EFBA3EE-A7D1-4784-B8E8-40C003F71F55}" type="presParOf" srcId="{AF02782D-47E0-4DD9-A350-D4025F2C9D96}" destId="{CE9D0B38-5A7F-4CFF-A172-E27FE7E83649}" srcOrd="2" destOrd="0" presId="urn:microsoft.com/office/officeart/2018/2/layout/IconLabelDescriptionList"/>
    <dgm:cxn modelId="{7886FB1A-FD28-4024-9D9B-F37444319F68}" type="presParOf" srcId="{AF02782D-47E0-4DD9-A350-D4025F2C9D96}" destId="{82F032FF-5387-4E9E-B7DD-2417BF8CB827}" srcOrd="3" destOrd="0" presId="urn:microsoft.com/office/officeart/2018/2/layout/IconLabelDescriptionList"/>
    <dgm:cxn modelId="{62E48F76-DFF6-42FE-9BEF-E6AEB20D5D51}" type="presParOf" srcId="{AF02782D-47E0-4DD9-A350-D4025F2C9D96}" destId="{BBDE4788-8C8B-4344-80BB-0355BF56385A}" srcOrd="4" destOrd="0" presId="urn:microsoft.com/office/officeart/2018/2/layout/IconLabelDescriptionList"/>
    <dgm:cxn modelId="{F1B98352-1528-4BAA-9F68-1D39EBB194A9}" type="presParOf" srcId="{05868482-EDDE-4A9B-9224-B04550D72E01}" destId="{89FE33A8-E88F-4248-A265-382EFB6CC713}" srcOrd="1" destOrd="0" presId="urn:microsoft.com/office/officeart/2018/2/layout/IconLabelDescriptionList"/>
    <dgm:cxn modelId="{C2E9C2C7-50E5-410B-B466-5DA7FF6B7585}" type="presParOf" srcId="{05868482-EDDE-4A9B-9224-B04550D72E01}" destId="{858386FA-E763-42C7-81D3-07A3E1926EF8}" srcOrd="2" destOrd="0" presId="urn:microsoft.com/office/officeart/2018/2/layout/IconLabelDescriptionList"/>
    <dgm:cxn modelId="{D55F93B9-2BEC-49E6-99B0-2BFBC6231DFF}" type="presParOf" srcId="{858386FA-E763-42C7-81D3-07A3E1926EF8}" destId="{93188E47-1318-4BAF-8A9F-5A51697F9154}" srcOrd="0" destOrd="0" presId="urn:microsoft.com/office/officeart/2018/2/layout/IconLabelDescriptionList"/>
    <dgm:cxn modelId="{01838E6B-0856-4C8C-88A8-DAC4D00B6F8F}" type="presParOf" srcId="{858386FA-E763-42C7-81D3-07A3E1926EF8}" destId="{8B7A8110-55E9-40E3-8B1D-FF5911B4943D}" srcOrd="1" destOrd="0" presId="urn:microsoft.com/office/officeart/2018/2/layout/IconLabelDescriptionList"/>
    <dgm:cxn modelId="{CE278BBA-1BDF-4771-9308-569FDBA87DCB}" type="presParOf" srcId="{858386FA-E763-42C7-81D3-07A3E1926EF8}" destId="{6C6B7767-FC18-4ED6-B0BF-71280E002A32}" srcOrd="2" destOrd="0" presId="urn:microsoft.com/office/officeart/2018/2/layout/IconLabelDescriptionList"/>
    <dgm:cxn modelId="{13C58CC4-12DC-49CB-A73C-3DE4310CAFFE}" type="presParOf" srcId="{858386FA-E763-42C7-81D3-07A3E1926EF8}" destId="{57153620-BADD-4C0E-9028-243BA65ECBB0}" srcOrd="3" destOrd="0" presId="urn:microsoft.com/office/officeart/2018/2/layout/IconLabelDescriptionList"/>
    <dgm:cxn modelId="{CE77A74A-D086-4C47-913B-0DE05BDA0C74}" type="presParOf" srcId="{858386FA-E763-42C7-81D3-07A3E1926EF8}" destId="{E3778E27-71F3-48EB-B492-B06DD038F73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FBDF6-6C3F-459D-BE87-4025A2F8F988}">
      <dsp:nvSpPr>
        <dsp:cNvPr id="0" name=""/>
        <dsp:cNvSpPr/>
      </dsp:nvSpPr>
      <dsp:spPr>
        <a:xfrm>
          <a:off x="4717" y="967940"/>
          <a:ext cx="1151718" cy="1151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F141B-EFF3-46C4-BB69-9F198D63169F}">
      <dsp:nvSpPr>
        <dsp:cNvPr id="0" name=""/>
        <dsp:cNvSpPr/>
      </dsp:nvSpPr>
      <dsp:spPr>
        <a:xfrm>
          <a:off x="4717" y="2216553"/>
          <a:ext cx="3290624" cy="822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A workflow is a sequence of sequential or parallel tasks (or activities), based on user-defined rules or conditions, to execute a business process.</a:t>
          </a:r>
        </a:p>
      </dsp:txBody>
      <dsp:txXfrm>
        <a:off x="4717" y="2216553"/>
        <a:ext cx="3290624" cy="822003"/>
      </dsp:txXfrm>
    </dsp:sp>
    <dsp:sp modelId="{CB9FF567-50A5-44D4-9F26-4C7277D6F5DB}">
      <dsp:nvSpPr>
        <dsp:cNvPr id="0" name=""/>
        <dsp:cNvSpPr/>
      </dsp:nvSpPr>
      <dsp:spPr>
        <a:xfrm>
          <a:off x="4717" y="3083624"/>
          <a:ext cx="3290624" cy="137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813C91-62AF-4AC2-917D-ADB2D675A0DB}">
      <dsp:nvSpPr>
        <dsp:cNvPr id="0" name=""/>
        <dsp:cNvSpPr/>
      </dsp:nvSpPr>
      <dsp:spPr>
        <a:xfrm>
          <a:off x="3871202" y="967940"/>
          <a:ext cx="1151718" cy="1151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DEE30-A92C-4EC7-889C-62D2F99D0329}">
      <dsp:nvSpPr>
        <dsp:cNvPr id="0" name=""/>
        <dsp:cNvSpPr/>
      </dsp:nvSpPr>
      <dsp:spPr>
        <a:xfrm>
          <a:off x="3871202" y="2216553"/>
          <a:ext cx="3290624" cy="822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Microsoft</a:t>
          </a:r>
          <a:r>
            <a:rPr lang="en-US" sz="14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®</a:t>
          </a:r>
          <a:r>
            <a:rPr lang="en-US" sz="1400" kern="1200" dirty="0"/>
            <a:t> Power Automate (formerly, Microsoft</a:t>
          </a:r>
          <a:r>
            <a:rPr lang="en-US" sz="14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®</a:t>
          </a:r>
          <a:r>
            <a:rPr lang="en-US" sz="1400" kern="1200" dirty="0"/>
            <a:t> Flow) let’s you automate repetitive manual tasks using its no-code/low-code platform.</a:t>
          </a:r>
        </a:p>
      </dsp:txBody>
      <dsp:txXfrm>
        <a:off x="3871202" y="2216553"/>
        <a:ext cx="3290624" cy="822003"/>
      </dsp:txXfrm>
    </dsp:sp>
    <dsp:sp modelId="{324C4FE9-948E-47CC-B215-69868157FAB2}">
      <dsp:nvSpPr>
        <dsp:cNvPr id="0" name=""/>
        <dsp:cNvSpPr/>
      </dsp:nvSpPr>
      <dsp:spPr>
        <a:xfrm>
          <a:off x="3871202" y="3083624"/>
          <a:ext cx="3290624" cy="137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C5E16C-838A-4F40-9A9E-F2770C3EF9E2}">
      <dsp:nvSpPr>
        <dsp:cNvPr id="0" name=""/>
        <dsp:cNvSpPr/>
      </dsp:nvSpPr>
      <dsp:spPr>
        <a:xfrm>
          <a:off x="7737686" y="967940"/>
          <a:ext cx="1151718" cy="1151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147F0-82B2-43C5-84A4-9769D716554F}">
      <dsp:nvSpPr>
        <dsp:cNvPr id="0" name=""/>
        <dsp:cNvSpPr/>
      </dsp:nvSpPr>
      <dsp:spPr>
        <a:xfrm>
          <a:off x="7737686" y="2216553"/>
          <a:ext cx="3290624" cy="822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Power Automate is used across a variety of industries, from banking to healthcare by regular users and up to IT professionals.</a:t>
          </a:r>
        </a:p>
      </dsp:txBody>
      <dsp:txXfrm>
        <a:off x="7737686" y="2216553"/>
        <a:ext cx="3290624" cy="822003"/>
      </dsp:txXfrm>
    </dsp:sp>
    <dsp:sp modelId="{3E05202A-E725-48E3-AE66-56E4000BF911}">
      <dsp:nvSpPr>
        <dsp:cNvPr id="0" name=""/>
        <dsp:cNvSpPr/>
      </dsp:nvSpPr>
      <dsp:spPr>
        <a:xfrm>
          <a:off x="7737686" y="3083624"/>
          <a:ext cx="3290624" cy="137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FBDF6-6C3F-459D-BE87-4025A2F8F988}">
      <dsp:nvSpPr>
        <dsp:cNvPr id="0" name=""/>
        <dsp:cNvSpPr/>
      </dsp:nvSpPr>
      <dsp:spPr>
        <a:xfrm>
          <a:off x="4717" y="156606"/>
          <a:ext cx="1151718" cy="1151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F141B-EFF3-46C4-BB69-9F198D63169F}">
      <dsp:nvSpPr>
        <dsp:cNvPr id="0" name=""/>
        <dsp:cNvSpPr/>
      </dsp:nvSpPr>
      <dsp:spPr>
        <a:xfrm>
          <a:off x="4717" y="1481796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 dirty="0"/>
            <a:t>Cloud flows</a:t>
          </a:r>
        </a:p>
      </dsp:txBody>
      <dsp:txXfrm>
        <a:off x="4717" y="1481796"/>
        <a:ext cx="3290624" cy="493593"/>
      </dsp:txXfrm>
    </dsp:sp>
    <dsp:sp modelId="{CB9FF567-50A5-44D4-9F26-4C7277D6F5DB}">
      <dsp:nvSpPr>
        <dsp:cNvPr id="0" name=""/>
        <dsp:cNvSpPr/>
      </dsp:nvSpPr>
      <dsp:spPr>
        <a:xfrm>
          <a:off x="4717" y="2056073"/>
          <a:ext cx="3290624" cy="2134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Used when you want your automation to be triggered either automatically, instantly (via a button click), or via a schedule.</a:t>
          </a:r>
        </a:p>
      </dsp:txBody>
      <dsp:txXfrm>
        <a:off x="4717" y="2056073"/>
        <a:ext cx="3290624" cy="2134734"/>
      </dsp:txXfrm>
    </dsp:sp>
    <dsp:sp modelId="{39813C91-62AF-4AC2-917D-ADB2D675A0DB}">
      <dsp:nvSpPr>
        <dsp:cNvPr id="0" name=""/>
        <dsp:cNvSpPr/>
      </dsp:nvSpPr>
      <dsp:spPr>
        <a:xfrm>
          <a:off x="3871202" y="156606"/>
          <a:ext cx="1151718" cy="1151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DEE30-A92C-4EC7-889C-62D2F99D0329}">
      <dsp:nvSpPr>
        <dsp:cNvPr id="0" name=""/>
        <dsp:cNvSpPr/>
      </dsp:nvSpPr>
      <dsp:spPr>
        <a:xfrm>
          <a:off x="3871202" y="1481796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 dirty="0"/>
            <a:t>Desktop flows</a:t>
          </a:r>
        </a:p>
      </dsp:txBody>
      <dsp:txXfrm>
        <a:off x="3871202" y="1481796"/>
        <a:ext cx="3290624" cy="493593"/>
      </dsp:txXfrm>
    </dsp:sp>
    <dsp:sp modelId="{324C4FE9-948E-47CC-B215-69868157FAB2}">
      <dsp:nvSpPr>
        <dsp:cNvPr id="0" name=""/>
        <dsp:cNvSpPr/>
      </dsp:nvSpPr>
      <dsp:spPr>
        <a:xfrm>
          <a:off x="3871202" y="2056073"/>
          <a:ext cx="3290624" cy="2134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Desktop flows are used to automate tasks on the Web or the desktop. </a:t>
          </a:r>
          <a:endParaRPr lang="en-US" sz="1700" kern="1200" dirty="0"/>
        </a:p>
      </dsp:txBody>
      <dsp:txXfrm>
        <a:off x="3871202" y="2056073"/>
        <a:ext cx="3290624" cy="2134734"/>
      </dsp:txXfrm>
    </dsp:sp>
    <dsp:sp modelId="{D7C5E16C-838A-4F40-9A9E-F2770C3EF9E2}">
      <dsp:nvSpPr>
        <dsp:cNvPr id="0" name=""/>
        <dsp:cNvSpPr/>
      </dsp:nvSpPr>
      <dsp:spPr>
        <a:xfrm>
          <a:off x="7737686" y="156606"/>
          <a:ext cx="1151718" cy="1151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147F0-82B2-43C5-84A4-9769D716554F}">
      <dsp:nvSpPr>
        <dsp:cNvPr id="0" name=""/>
        <dsp:cNvSpPr/>
      </dsp:nvSpPr>
      <dsp:spPr>
        <a:xfrm>
          <a:off x="7737686" y="1481796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 dirty="0"/>
            <a:t>Business Process flows</a:t>
          </a:r>
        </a:p>
      </dsp:txBody>
      <dsp:txXfrm>
        <a:off x="7737686" y="1481796"/>
        <a:ext cx="3290624" cy="493593"/>
      </dsp:txXfrm>
    </dsp:sp>
    <dsp:sp modelId="{3E05202A-E725-48E3-AE66-56E4000BF911}">
      <dsp:nvSpPr>
        <dsp:cNvPr id="0" name=""/>
        <dsp:cNvSpPr/>
      </dsp:nvSpPr>
      <dsp:spPr>
        <a:xfrm>
          <a:off x="7737686" y="2056073"/>
          <a:ext cx="3290624" cy="2134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They provide a streamlined user experience that leads people through the processes their organization has defined for interactions that need to be advanced to a conclusion of some kind. This user experience can be tailored so that people with different security roles can have an experience that best suits the work they do.</a:t>
          </a:r>
          <a:endParaRPr lang="en-US" sz="1700" kern="1200" dirty="0"/>
        </a:p>
      </dsp:txBody>
      <dsp:txXfrm>
        <a:off x="7737686" y="2056073"/>
        <a:ext cx="3290624" cy="21347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FBDF6-6C3F-459D-BE87-4025A2F8F988}">
      <dsp:nvSpPr>
        <dsp:cNvPr id="0" name=""/>
        <dsp:cNvSpPr/>
      </dsp:nvSpPr>
      <dsp:spPr>
        <a:xfrm>
          <a:off x="4717" y="413932"/>
          <a:ext cx="1151718" cy="1151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F141B-EFF3-46C4-BB69-9F198D63169F}">
      <dsp:nvSpPr>
        <dsp:cNvPr id="0" name=""/>
        <dsp:cNvSpPr/>
      </dsp:nvSpPr>
      <dsp:spPr>
        <a:xfrm>
          <a:off x="4717" y="1716991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Automated flows</a:t>
          </a:r>
        </a:p>
      </dsp:txBody>
      <dsp:txXfrm>
        <a:off x="4717" y="1716991"/>
        <a:ext cx="3290624" cy="493593"/>
      </dsp:txXfrm>
    </dsp:sp>
    <dsp:sp modelId="{CB9FF567-50A5-44D4-9F26-4C7277D6F5DB}">
      <dsp:nvSpPr>
        <dsp:cNvPr id="0" name=""/>
        <dsp:cNvSpPr/>
      </dsp:nvSpPr>
      <dsp:spPr>
        <a:xfrm>
          <a:off x="4717" y="2280976"/>
          <a:ext cx="3290624" cy="165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Create an automation that is triggered by an event such as arrival of an email from a specific person, or a mention of your company in social media.</a:t>
          </a:r>
          <a:endParaRPr lang="en-US" sz="1700" kern="1200" dirty="0"/>
        </a:p>
      </dsp:txBody>
      <dsp:txXfrm>
        <a:off x="4717" y="2280976"/>
        <a:ext cx="3290624" cy="1652505"/>
      </dsp:txXfrm>
    </dsp:sp>
    <dsp:sp modelId="{39813C91-62AF-4AC2-917D-ADB2D675A0DB}">
      <dsp:nvSpPr>
        <dsp:cNvPr id="0" name=""/>
        <dsp:cNvSpPr/>
      </dsp:nvSpPr>
      <dsp:spPr>
        <a:xfrm>
          <a:off x="3871202" y="413932"/>
          <a:ext cx="1151718" cy="1151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DEE30-A92C-4EC7-889C-62D2F99D0329}">
      <dsp:nvSpPr>
        <dsp:cNvPr id="0" name=""/>
        <dsp:cNvSpPr/>
      </dsp:nvSpPr>
      <dsp:spPr>
        <a:xfrm>
          <a:off x="3871202" y="1716991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Instant flows</a:t>
          </a:r>
        </a:p>
      </dsp:txBody>
      <dsp:txXfrm>
        <a:off x="3871202" y="1716991"/>
        <a:ext cx="3290624" cy="493593"/>
      </dsp:txXfrm>
    </dsp:sp>
    <dsp:sp modelId="{324C4FE9-948E-47CC-B215-69868157FAB2}">
      <dsp:nvSpPr>
        <dsp:cNvPr id="0" name=""/>
        <dsp:cNvSpPr/>
      </dsp:nvSpPr>
      <dsp:spPr>
        <a:xfrm>
          <a:off x="3871202" y="2280976"/>
          <a:ext cx="3290624" cy="165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Start an automation with a click of a button. You can automate for repetitive tasks from your Desktop or Mobile devices. For example, instantly send a reminder to the team with a push of a button from your mobile device.</a:t>
          </a:r>
          <a:endParaRPr lang="en-US" sz="1700" kern="1200" dirty="0"/>
        </a:p>
      </dsp:txBody>
      <dsp:txXfrm>
        <a:off x="3871202" y="2280976"/>
        <a:ext cx="3290624" cy="1652505"/>
      </dsp:txXfrm>
    </dsp:sp>
    <dsp:sp modelId="{D7C5E16C-838A-4F40-9A9E-F2770C3EF9E2}">
      <dsp:nvSpPr>
        <dsp:cNvPr id="0" name=""/>
        <dsp:cNvSpPr/>
      </dsp:nvSpPr>
      <dsp:spPr>
        <a:xfrm>
          <a:off x="7737686" y="413932"/>
          <a:ext cx="1151718" cy="1151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147F0-82B2-43C5-84A4-9769D716554F}">
      <dsp:nvSpPr>
        <dsp:cNvPr id="0" name=""/>
        <dsp:cNvSpPr/>
      </dsp:nvSpPr>
      <dsp:spPr>
        <a:xfrm>
          <a:off x="7737686" y="1716991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Scheduled flows</a:t>
          </a:r>
        </a:p>
      </dsp:txBody>
      <dsp:txXfrm>
        <a:off x="7737686" y="1716991"/>
        <a:ext cx="3290624" cy="493593"/>
      </dsp:txXfrm>
    </dsp:sp>
    <dsp:sp modelId="{3E05202A-E725-48E3-AE66-56E4000BF911}">
      <dsp:nvSpPr>
        <dsp:cNvPr id="0" name=""/>
        <dsp:cNvSpPr/>
      </dsp:nvSpPr>
      <dsp:spPr>
        <a:xfrm>
          <a:off x="7737686" y="2280976"/>
          <a:ext cx="3290624" cy="165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Schedule an automation such as daily data upload to SharePoint or a database.</a:t>
          </a:r>
          <a:endParaRPr lang="en-US" sz="1700" kern="1200" dirty="0"/>
        </a:p>
      </dsp:txBody>
      <dsp:txXfrm>
        <a:off x="7737686" y="2280976"/>
        <a:ext cx="3290624" cy="16525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FBDF6-6C3F-459D-BE87-4025A2F8F988}">
      <dsp:nvSpPr>
        <dsp:cNvPr id="0" name=""/>
        <dsp:cNvSpPr/>
      </dsp:nvSpPr>
      <dsp:spPr>
        <a:xfrm>
          <a:off x="4717" y="1152037"/>
          <a:ext cx="1151718" cy="1151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F141B-EFF3-46C4-BB69-9F198D63169F}">
      <dsp:nvSpPr>
        <dsp:cNvPr id="0" name=""/>
        <dsp:cNvSpPr/>
      </dsp:nvSpPr>
      <dsp:spPr>
        <a:xfrm>
          <a:off x="4717" y="2384818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SharePoint</a:t>
          </a:r>
        </a:p>
      </dsp:txBody>
      <dsp:txXfrm>
        <a:off x="4717" y="2384818"/>
        <a:ext cx="3290624" cy="493593"/>
      </dsp:txXfrm>
    </dsp:sp>
    <dsp:sp modelId="{CB9FF567-50A5-44D4-9F26-4C7277D6F5DB}">
      <dsp:nvSpPr>
        <dsp:cNvPr id="0" name=""/>
        <dsp:cNvSpPr/>
      </dsp:nvSpPr>
      <dsp:spPr>
        <a:xfrm>
          <a:off x="4717" y="2916115"/>
          <a:ext cx="3290624" cy="121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813C91-62AF-4AC2-917D-ADB2D675A0DB}">
      <dsp:nvSpPr>
        <dsp:cNvPr id="0" name=""/>
        <dsp:cNvSpPr/>
      </dsp:nvSpPr>
      <dsp:spPr>
        <a:xfrm>
          <a:off x="3871202" y="1152037"/>
          <a:ext cx="1151718" cy="1151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DEE30-A92C-4EC7-889C-62D2F99D0329}">
      <dsp:nvSpPr>
        <dsp:cNvPr id="0" name=""/>
        <dsp:cNvSpPr/>
      </dsp:nvSpPr>
      <dsp:spPr>
        <a:xfrm>
          <a:off x="3871202" y="2384818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OneDrive</a:t>
          </a:r>
        </a:p>
      </dsp:txBody>
      <dsp:txXfrm>
        <a:off x="3871202" y="2384818"/>
        <a:ext cx="3290624" cy="493593"/>
      </dsp:txXfrm>
    </dsp:sp>
    <dsp:sp modelId="{324C4FE9-948E-47CC-B215-69868157FAB2}">
      <dsp:nvSpPr>
        <dsp:cNvPr id="0" name=""/>
        <dsp:cNvSpPr/>
      </dsp:nvSpPr>
      <dsp:spPr>
        <a:xfrm>
          <a:off x="3871202" y="2916115"/>
          <a:ext cx="3290624" cy="121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C5E16C-838A-4F40-9A9E-F2770C3EF9E2}">
      <dsp:nvSpPr>
        <dsp:cNvPr id="0" name=""/>
        <dsp:cNvSpPr/>
      </dsp:nvSpPr>
      <dsp:spPr>
        <a:xfrm>
          <a:off x="7737686" y="1152037"/>
          <a:ext cx="1151718" cy="1151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147F0-82B2-43C5-84A4-9769D716554F}">
      <dsp:nvSpPr>
        <dsp:cNvPr id="0" name=""/>
        <dsp:cNvSpPr/>
      </dsp:nvSpPr>
      <dsp:spPr>
        <a:xfrm>
          <a:off x="7737686" y="2384818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Office 365</a:t>
          </a:r>
        </a:p>
      </dsp:txBody>
      <dsp:txXfrm>
        <a:off x="7737686" y="2384818"/>
        <a:ext cx="3290624" cy="493593"/>
      </dsp:txXfrm>
    </dsp:sp>
    <dsp:sp modelId="{3E05202A-E725-48E3-AE66-56E4000BF911}">
      <dsp:nvSpPr>
        <dsp:cNvPr id="0" name=""/>
        <dsp:cNvSpPr/>
      </dsp:nvSpPr>
      <dsp:spPr>
        <a:xfrm>
          <a:off x="7737686" y="2916115"/>
          <a:ext cx="3290624" cy="121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FBDF6-6C3F-459D-BE87-4025A2F8F988}">
      <dsp:nvSpPr>
        <dsp:cNvPr id="0" name=""/>
        <dsp:cNvSpPr/>
      </dsp:nvSpPr>
      <dsp:spPr>
        <a:xfrm>
          <a:off x="59897" y="1152037"/>
          <a:ext cx="851976" cy="8519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F141B-EFF3-46C4-BB69-9F198D63169F}">
      <dsp:nvSpPr>
        <dsp:cNvPr id="0" name=""/>
        <dsp:cNvSpPr/>
      </dsp:nvSpPr>
      <dsp:spPr>
        <a:xfrm>
          <a:off x="9094" y="2085076"/>
          <a:ext cx="2434218" cy="365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Remodel Project Plan SP</a:t>
          </a:r>
        </a:p>
      </dsp:txBody>
      <dsp:txXfrm>
        <a:off x="9094" y="2085076"/>
        <a:ext cx="2434218" cy="365132"/>
      </dsp:txXfrm>
    </dsp:sp>
    <dsp:sp modelId="{CB9FF567-50A5-44D4-9F26-4C7277D6F5DB}">
      <dsp:nvSpPr>
        <dsp:cNvPr id="0" name=""/>
        <dsp:cNvSpPr/>
      </dsp:nvSpPr>
      <dsp:spPr>
        <a:xfrm>
          <a:off x="9094" y="2487911"/>
          <a:ext cx="2434218" cy="54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Place this Excel file in a SharePoint document library</a:t>
          </a:r>
        </a:p>
      </dsp:txBody>
      <dsp:txXfrm>
        <a:off x="9094" y="2487911"/>
        <a:ext cx="2434218" cy="549279"/>
      </dsp:txXfrm>
    </dsp:sp>
    <dsp:sp modelId="{39813C91-62AF-4AC2-917D-ADB2D675A0DB}">
      <dsp:nvSpPr>
        <dsp:cNvPr id="0" name=""/>
        <dsp:cNvSpPr/>
      </dsp:nvSpPr>
      <dsp:spPr>
        <a:xfrm>
          <a:off x="2869301" y="1152037"/>
          <a:ext cx="851976" cy="8519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DEE30-A92C-4EC7-889C-62D2F99D0329}">
      <dsp:nvSpPr>
        <dsp:cNvPr id="0" name=""/>
        <dsp:cNvSpPr/>
      </dsp:nvSpPr>
      <dsp:spPr>
        <a:xfrm>
          <a:off x="2869301" y="2085076"/>
          <a:ext cx="2434218" cy="365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Remodel Project Plan OD</a:t>
          </a:r>
        </a:p>
      </dsp:txBody>
      <dsp:txXfrm>
        <a:off x="2869301" y="2085076"/>
        <a:ext cx="2434218" cy="365132"/>
      </dsp:txXfrm>
    </dsp:sp>
    <dsp:sp modelId="{324C4FE9-948E-47CC-B215-69868157FAB2}">
      <dsp:nvSpPr>
        <dsp:cNvPr id="0" name=""/>
        <dsp:cNvSpPr/>
      </dsp:nvSpPr>
      <dsp:spPr>
        <a:xfrm>
          <a:off x="2869301" y="2487911"/>
          <a:ext cx="2434218" cy="54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Place this Excel file in a OneDrive folder</a:t>
          </a:r>
        </a:p>
      </dsp:txBody>
      <dsp:txXfrm>
        <a:off x="2869301" y="2487911"/>
        <a:ext cx="2434218" cy="549279"/>
      </dsp:txXfrm>
    </dsp:sp>
    <dsp:sp modelId="{D7C5E16C-838A-4F40-9A9E-F2770C3EF9E2}">
      <dsp:nvSpPr>
        <dsp:cNvPr id="0" name=""/>
        <dsp:cNvSpPr/>
      </dsp:nvSpPr>
      <dsp:spPr>
        <a:xfrm>
          <a:off x="5729508" y="1152037"/>
          <a:ext cx="851976" cy="8519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147F0-82B2-43C5-84A4-9769D716554F}">
      <dsp:nvSpPr>
        <dsp:cNvPr id="0" name=""/>
        <dsp:cNvSpPr/>
      </dsp:nvSpPr>
      <dsp:spPr>
        <a:xfrm>
          <a:off x="5729508" y="2085076"/>
          <a:ext cx="2434218" cy="365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Power Automate Project Demo</a:t>
          </a:r>
        </a:p>
      </dsp:txBody>
      <dsp:txXfrm>
        <a:off x="5729508" y="2085076"/>
        <a:ext cx="2434218" cy="365132"/>
      </dsp:txXfrm>
    </dsp:sp>
    <dsp:sp modelId="{3E05202A-E725-48E3-AE66-56E4000BF911}">
      <dsp:nvSpPr>
        <dsp:cNvPr id="0" name=""/>
        <dsp:cNvSpPr/>
      </dsp:nvSpPr>
      <dsp:spPr>
        <a:xfrm>
          <a:off x="5729508" y="2487911"/>
          <a:ext cx="2434218" cy="54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Place this Excel file on your desktop for later access</a:t>
          </a:r>
        </a:p>
      </dsp:txBody>
      <dsp:txXfrm>
        <a:off x="5729508" y="2487911"/>
        <a:ext cx="2434218" cy="549279"/>
      </dsp:txXfrm>
    </dsp:sp>
    <dsp:sp modelId="{F5A1356B-FE59-4BBB-A1B3-AF77EA11BD94}">
      <dsp:nvSpPr>
        <dsp:cNvPr id="0" name=""/>
        <dsp:cNvSpPr/>
      </dsp:nvSpPr>
      <dsp:spPr>
        <a:xfrm>
          <a:off x="8589715" y="1152037"/>
          <a:ext cx="851976" cy="851976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314C8-6081-4146-8CA6-CEE75C16B156}">
      <dsp:nvSpPr>
        <dsp:cNvPr id="0" name=""/>
        <dsp:cNvSpPr/>
      </dsp:nvSpPr>
      <dsp:spPr>
        <a:xfrm>
          <a:off x="8589715" y="2085076"/>
          <a:ext cx="2434218" cy="365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Attachments</a:t>
          </a:r>
        </a:p>
      </dsp:txBody>
      <dsp:txXfrm>
        <a:off x="8589715" y="2085076"/>
        <a:ext cx="2434218" cy="365132"/>
      </dsp:txXfrm>
    </dsp:sp>
    <dsp:sp modelId="{BE5210E5-8EA4-44D4-9D1E-D40F37337F81}">
      <dsp:nvSpPr>
        <dsp:cNvPr id="0" name=""/>
        <dsp:cNvSpPr/>
      </dsp:nvSpPr>
      <dsp:spPr>
        <a:xfrm>
          <a:off x="8589715" y="2487911"/>
          <a:ext cx="2434218" cy="54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Place this Word document on your desktop for later access.</a:t>
          </a:r>
        </a:p>
      </dsp:txBody>
      <dsp:txXfrm>
        <a:off x="8589715" y="2487911"/>
        <a:ext cx="2434218" cy="5492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FBDF6-6C3F-459D-BE87-4025A2F8F988}">
      <dsp:nvSpPr>
        <dsp:cNvPr id="0" name=""/>
        <dsp:cNvSpPr/>
      </dsp:nvSpPr>
      <dsp:spPr>
        <a:xfrm>
          <a:off x="4717" y="824542"/>
          <a:ext cx="1151718" cy="1151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F141B-EFF3-46C4-BB69-9F198D63169F}">
      <dsp:nvSpPr>
        <dsp:cNvPr id="0" name=""/>
        <dsp:cNvSpPr/>
      </dsp:nvSpPr>
      <dsp:spPr>
        <a:xfrm>
          <a:off x="4717" y="2085487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Triggers</a:t>
          </a:r>
        </a:p>
      </dsp:txBody>
      <dsp:txXfrm>
        <a:off x="4717" y="2085487"/>
        <a:ext cx="3290624" cy="493593"/>
      </dsp:txXfrm>
    </dsp:sp>
    <dsp:sp modelId="{CB9FF567-50A5-44D4-9F26-4C7277D6F5DB}">
      <dsp:nvSpPr>
        <dsp:cNvPr id="0" name=""/>
        <dsp:cNvSpPr/>
      </dsp:nvSpPr>
      <dsp:spPr>
        <a:xfrm>
          <a:off x="4717" y="2629884"/>
          <a:ext cx="3290624" cy="734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 event that starts a cloud flow</a:t>
          </a:r>
        </a:p>
      </dsp:txBody>
      <dsp:txXfrm>
        <a:off x="4717" y="2629884"/>
        <a:ext cx="3290624" cy="734802"/>
      </dsp:txXfrm>
    </dsp:sp>
    <dsp:sp modelId="{39813C91-62AF-4AC2-917D-ADB2D675A0DB}">
      <dsp:nvSpPr>
        <dsp:cNvPr id="0" name=""/>
        <dsp:cNvSpPr/>
      </dsp:nvSpPr>
      <dsp:spPr>
        <a:xfrm>
          <a:off x="3871202" y="824542"/>
          <a:ext cx="1151718" cy="1151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DEE30-A92C-4EC7-889C-62D2F99D0329}">
      <dsp:nvSpPr>
        <dsp:cNvPr id="0" name=""/>
        <dsp:cNvSpPr/>
      </dsp:nvSpPr>
      <dsp:spPr>
        <a:xfrm>
          <a:off x="3871202" y="2085487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Conditions</a:t>
          </a:r>
        </a:p>
      </dsp:txBody>
      <dsp:txXfrm>
        <a:off x="3871202" y="2085487"/>
        <a:ext cx="3290624" cy="493593"/>
      </dsp:txXfrm>
    </dsp:sp>
    <dsp:sp modelId="{324C4FE9-948E-47CC-B215-69868157FAB2}">
      <dsp:nvSpPr>
        <dsp:cNvPr id="0" name=""/>
        <dsp:cNvSpPr/>
      </dsp:nvSpPr>
      <dsp:spPr>
        <a:xfrm>
          <a:off x="3871202" y="2629884"/>
          <a:ext cx="3290624" cy="734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Allow PA to collect data, then make a decision based on that data that provides multiple outcomes</a:t>
          </a:r>
        </a:p>
      </dsp:txBody>
      <dsp:txXfrm>
        <a:off x="3871202" y="2629884"/>
        <a:ext cx="3290624" cy="734802"/>
      </dsp:txXfrm>
    </dsp:sp>
    <dsp:sp modelId="{D7C5E16C-838A-4F40-9A9E-F2770C3EF9E2}">
      <dsp:nvSpPr>
        <dsp:cNvPr id="0" name=""/>
        <dsp:cNvSpPr/>
      </dsp:nvSpPr>
      <dsp:spPr>
        <a:xfrm>
          <a:off x="7737686" y="824542"/>
          <a:ext cx="1151718" cy="1151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147F0-82B2-43C5-84A4-9769D716554F}">
      <dsp:nvSpPr>
        <dsp:cNvPr id="0" name=""/>
        <dsp:cNvSpPr/>
      </dsp:nvSpPr>
      <dsp:spPr>
        <a:xfrm>
          <a:off x="7737686" y="2085487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Actions</a:t>
          </a:r>
        </a:p>
      </dsp:txBody>
      <dsp:txXfrm>
        <a:off x="7737686" y="2085487"/>
        <a:ext cx="3290624" cy="493593"/>
      </dsp:txXfrm>
    </dsp:sp>
    <dsp:sp modelId="{3E05202A-E725-48E3-AE66-56E4000BF911}">
      <dsp:nvSpPr>
        <dsp:cNvPr id="0" name=""/>
        <dsp:cNvSpPr/>
      </dsp:nvSpPr>
      <dsp:spPr>
        <a:xfrm>
          <a:off x="7737686" y="2629884"/>
          <a:ext cx="3290624" cy="734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task that’s started when a trigger is invoked</a:t>
          </a:r>
        </a:p>
      </dsp:txBody>
      <dsp:txXfrm>
        <a:off x="7737686" y="2629884"/>
        <a:ext cx="3290624" cy="7348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4AE62-8ADC-45EB-AEF1-C331D88472EF}">
      <dsp:nvSpPr>
        <dsp:cNvPr id="0" name=""/>
        <dsp:cNvSpPr/>
      </dsp:nvSpPr>
      <dsp:spPr>
        <a:xfrm>
          <a:off x="9621" y="1152037"/>
          <a:ext cx="417867" cy="417867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BF171A-6F3A-4909-8878-BD20286EA0CC}">
      <dsp:nvSpPr>
        <dsp:cNvPr id="0" name=""/>
        <dsp:cNvSpPr/>
      </dsp:nvSpPr>
      <dsp:spPr>
        <a:xfrm>
          <a:off x="9621" y="1650966"/>
          <a:ext cx="1193906" cy="19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SharePoint</a:t>
          </a:r>
        </a:p>
      </dsp:txBody>
      <dsp:txXfrm>
        <a:off x="9621" y="1650966"/>
        <a:ext cx="1193906" cy="195875"/>
      </dsp:txXfrm>
    </dsp:sp>
    <dsp:sp modelId="{CA259700-B02B-4794-8D85-FBD5EFCFC124}">
      <dsp:nvSpPr>
        <dsp:cNvPr id="0" name=""/>
        <dsp:cNvSpPr/>
      </dsp:nvSpPr>
      <dsp:spPr>
        <a:xfrm>
          <a:off x="9621" y="1884545"/>
          <a:ext cx="1193906" cy="1152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BFBDF6-6C3F-459D-BE87-4025A2F8F988}">
      <dsp:nvSpPr>
        <dsp:cNvPr id="0" name=""/>
        <dsp:cNvSpPr/>
      </dsp:nvSpPr>
      <dsp:spPr>
        <a:xfrm>
          <a:off x="1412461" y="1152037"/>
          <a:ext cx="417867" cy="417867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F141B-EFF3-46C4-BB69-9F198D63169F}">
      <dsp:nvSpPr>
        <dsp:cNvPr id="0" name=""/>
        <dsp:cNvSpPr/>
      </dsp:nvSpPr>
      <dsp:spPr>
        <a:xfrm>
          <a:off x="1412461" y="1650966"/>
          <a:ext cx="1193906" cy="19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OneDrive</a:t>
          </a:r>
        </a:p>
      </dsp:txBody>
      <dsp:txXfrm>
        <a:off x="1412461" y="1650966"/>
        <a:ext cx="1193906" cy="195875"/>
      </dsp:txXfrm>
    </dsp:sp>
    <dsp:sp modelId="{CB9FF567-50A5-44D4-9F26-4C7277D6F5DB}">
      <dsp:nvSpPr>
        <dsp:cNvPr id="0" name=""/>
        <dsp:cNvSpPr/>
      </dsp:nvSpPr>
      <dsp:spPr>
        <a:xfrm>
          <a:off x="1412461" y="1884545"/>
          <a:ext cx="1193906" cy="1152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813C91-62AF-4AC2-917D-ADB2D675A0DB}">
      <dsp:nvSpPr>
        <dsp:cNvPr id="0" name=""/>
        <dsp:cNvSpPr/>
      </dsp:nvSpPr>
      <dsp:spPr>
        <a:xfrm>
          <a:off x="2815301" y="1152037"/>
          <a:ext cx="417867" cy="417867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DEE30-A92C-4EC7-889C-62D2F99D0329}">
      <dsp:nvSpPr>
        <dsp:cNvPr id="0" name=""/>
        <dsp:cNvSpPr/>
      </dsp:nvSpPr>
      <dsp:spPr>
        <a:xfrm>
          <a:off x="2815301" y="1650966"/>
          <a:ext cx="1193906" cy="19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Outlook</a:t>
          </a:r>
        </a:p>
      </dsp:txBody>
      <dsp:txXfrm>
        <a:off x="2815301" y="1650966"/>
        <a:ext cx="1193906" cy="195875"/>
      </dsp:txXfrm>
    </dsp:sp>
    <dsp:sp modelId="{324C4FE9-948E-47CC-B215-69868157FAB2}">
      <dsp:nvSpPr>
        <dsp:cNvPr id="0" name=""/>
        <dsp:cNvSpPr/>
      </dsp:nvSpPr>
      <dsp:spPr>
        <a:xfrm>
          <a:off x="2815301" y="1884545"/>
          <a:ext cx="1193906" cy="1152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33C631-244C-428B-B13C-01ADACEBD529}">
      <dsp:nvSpPr>
        <dsp:cNvPr id="0" name=""/>
        <dsp:cNvSpPr/>
      </dsp:nvSpPr>
      <dsp:spPr>
        <a:xfrm>
          <a:off x="4218141" y="1152037"/>
          <a:ext cx="417867" cy="417867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71E88-BC25-4930-8105-F75ECA8C2481}">
      <dsp:nvSpPr>
        <dsp:cNvPr id="0" name=""/>
        <dsp:cNvSpPr/>
      </dsp:nvSpPr>
      <dsp:spPr>
        <a:xfrm>
          <a:off x="4218141" y="1650966"/>
          <a:ext cx="1193906" cy="19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Forms</a:t>
          </a:r>
        </a:p>
      </dsp:txBody>
      <dsp:txXfrm>
        <a:off x="4218141" y="1650966"/>
        <a:ext cx="1193906" cy="195875"/>
      </dsp:txXfrm>
    </dsp:sp>
    <dsp:sp modelId="{DBFE3FAF-74F4-4A98-A809-1744169D6BEA}">
      <dsp:nvSpPr>
        <dsp:cNvPr id="0" name=""/>
        <dsp:cNvSpPr/>
      </dsp:nvSpPr>
      <dsp:spPr>
        <a:xfrm>
          <a:off x="4218141" y="1884545"/>
          <a:ext cx="1193906" cy="1152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61607A-A448-448B-90B0-46DD70C07608}">
      <dsp:nvSpPr>
        <dsp:cNvPr id="0" name=""/>
        <dsp:cNvSpPr/>
      </dsp:nvSpPr>
      <dsp:spPr>
        <a:xfrm>
          <a:off x="5620981" y="1152037"/>
          <a:ext cx="417867" cy="417867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5D688-272A-4DBC-ACDA-5EBFD6046314}">
      <dsp:nvSpPr>
        <dsp:cNvPr id="0" name=""/>
        <dsp:cNvSpPr/>
      </dsp:nvSpPr>
      <dsp:spPr>
        <a:xfrm>
          <a:off x="5620981" y="1650966"/>
          <a:ext cx="1193906" cy="19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Planner</a:t>
          </a:r>
        </a:p>
      </dsp:txBody>
      <dsp:txXfrm>
        <a:off x="5620981" y="1650966"/>
        <a:ext cx="1193906" cy="195875"/>
      </dsp:txXfrm>
    </dsp:sp>
    <dsp:sp modelId="{0621A61C-79CE-4319-9695-E405A29B34E6}">
      <dsp:nvSpPr>
        <dsp:cNvPr id="0" name=""/>
        <dsp:cNvSpPr/>
      </dsp:nvSpPr>
      <dsp:spPr>
        <a:xfrm>
          <a:off x="5620981" y="1884545"/>
          <a:ext cx="1193906" cy="1152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C5E16C-838A-4F40-9A9E-F2770C3EF9E2}">
      <dsp:nvSpPr>
        <dsp:cNvPr id="0" name=""/>
        <dsp:cNvSpPr/>
      </dsp:nvSpPr>
      <dsp:spPr>
        <a:xfrm>
          <a:off x="7023821" y="1152037"/>
          <a:ext cx="417867" cy="4178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147F0-82B2-43C5-84A4-9769D716554F}">
      <dsp:nvSpPr>
        <dsp:cNvPr id="0" name=""/>
        <dsp:cNvSpPr/>
      </dsp:nvSpPr>
      <dsp:spPr>
        <a:xfrm>
          <a:off x="7023821" y="1650966"/>
          <a:ext cx="1193906" cy="19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Teams</a:t>
          </a:r>
        </a:p>
      </dsp:txBody>
      <dsp:txXfrm>
        <a:off x="7023821" y="1650966"/>
        <a:ext cx="1193906" cy="195875"/>
      </dsp:txXfrm>
    </dsp:sp>
    <dsp:sp modelId="{3E05202A-E725-48E3-AE66-56E4000BF911}">
      <dsp:nvSpPr>
        <dsp:cNvPr id="0" name=""/>
        <dsp:cNvSpPr/>
      </dsp:nvSpPr>
      <dsp:spPr>
        <a:xfrm>
          <a:off x="7023821" y="1884545"/>
          <a:ext cx="1193906" cy="1152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5E85E4-AF08-4988-B4BE-8200A2036164}">
      <dsp:nvSpPr>
        <dsp:cNvPr id="0" name=""/>
        <dsp:cNvSpPr/>
      </dsp:nvSpPr>
      <dsp:spPr>
        <a:xfrm>
          <a:off x="8426660" y="1152037"/>
          <a:ext cx="417867" cy="417867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E5F7D-702D-4A2D-8BC3-C5A924B67D7B}">
      <dsp:nvSpPr>
        <dsp:cNvPr id="0" name=""/>
        <dsp:cNvSpPr/>
      </dsp:nvSpPr>
      <dsp:spPr>
        <a:xfrm>
          <a:off x="8426660" y="1650966"/>
          <a:ext cx="1193906" cy="19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Project Online</a:t>
          </a:r>
        </a:p>
      </dsp:txBody>
      <dsp:txXfrm>
        <a:off x="8426660" y="1650966"/>
        <a:ext cx="1193906" cy="195875"/>
      </dsp:txXfrm>
    </dsp:sp>
    <dsp:sp modelId="{79CE1CE4-0164-4773-A3AA-8F5BA3030108}">
      <dsp:nvSpPr>
        <dsp:cNvPr id="0" name=""/>
        <dsp:cNvSpPr/>
      </dsp:nvSpPr>
      <dsp:spPr>
        <a:xfrm>
          <a:off x="8426660" y="1884545"/>
          <a:ext cx="1193906" cy="1152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EA694F-DBB4-4E6A-9CAC-CC5E55007BE3}">
      <dsp:nvSpPr>
        <dsp:cNvPr id="0" name=""/>
        <dsp:cNvSpPr/>
      </dsp:nvSpPr>
      <dsp:spPr>
        <a:xfrm>
          <a:off x="9829500" y="1152037"/>
          <a:ext cx="417867" cy="417867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DB308-745E-4D93-807F-EB84E9C8C461}">
      <dsp:nvSpPr>
        <dsp:cNvPr id="0" name=""/>
        <dsp:cNvSpPr/>
      </dsp:nvSpPr>
      <dsp:spPr>
        <a:xfrm>
          <a:off x="9829500" y="1650966"/>
          <a:ext cx="1193906" cy="19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Power Apps</a:t>
          </a:r>
        </a:p>
      </dsp:txBody>
      <dsp:txXfrm>
        <a:off x="9829500" y="1650966"/>
        <a:ext cx="1193906" cy="195875"/>
      </dsp:txXfrm>
    </dsp:sp>
    <dsp:sp modelId="{E72DB40F-5A2B-4FCC-916A-423F76C36C8B}">
      <dsp:nvSpPr>
        <dsp:cNvPr id="0" name=""/>
        <dsp:cNvSpPr/>
      </dsp:nvSpPr>
      <dsp:spPr>
        <a:xfrm>
          <a:off x="9829500" y="1884545"/>
          <a:ext cx="1193906" cy="1152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3C631-244C-428B-B13C-01ADACEBD529}">
      <dsp:nvSpPr>
        <dsp:cNvPr id="0" name=""/>
        <dsp:cNvSpPr/>
      </dsp:nvSpPr>
      <dsp:spPr>
        <a:xfrm>
          <a:off x="3768" y="905921"/>
          <a:ext cx="677003" cy="677003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71E88-BC25-4930-8105-F75ECA8C2481}">
      <dsp:nvSpPr>
        <dsp:cNvPr id="0" name=""/>
        <dsp:cNvSpPr/>
      </dsp:nvSpPr>
      <dsp:spPr>
        <a:xfrm>
          <a:off x="3768" y="1685153"/>
          <a:ext cx="1934296" cy="290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Forms</a:t>
          </a:r>
        </a:p>
      </dsp:txBody>
      <dsp:txXfrm>
        <a:off x="3768" y="1685153"/>
        <a:ext cx="1934296" cy="290144"/>
      </dsp:txXfrm>
    </dsp:sp>
    <dsp:sp modelId="{DBFE3FAF-74F4-4A98-A809-1744169D6BEA}">
      <dsp:nvSpPr>
        <dsp:cNvPr id="0" name=""/>
        <dsp:cNvSpPr/>
      </dsp:nvSpPr>
      <dsp:spPr>
        <a:xfrm>
          <a:off x="3768" y="2022845"/>
          <a:ext cx="1934296" cy="1260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Create surveys, polls and quizzes</a:t>
          </a:r>
        </a:p>
      </dsp:txBody>
      <dsp:txXfrm>
        <a:off x="3768" y="2022845"/>
        <a:ext cx="1934296" cy="1260461"/>
      </dsp:txXfrm>
    </dsp:sp>
    <dsp:sp modelId="{D661607A-A448-448B-90B0-46DD70C07608}">
      <dsp:nvSpPr>
        <dsp:cNvPr id="0" name=""/>
        <dsp:cNvSpPr/>
      </dsp:nvSpPr>
      <dsp:spPr>
        <a:xfrm>
          <a:off x="2276567" y="905921"/>
          <a:ext cx="677003" cy="677003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5D688-272A-4DBC-ACDA-5EBFD6046314}">
      <dsp:nvSpPr>
        <dsp:cNvPr id="0" name=""/>
        <dsp:cNvSpPr/>
      </dsp:nvSpPr>
      <dsp:spPr>
        <a:xfrm>
          <a:off x="2276567" y="1685153"/>
          <a:ext cx="1934296" cy="290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Planner</a:t>
          </a:r>
        </a:p>
      </dsp:txBody>
      <dsp:txXfrm>
        <a:off x="2276567" y="1685153"/>
        <a:ext cx="1934296" cy="290144"/>
      </dsp:txXfrm>
    </dsp:sp>
    <dsp:sp modelId="{0621A61C-79CE-4319-9695-E405A29B34E6}">
      <dsp:nvSpPr>
        <dsp:cNvPr id="0" name=""/>
        <dsp:cNvSpPr/>
      </dsp:nvSpPr>
      <dsp:spPr>
        <a:xfrm>
          <a:off x="2276567" y="2022845"/>
          <a:ext cx="1934296" cy="1260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Create plans, assign tasks, chat about tasks, and see charts of your team's progress</a:t>
          </a:r>
          <a:endParaRPr lang="en-US" sz="1500" kern="1200" dirty="0"/>
        </a:p>
      </dsp:txBody>
      <dsp:txXfrm>
        <a:off x="2276567" y="2022845"/>
        <a:ext cx="1934296" cy="1260461"/>
      </dsp:txXfrm>
    </dsp:sp>
    <dsp:sp modelId="{D7C5E16C-838A-4F40-9A9E-F2770C3EF9E2}">
      <dsp:nvSpPr>
        <dsp:cNvPr id="0" name=""/>
        <dsp:cNvSpPr/>
      </dsp:nvSpPr>
      <dsp:spPr>
        <a:xfrm>
          <a:off x="4549366" y="905921"/>
          <a:ext cx="677003" cy="6770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147F0-82B2-43C5-84A4-9769D716554F}">
      <dsp:nvSpPr>
        <dsp:cNvPr id="0" name=""/>
        <dsp:cNvSpPr/>
      </dsp:nvSpPr>
      <dsp:spPr>
        <a:xfrm>
          <a:off x="4549366" y="1685153"/>
          <a:ext cx="1934296" cy="290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Teams</a:t>
          </a:r>
        </a:p>
      </dsp:txBody>
      <dsp:txXfrm>
        <a:off x="4549366" y="1685153"/>
        <a:ext cx="1934296" cy="290144"/>
      </dsp:txXfrm>
    </dsp:sp>
    <dsp:sp modelId="{3E05202A-E725-48E3-AE66-56E4000BF911}">
      <dsp:nvSpPr>
        <dsp:cNvPr id="0" name=""/>
        <dsp:cNvSpPr/>
      </dsp:nvSpPr>
      <dsp:spPr>
        <a:xfrm>
          <a:off x="4549366" y="2022845"/>
          <a:ext cx="1934296" cy="1260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Collaboration app that helps your team stay organized, have conversations, share files, and have meetings</a:t>
          </a:r>
        </a:p>
      </dsp:txBody>
      <dsp:txXfrm>
        <a:off x="4549366" y="2022845"/>
        <a:ext cx="1934296" cy="1260461"/>
      </dsp:txXfrm>
    </dsp:sp>
    <dsp:sp modelId="{345A0358-BDEB-4D89-92DB-D13699316A33}">
      <dsp:nvSpPr>
        <dsp:cNvPr id="0" name=""/>
        <dsp:cNvSpPr/>
      </dsp:nvSpPr>
      <dsp:spPr>
        <a:xfrm>
          <a:off x="6822164" y="905921"/>
          <a:ext cx="677003" cy="677003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6A7C4-B3C8-4166-8C4A-843D3B32768C}">
      <dsp:nvSpPr>
        <dsp:cNvPr id="0" name=""/>
        <dsp:cNvSpPr/>
      </dsp:nvSpPr>
      <dsp:spPr>
        <a:xfrm>
          <a:off x="6822164" y="1685153"/>
          <a:ext cx="1934296" cy="290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Project Online</a:t>
          </a:r>
        </a:p>
      </dsp:txBody>
      <dsp:txXfrm>
        <a:off x="6822164" y="1685153"/>
        <a:ext cx="1934296" cy="290144"/>
      </dsp:txXfrm>
    </dsp:sp>
    <dsp:sp modelId="{4DA35982-AA5C-4561-9C44-378C85614872}">
      <dsp:nvSpPr>
        <dsp:cNvPr id="0" name=""/>
        <dsp:cNvSpPr/>
      </dsp:nvSpPr>
      <dsp:spPr>
        <a:xfrm>
          <a:off x="6822164" y="2022845"/>
          <a:ext cx="1934296" cy="1260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powerful scheduling tool, that can track costs, resources, time (or any combination of the three)when managing a project</a:t>
          </a:r>
        </a:p>
      </dsp:txBody>
      <dsp:txXfrm>
        <a:off x="6822164" y="2022845"/>
        <a:ext cx="1934296" cy="1260461"/>
      </dsp:txXfrm>
    </dsp:sp>
    <dsp:sp modelId="{2DEA694F-DBB4-4E6A-9CAC-CC5E55007BE3}">
      <dsp:nvSpPr>
        <dsp:cNvPr id="0" name=""/>
        <dsp:cNvSpPr/>
      </dsp:nvSpPr>
      <dsp:spPr>
        <a:xfrm>
          <a:off x="9094963" y="905921"/>
          <a:ext cx="677003" cy="677003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DB308-745E-4D93-807F-EB84E9C8C461}">
      <dsp:nvSpPr>
        <dsp:cNvPr id="0" name=""/>
        <dsp:cNvSpPr/>
      </dsp:nvSpPr>
      <dsp:spPr>
        <a:xfrm>
          <a:off x="9094963" y="1685153"/>
          <a:ext cx="1934296" cy="290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Power Apps</a:t>
          </a:r>
        </a:p>
      </dsp:txBody>
      <dsp:txXfrm>
        <a:off x="9094963" y="1685153"/>
        <a:ext cx="1934296" cy="290144"/>
      </dsp:txXfrm>
    </dsp:sp>
    <dsp:sp modelId="{E72DB40F-5A2B-4FCC-916A-423F76C36C8B}">
      <dsp:nvSpPr>
        <dsp:cNvPr id="0" name=""/>
        <dsp:cNvSpPr/>
      </dsp:nvSpPr>
      <dsp:spPr>
        <a:xfrm>
          <a:off x="9094963" y="2022845"/>
          <a:ext cx="1934296" cy="1260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A service for building and using custom business apps that connect to your data and work across the web and mobile</a:t>
          </a:r>
          <a:endParaRPr lang="en-US" sz="1500" b="0" kern="1200" dirty="0"/>
        </a:p>
      </dsp:txBody>
      <dsp:txXfrm>
        <a:off x="9094963" y="2022845"/>
        <a:ext cx="1934296" cy="126046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F448E-DC39-4B75-A168-BD07A0C684D7}">
      <dsp:nvSpPr>
        <dsp:cNvPr id="0" name=""/>
        <dsp:cNvSpPr/>
      </dsp:nvSpPr>
      <dsp:spPr>
        <a:xfrm>
          <a:off x="818514" y="437535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D0B38-5A7F-4CFF-A172-E27FE7E83649}">
      <dsp:nvSpPr>
        <dsp:cNvPr id="0" name=""/>
        <dsp:cNvSpPr/>
      </dsp:nvSpPr>
      <dsp:spPr>
        <a:xfrm>
          <a:off x="818514" y="209204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Canvas Apps</a:t>
          </a:r>
        </a:p>
      </dsp:txBody>
      <dsp:txXfrm>
        <a:off x="818514" y="2092044"/>
        <a:ext cx="4320000" cy="648000"/>
      </dsp:txXfrm>
    </dsp:sp>
    <dsp:sp modelId="{BBDE4788-8C8B-4344-80BB-0355BF56385A}">
      <dsp:nvSpPr>
        <dsp:cNvPr id="0" name=""/>
        <dsp:cNvSpPr/>
      </dsp:nvSpPr>
      <dsp:spPr>
        <a:xfrm>
          <a:off x="818514" y="2806327"/>
          <a:ext cx="4320000" cy="945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Canvas App is an AppModule enabling users to design and develop task-specific apps with designing flexibility.</a:t>
          </a:r>
          <a:endParaRPr lang="en-US" sz="1700" b="0" kern="1200" dirty="0"/>
        </a:p>
      </dsp:txBody>
      <dsp:txXfrm>
        <a:off x="818514" y="2806327"/>
        <a:ext cx="4320000" cy="945365"/>
      </dsp:txXfrm>
    </dsp:sp>
    <dsp:sp modelId="{93188E47-1318-4BAF-8A9F-5A51697F9154}">
      <dsp:nvSpPr>
        <dsp:cNvPr id="0" name=""/>
        <dsp:cNvSpPr/>
      </dsp:nvSpPr>
      <dsp:spPr>
        <a:xfrm>
          <a:off x="5894514" y="437535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B7767-FC18-4ED6-B0BF-71280E002A32}">
      <dsp:nvSpPr>
        <dsp:cNvPr id="0" name=""/>
        <dsp:cNvSpPr/>
      </dsp:nvSpPr>
      <dsp:spPr>
        <a:xfrm>
          <a:off x="5894514" y="209204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Model Driven Apps</a:t>
          </a:r>
        </a:p>
      </dsp:txBody>
      <dsp:txXfrm>
        <a:off x="5894514" y="2092044"/>
        <a:ext cx="4320000" cy="648000"/>
      </dsp:txXfrm>
    </dsp:sp>
    <dsp:sp modelId="{E3778E27-71F3-48EB-B492-B06DD038F73A}">
      <dsp:nvSpPr>
        <dsp:cNvPr id="0" name=""/>
        <dsp:cNvSpPr/>
      </dsp:nvSpPr>
      <dsp:spPr>
        <a:xfrm>
          <a:off x="5894514" y="2806327"/>
          <a:ext cx="4320000" cy="945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Model-Driven Apps is an AppModule enabling users to design and develop component-focused apps to implement an end-to-end business process.</a:t>
          </a:r>
          <a:endParaRPr lang="en-US" sz="1700" kern="1200" dirty="0"/>
        </a:p>
      </dsp:txBody>
      <dsp:txXfrm>
        <a:off x="5894514" y="2806327"/>
        <a:ext cx="4320000" cy="9453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71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885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41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73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8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28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17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80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4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69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Monday, November 15,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12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Monday, November 15, 2021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3067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3F794D0-2982-490E-88DA-93D489750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8554EC95-B0F7-4043-BF34-678B6257C0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5" b="7865"/>
          <a:stretch/>
        </p:blipFill>
        <p:spPr>
          <a:xfrm>
            <a:off x="-2" y="10"/>
            <a:ext cx="1219200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FD24A3D-F07A-44A9-BE55-5576292E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5071729"/>
            <a:ext cx="12192003" cy="1786490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4441C9-FD2D-4031-B5C5-67478196C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038600" y="5071729"/>
            <a:ext cx="8153401" cy="178626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81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9D3989-3E00-4727-914E-959DFE8FA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6701" y="5071730"/>
            <a:ext cx="8115300" cy="1334505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538E4E5-4047-480A-BB9B-9AB54E86D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3120189" y="3385221"/>
            <a:ext cx="2497963" cy="4087997"/>
          </a:xfrm>
          <a:custGeom>
            <a:avLst/>
            <a:gdLst>
              <a:gd name="connsiteX0" fmla="*/ 2671045 w 2671045"/>
              <a:gd name="connsiteY0" fmla="*/ 8492 h 4371251"/>
              <a:gd name="connsiteX1" fmla="*/ 840176 w 2671045"/>
              <a:gd name="connsiteY1" fmla="*/ 4371251 h 4371251"/>
              <a:gd name="connsiteX2" fmla="*/ 650202 w 2671045"/>
              <a:gd name="connsiteY2" fmla="*/ 4185755 h 4371251"/>
              <a:gd name="connsiteX3" fmla="*/ 0 w 2671045"/>
              <a:gd name="connsiteY3" fmla="*/ 2502877 h 4371251"/>
              <a:gd name="connsiteX4" fmla="*/ 2502877 w 2671045"/>
              <a:gd name="connsiteY4" fmla="*/ 0 h 437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1045" h="4371251">
                <a:moveTo>
                  <a:pt x="2671045" y="8492"/>
                </a:moveTo>
                <a:lnTo>
                  <a:pt x="840176" y="4371251"/>
                </a:lnTo>
                <a:lnTo>
                  <a:pt x="650202" y="4185755"/>
                </a:lnTo>
                <a:cubicBezTo>
                  <a:pt x="246220" y="3741276"/>
                  <a:pt x="0" y="315083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2F5C22-3178-4AB6-800B-319BB0A65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4157" y="5271715"/>
            <a:ext cx="10145864" cy="71561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Microsoft</a:t>
            </a:r>
            <a:r>
              <a:rPr lang="en-US" sz="3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® </a:t>
            </a:r>
            <a:r>
              <a:rPr lang="en-US" sz="3600" dirty="0">
                <a:solidFill>
                  <a:schemeClr val="bg1"/>
                </a:solidFill>
              </a:rPr>
              <a:t>power automate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3CAEF-783F-4C62-B943-093D82D91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157" y="6098649"/>
            <a:ext cx="9866244" cy="302151"/>
          </a:xfrm>
        </p:spPr>
        <p:txBody>
          <a:bodyPr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</a:rPr>
              <a:t>Trish Conner-Cato</a:t>
            </a:r>
          </a:p>
        </p:txBody>
      </p:sp>
    </p:spTree>
    <p:extLst>
      <p:ext uri="{BB962C8B-B14F-4D97-AF65-F5344CB8AC3E}">
        <p14:creationId xmlns:p14="http://schemas.microsoft.com/office/powerpoint/2010/main" val="5999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E5030-AD9B-4AAA-BC4A-DE6B739B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 fontScale="90000"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Lesson 1: Workflow concepts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9595B-D4D5-467B-9CC9-30C5E3E58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707381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8644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E5030-AD9B-4AAA-BC4A-DE6B739B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 fontScale="90000"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Lesson 1: types of flows (Workflows)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9595B-D4D5-467B-9CC9-30C5E3E58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14573"/>
              </p:ext>
            </p:extLst>
          </p:nvPr>
        </p:nvGraphicFramePr>
        <p:xfrm>
          <a:off x="579485" y="1885434"/>
          <a:ext cx="11033029" cy="4347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0297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E5030-AD9B-4AAA-BC4A-DE6B739B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Lesson 1: Cloud flows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9595B-D4D5-467B-9CC9-30C5E3E58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197917"/>
              </p:ext>
            </p:extLst>
          </p:nvPr>
        </p:nvGraphicFramePr>
        <p:xfrm>
          <a:off x="579485" y="1885434"/>
          <a:ext cx="11033029" cy="4347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027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E5030-AD9B-4AAA-BC4A-DE6B739B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Lesson 2: accessing power automate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9595B-D4D5-467B-9CC9-30C5E3E58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611338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6396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E5030-AD9B-4AAA-BC4A-DE6B739B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 fontScale="90000"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Lesson 2: files to use from video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9595B-D4D5-467B-9CC9-30C5E3E58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063608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3371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E5030-AD9B-4AAA-BC4A-DE6B739B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 fontScale="90000"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Lesson 4: building a power automate 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9595B-D4D5-467B-9CC9-30C5E3E58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930953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084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E5030-AD9B-4AAA-BC4A-DE6B739B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 fontScale="90000"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Lesson 6: power automate 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9595B-D4D5-467B-9CC9-30C5E3E58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4410351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6391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E5030-AD9B-4AAA-BC4A-DE6B739B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 fontScale="90000"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Lesson 6: power automate 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9595B-D4D5-467B-9CC9-30C5E3E58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293231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7482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E5030-AD9B-4AAA-BC4A-DE6B739B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 fontScale="90000"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Lesson 6: power </a:t>
            </a:r>
            <a:r>
              <a:rPr lang="en-US" sz="3200">
                <a:solidFill>
                  <a:schemeClr val="bg1"/>
                </a:solidFill>
              </a:rPr>
              <a:t>automate integration - </a:t>
            </a:r>
            <a:r>
              <a:rPr lang="en-US" sz="3200" dirty="0">
                <a:solidFill>
                  <a:schemeClr val="bg1"/>
                </a:solidFill>
              </a:rPr>
              <a:t>Power apps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9595B-D4D5-467B-9CC9-30C5E3E58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558143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770878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DarkSeedLeftStep">
      <a:dk1>
        <a:srgbClr val="000000"/>
      </a:dk1>
      <a:lt1>
        <a:srgbClr val="FFFFFF"/>
      </a:lt1>
      <a:dk2>
        <a:srgbClr val="1C2F32"/>
      </a:dk2>
      <a:lt2>
        <a:srgbClr val="F3F3F0"/>
      </a:lt2>
      <a:accent1>
        <a:srgbClr val="453BE9"/>
      </a:accent1>
      <a:accent2>
        <a:srgbClr val="175BD5"/>
      </a:accent2>
      <a:accent3>
        <a:srgbClr val="27BAE4"/>
      </a:accent3>
      <a:accent4>
        <a:srgbClr val="15C2A1"/>
      </a:accent4>
      <a:accent5>
        <a:srgbClr val="23C562"/>
      </a:accent5>
      <a:accent6>
        <a:srgbClr val="1AC816"/>
      </a:accent6>
      <a:hlink>
        <a:srgbClr val="349E6F"/>
      </a:hlink>
      <a:folHlink>
        <a:srgbClr val="7F7F7F"/>
      </a:folHlink>
    </a:clrScheme>
    <a:fontScheme name="Avenir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 Light</vt:lpstr>
      <vt:lpstr>Tw Cen MT</vt:lpstr>
      <vt:lpstr>GradientRiseVTI</vt:lpstr>
      <vt:lpstr>Microsoft® power automate</vt:lpstr>
      <vt:lpstr>Lesson 1: Workflow concepts overview</vt:lpstr>
      <vt:lpstr>Lesson 1: types of flows (Workflows)</vt:lpstr>
      <vt:lpstr>Lesson 1: Cloud flows</vt:lpstr>
      <vt:lpstr>Lesson 2: accessing power automate</vt:lpstr>
      <vt:lpstr>Lesson 2: files to use from video description</vt:lpstr>
      <vt:lpstr>Lesson 4: building a power automate flow</vt:lpstr>
      <vt:lpstr>Lesson 6: power automate integration</vt:lpstr>
      <vt:lpstr>Lesson 6: power automate integration</vt:lpstr>
      <vt:lpstr>Lesson 6: power automate integration - Power apps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2021-11-15T20:26:27Z</dcterms:created>
  <dcterms:modified xsi:type="dcterms:W3CDTF">2021-11-15T20:26:33Z</dcterms:modified>
</cp:coreProperties>
</file>