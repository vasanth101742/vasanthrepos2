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  <p:sldMasterId id="2147483668" r:id="rId6"/>
  </p:sldMasterIdLst>
  <p:notesMasterIdLst>
    <p:notesMasterId r:id="rId14"/>
  </p:notesMasterIdLst>
  <p:sldIdLst>
    <p:sldId id="256" r:id="rId7"/>
    <p:sldId id="323" r:id="rId8"/>
    <p:sldId id="322" r:id="rId9"/>
    <p:sldId id="324" r:id="rId10"/>
    <p:sldId id="325" r:id="rId11"/>
    <p:sldId id="326" r:id="rId12"/>
    <p:sldId id="267" r:id="rId13"/>
  </p:sldIdLst>
  <p:sldSz cx="12344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Bhatnagar" userId="936f8cba-f832-4390-8efe-46b2bb533e54" providerId="ADAL" clId="{97900BA8-D48C-4A82-A3F0-15060FD86F7B}"/>
    <pc:docChg chg="undo custSel modSld">
      <pc:chgData name="Deepak Bhatnagar" userId="936f8cba-f832-4390-8efe-46b2bb533e54" providerId="ADAL" clId="{97900BA8-D48C-4A82-A3F0-15060FD86F7B}" dt="2022-09-30T12:00:29.591" v="192" actId="13926"/>
      <pc:docMkLst>
        <pc:docMk/>
      </pc:docMkLst>
      <pc:sldChg chg="modSp">
        <pc:chgData name="Deepak Bhatnagar" userId="936f8cba-f832-4390-8efe-46b2bb533e54" providerId="ADAL" clId="{97900BA8-D48C-4A82-A3F0-15060FD86F7B}" dt="2022-09-30T10:33:51.736" v="152"/>
        <pc:sldMkLst>
          <pc:docMk/>
          <pc:sldMk cId="860579118" sldId="322"/>
        </pc:sldMkLst>
        <pc:spChg chg="mod">
          <ac:chgData name="Deepak Bhatnagar" userId="936f8cba-f832-4390-8efe-46b2bb533e54" providerId="ADAL" clId="{97900BA8-D48C-4A82-A3F0-15060FD86F7B}" dt="2022-09-30T10:33:51.736" v="152"/>
          <ac:spMkLst>
            <pc:docMk/>
            <pc:sldMk cId="860579118" sldId="322"/>
            <ac:spMk id="5" creationId="{C7DB18FA-C892-4260-8E9B-7DA3CD2B8AE7}"/>
          </ac:spMkLst>
        </pc:spChg>
        <pc:spChg chg="mod">
          <ac:chgData name="Deepak Bhatnagar" userId="936f8cba-f832-4390-8efe-46b2bb533e54" providerId="ADAL" clId="{97900BA8-D48C-4A82-A3F0-15060FD86F7B}" dt="2022-09-30T10:33:24.310" v="151" actId="123"/>
          <ac:spMkLst>
            <pc:docMk/>
            <pc:sldMk cId="860579118" sldId="322"/>
            <ac:spMk id="10" creationId="{95DDE174-1D61-4407-ABF2-0ADB4BCFEF5E}"/>
          </ac:spMkLst>
        </pc:spChg>
        <pc:picChg chg="mod">
          <ac:chgData name="Deepak Bhatnagar" userId="936f8cba-f832-4390-8efe-46b2bb533e54" providerId="ADAL" clId="{97900BA8-D48C-4A82-A3F0-15060FD86F7B}" dt="2022-09-30T10:32:51.990" v="147" actId="14100"/>
          <ac:picMkLst>
            <pc:docMk/>
            <pc:sldMk cId="860579118" sldId="322"/>
            <ac:picMk id="9" creationId="{4CF474A9-A07C-478F-9728-4BB9EAD389AB}"/>
          </ac:picMkLst>
        </pc:picChg>
      </pc:sldChg>
      <pc:sldChg chg="modSp">
        <pc:chgData name="Deepak Bhatnagar" userId="936f8cba-f832-4390-8efe-46b2bb533e54" providerId="ADAL" clId="{97900BA8-D48C-4A82-A3F0-15060FD86F7B}" dt="2022-09-30T11:29:45.583" v="153" actId="313"/>
        <pc:sldMkLst>
          <pc:docMk/>
          <pc:sldMk cId="3969752029" sldId="323"/>
        </pc:sldMkLst>
        <pc:spChg chg="mod">
          <ac:chgData name="Deepak Bhatnagar" userId="936f8cba-f832-4390-8efe-46b2bb533e54" providerId="ADAL" clId="{97900BA8-D48C-4A82-A3F0-15060FD86F7B}" dt="2022-09-30T11:29:45.583" v="153" actId="313"/>
          <ac:spMkLst>
            <pc:docMk/>
            <pc:sldMk cId="3969752029" sldId="323"/>
            <ac:spMk id="3" creationId="{D6862FFD-F4BD-47B7-8A84-D6C29B5A2AFF}"/>
          </ac:spMkLst>
        </pc:spChg>
      </pc:sldChg>
      <pc:sldChg chg="addSp delSp modSp">
        <pc:chgData name="Deepak Bhatnagar" userId="936f8cba-f832-4390-8efe-46b2bb533e54" providerId="ADAL" clId="{97900BA8-D48C-4A82-A3F0-15060FD86F7B}" dt="2022-09-30T12:00:29.591" v="192" actId="13926"/>
        <pc:sldMkLst>
          <pc:docMk/>
          <pc:sldMk cId="483025711" sldId="324"/>
        </pc:sldMkLst>
        <pc:spChg chg="mod">
          <ac:chgData name="Deepak Bhatnagar" userId="936f8cba-f832-4390-8efe-46b2bb533e54" providerId="ADAL" clId="{97900BA8-D48C-4A82-A3F0-15060FD86F7B}" dt="2022-09-30T08:57:56.271" v="5" actId="1076"/>
          <ac:spMkLst>
            <pc:docMk/>
            <pc:sldMk cId="483025711" sldId="324"/>
            <ac:spMk id="2" creationId="{EB22FADF-038C-4E15-AD27-327CE47E20FB}"/>
          </ac:spMkLst>
        </pc:spChg>
        <pc:spChg chg="mod">
          <ac:chgData name="Deepak Bhatnagar" userId="936f8cba-f832-4390-8efe-46b2bb533e54" providerId="ADAL" clId="{97900BA8-D48C-4A82-A3F0-15060FD86F7B}" dt="2022-09-30T12:00:29.591" v="192" actId="13926"/>
          <ac:spMkLst>
            <pc:docMk/>
            <pc:sldMk cId="483025711" sldId="324"/>
            <ac:spMk id="4" creationId="{D64E0C9C-0E54-44F2-B8D1-583CF776655B}"/>
          </ac:spMkLst>
        </pc:spChg>
        <pc:spChg chg="mod">
          <ac:chgData name="Deepak Bhatnagar" userId="936f8cba-f832-4390-8efe-46b2bb533e54" providerId="ADAL" clId="{97900BA8-D48C-4A82-A3F0-15060FD86F7B}" dt="2022-09-30T08:58:04.356" v="7" actId="1076"/>
          <ac:spMkLst>
            <pc:docMk/>
            <pc:sldMk cId="483025711" sldId="324"/>
            <ac:spMk id="7" creationId="{977B6633-1F96-413E-AB5C-1A5E951514E8}"/>
          </ac:spMkLst>
        </pc:spChg>
        <pc:spChg chg="add mod">
          <ac:chgData name="Deepak Bhatnagar" userId="936f8cba-f832-4390-8efe-46b2bb533e54" providerId="ADAL" clId="{97900BA8-D48C-4A82-A3F0-15060FD86F7B}" dt="2022-09-30T08:57:36.623" v="0" actId="767"/>
          <ac:spMkLst>
            <pc:docMk/>
            <pc:sldMk cId="483025711" sldId="324"/>
            <ac:spMk id="8" creationId="{9B2DFEE0-61E1-4EA3-80B9-6A2BA654EE6D}"/>
          </ac:spMkLst>
        </pc:spChg>
        <pc:spChg chg="add mod">
          <ac:chgData name="Deepak Bhatnagar" userId="936f8cba-f832-4390-8efe-46b2bb533e54" providerId="ADAL" clId="{97900BA8-D48C-4A82-A3F0-15060FD86F7B}" dt="2022-09-30T09:01:30.035" v="26" actId="207"/>
          <ac:spMkLst>
            <pc:docMk/>
            <pc:sldMk cId="483025711" sldId="324"/>
            <ac:spMk id="11" creationId="{75CA9ADD-92E2-49C4-804A-E898FACEF5EF}"/>
          </ac:spMkLst>
        </pc:spChg>
        <pc:spChg chg="add del mod">
          <ac:chgData name="Deepak Bhatnagar" userId="936f8cba-f832-4390-8efe-46b2bb533e54" providerId="ADAL" clId="{97900BA8-D48C-4A82-A3F0-15060FD86F7B}" dt="2022-09-30T08:58:17.439" v="13"/>
          <ac:spMkLst>
            <pc:docMk/>
            <pc:sldMk cId="483025711" sldId="324"/>
            <ac:spMk id="17" creationId="{3BA4DE95-7E13-445A-83BA-9798039F7609}"/>
          </ac:spMkLst>
        </pc:spChg>
        <pc:spChg chg="add mod">
          <ac:chgData name="Deepak Bhatnagar" userId="936f8cba-f832-4390-8efe-46b2bb533e54" providerId="ADAL" clId="{97900BA8-D48C-4A82-A3F0-15060FD86F7B}" dt="2022-09-30T08:58:29.865" v="20" actId="20577"/>
          <ac:spMkLst>
            <pc:docMk/>
            <pc:sldMk cId="483025711" sldId="324"/>
            <ac:spMk id="19" creationId="{5170ED61-6541-44EE-9CB6-2AD26AE5D1A4}"/>
          </ac:spMkLst>
        </pc:spChg>
        <pc:picChg chg="mod">
          <ac:chgData name="Deepak Bhatnagar" userId="936f8cba-f832-4390-8efe-46b2bb533e54" providerId="ADAL" clId="{97900BA8-D48C-4A82-A3F0-15060FD86F7B}" dt="2022-09-30T08:58:17.038" v="12" actId="1076"/>
          <ac:picMkLst>
            <pc:docMk/>
            <pc:sldMk cId="483025711" sldId="324"/>
            <ac:picMk id="3073" creationId="{ED72154D-1A1D-4B02-B8BE-4BB0BBFA12DE}"/>
          </ac:picMkLst>
        </pc:picChg>
      </pc:sldChg>
    </pc:docChg>
  </pc:docChgLst>
  <pc:docChgLst>
    <pc:chgData name="Deepak Bhatnagar" userId="936f8cba-f832-4390-8efe-46b2bb533e54" providerId="ADAL" clId="{EBACAA5E-EB61-4EAE-ACFD-6A7FE30E2126}"/>
    <pc:docChg chg="custSel addSld delSld modSld sldOrd">
      <pc:chgData name="Deepak Bhatnagar" userId="936f8cba-f832-4390-8efe-46b2bb533e54" providerId="ADAL" clId="{EBACAA5E-EB61-4EAE-ACFD-6A7FE30E2126}" dt="2022-09-30T06:18:47.057" v="871" actId="14100"/>
      <pc:docMkLst>
        <pc:docMk/>
      </pc:docMkLst>
      <pc:sldChg chg="modSp modTransition">
        <pc:chgData name="Deepak Bhatnagar" userId="936f8cba-f832-4390-8efe-46b2bb533e54" providerId="ADAL" clId="{EBACAA5E-EB61-4EAE-ACFD-6A7FE30E2126}" dt="2022-09-30T06:08:40.602" v="823"/>
        <pc:sldMkLst>
          <pc:docMk/>
          <pc:sldMk cId="162007548" sldId="256"/>
        </pc:sldMkLst>
        <pc:spChg chg="mod">
          <ac:chgData name="Deepak Bhatnagar" userId="936f8cba-f832-4390-8efe-46b2bb533e54" providerId="ADAL" clId="{EBACAA5E-EB61-4EAE-ACFD-6A7FE30E2126}" dt="2022-09-30T04:39:09.362" v="48" actId="6549"/>
          <ac:spMkLst>
            <pc:docMk/>
            <pc:sldMk cId="162007548" sldId="256"/>
            <ac:spMk id="2" creationId="{85C4C20C-74CB-4636-8341-DC07F104BDA8}"/>
          </ac:spMkLst>
        </pc:spChg>
        <pc:spChg chg="mod">
          <ac:chgData name="Deepak Bhatnagar" userId="936f8cba-f832-4390-8efe-46b2bb533e54" providerId="ADAL" clId="{EBACAA5E-EB61-4EAE-ACFD-6A7FE30E2126}" dt="2022-09-30T04:39:17.842" v="52" actId="20577"/>
          <ac:spMkLst>
            <pc:docMk/>
            <pc:sldMk cId="162007548" sldId="256"/>
            <ac:spMk id="8" creationId="{2D4A97B4-45E9-4CAD-A98D-ABF5C4B64E0A}"/>
          </ac:spMkLst>
        </pc:spChg>
      </pc:sldChg>
      <pc:sldChg chg="del">
        <pc:chgData name="Deepak Bhatnagar" userId="936f8cba-f832-4390-8efe-46b2bb533e54" providerId="ADAL" clId="{EBACAA5E-EB61-4EAE-ACFD-6A7FE30E2126}" dt="2022-09-30T04:39:29.645" v="76" actId="2696"/>
        <pc:sldMkLst>
          <pc:docMk/>
          <pc:sldMk cId="214889176" sldId="269"/>
        </pc:sldMkLst>
      </pc:sldChg>
      <pc:sldChg chg="del">
        <pc:chgData name="Deepak Bhatnagar" userId="936f8cba-f832-4390-8efe-46b2bb533e54" providerId="ADAL" clId="{EBACAA5E-EB61-4EAE-ACFD-6A7FE30E2126}" dt="2022-09-30T04:39:29.675" v="79" actId="2696"/>
        <pc:sldMkLst>
          <pc:docMk/>
          <pc:sldMk cId="1661855237" sldId="270"/>
        </pc:sldMkLst>
      </pc:sldChg>
      <pc:sldChg chg="del">
        <pc:chgData name="Deepak Bhatnagar" userId="936f8cba-f832-4390-8efe-46b2bb533e54" providerId="ADAL" clId="{EBACAA5E-EB61-4EAE-ACFD-6A7FE30E2126}" dt="2022-09-30T04:39:29.659" v="77" actId="2696"/>
        <pc:sldMkLst>
          <pc:docMk/>
          <pc:sldMk cId="3933402397" sldId="271"/>
        </pc:sldMkLst>
      </pc:sldChg>
      <pc:sldChg chg="del">
        <pc:chgData name="Deepak Bhatnagar" userId="936f8cba-f832-4390-8efe-46b2bb533e54" providerId="ADAL" clId="{EBACAA5E-EB61-4EAE-ACFD-6A7FE30E2126}" dt="2022-09-30T04:39:29.691" v="80" actId="2696"/>
        <pc:sldMkLst>
          <pc:docMk/>
          <pc:sldMk cId="3457657981" sldId="272"/>
        </pc:sldMkLst>
      </pc:sldChg>
      <pc:sldChg chg="del">
        <pc:chgData name="Deepak Bhatnagar" userId="936f8cba-f832-4390-8efe-46b2bb533e54" providerId="ADAL" clId="{EBACAA5E-EB61-4EAE-ACFD-6A7FE30E2126}" dt="2022-09-30T04:39:29.636" v="75" actId="2696"/>
        <pc:sldMkLst>
          <pc:docMk/>
          <pc:sldMk cId="166924691" sldId="274"/>
        </pc:sldMkLst>
      </pc:sldChg>
      <pc:sldChg chg="del">
        <pc:chgData name="Deepak Bhatnagar" userId="936f8cba-f832-4390-8efe-46b2bb533e54" providerId="ADAL" clId="{EBACAA5E-EB61-4EAE-ACFD-6A7FE30E2126}" dt="2022-09-30T04:39:29.613" v="74" actId="2696"/>
        <pc:sldMkLst>
          <pc:docMk/>
          <pc:sldMk cId="2775435550" sldId="278"/>
        </pc:sldMkLst>
      </pc:sldChg>
      <pc:sldChg chg="del">
        <pc:chgData name="Deepak Bhatnagar" userId="936f8cba-f832-4390-8efe-46b2bb533e54" providerId="ADAL" clId="{EBACAA5E-EB61-4EAE-ACFD-6A7FE30E2126}" dt="2022-09-30T04:39:29.357" v="62" actId="2696"/>
        <pc:sldMkLst>
          <pc:docMk/>
          <pc:sldMk cId="3554045316" sldId="281"/>
        </pc:sldMkLst>
      </pc:sldChg>
      <pc:sldChg chg="del">
        <pc:chgData name="Deepak Bhatnagar" userId="936f8cba-f832-4390-8efe-46b2bb533e54" providerId="ADAL" clId="{EBACAA5E-EB61-4EAE-ACFD-6A7FE30E2126}" dt="2022-09-30T04:39:29.198" v="54" actId="2696"/>
        <pc:sldMkLst>
          <pc:docMk/>
          <pc:sldMk cId="3533065969" sldId="290"/>
        </pc:sldMkLst>
      </pc:sldChg>
      <pc:sldChg chg="del">
        <pc:chgData name="Deepak Bhatnagar" userId="936f8cba-f832-4390-8efe-46b2bb533e54" providerId="ADAL" clId="{EBACAA5E-EB61-4EAE-ACFD-6A7FE30E2126}" dt="2022-09-30T04:39:29.707" v="82" actId="2696"/>
        <pc:sldMkLst>
          <pc:docMk/>
          <pc:sldMk cId="1328276468" sldId="296"/>
        </pc:sldMkLst>
      </pc:sldChg>
      <pc:sldChg chg="del">
        <pc:chgData name="Deepak Bhatnagar" userId="936f8cba-f832-4390-8efe-46b2bb533e54" providerId="ADAL" clId="{EBACAA5E-EB61-4EAE-ACFD-6A7FE30E2126}" dt="2022-09-30T04:39:29.436" v="68" actId="2696"/>
        <pc:sldMkLst>
          <pc:docMk/>
          <pc:sldMk cId="3845684788" sldId="297"/>
        </pc:sldMkLst>
      </pc:sldChg>
      <pc:sldChg chg="del">
        <pc:chgData name="Deepak Bhatnagar" userId="936f8cba-f832-4390-8efe-46b2bb533e54" providerId="ADAL" clId="{EBACAA5E-EB61-4EAE-ACFD-6A7FE30E2126}" dt="2022-09-30T04:39:29.458" v="69" actId="2696"/>
        <pc:sldMkLst>
          <pc:docMk/>
          <pc:sldMk cId="3304514831" sldId="298"/>
        </pc:sldMkLst>
      </pc:sldChg>
      <pc:sldChg chg="del">
        <pc:chgData name="Deepak Bhatnagar" userId="936f8cba-f832-4390-8efe-46b2bb533e54" providerId="ADAL" clId="{EBACAA5E-EB61-4EAE-ACFD-6A7FE30E2126}" dt="2022-09-30T04:39:29.540" v="70" actId="2696"/>
        <pc:sldMkLst>
          <pc:docMk/>
          <pc:sldMk cId="15957270" sldId="299"/>
        </pc:sldMkLst>
      </pc:sldChg>
      <pc:sldChg chg="del">
        <pc:chgData name="Deepak Bhatnagar" userId="936f8cba-f832-4390-8efe-46b2bb533e54" providerId="ADAL" clId="{EBACAA5E-EB61-4EAE-ACFD-6A7FE30E2126}" dt="2022-09-30T04:39:29.373" v="64" actId="2696"/>
        <pc:sldMkLst>
          <pc:docMk/>
          <pc:sldMk cId="1543581999" sldId="303"/>
        </pc:sldMkLst>
      </pc:sldChg>
      <pc:sldChg chg="del">
        <pc:chgData name="Deepak Bhatnagar" userId="936f8cba-f832-4390-8efe-46b2bb533e54" providerId="ADAL" clId="{EBACAA5E-EB61-4EAE-ACFD-6A7FE30E2126}" dt="2022-09-30T04:39:29.560" v="71" actId="2696"/>
        <pc:sldMkLst>
          <pc:docMk/>
          <pc:sldMk cId="420501023" sldId="304"/>
        </pc:sldMkLst>
      </pc:sldChg>
      <pc:sldChg chg="del">
        <pc:chgData name="Deepak Bhatnagar" userId="936f8cba-f832-4390-8efe-46b2bb533e54" providerId="ADAL" clId="{EBACAA5E-EB61-4EAE-ACFD-6A7FE30E2126}" dt="2022-09-30T04:39:29.389" v="65" actId="2696"/>
        <pc:sldMkLst>
          <pc:docMk/>
          <pc:sldMk cId="437928841" sldId="305"/>
        </pc:sldMkLst>
      </pc:sldChg>
      <pc:sldChg chg="del">
        <pc:chgData name="Deepak Bhatnagar" userId="936f8cba-f832-4390-8efe-46b2bb533e54" providerId="ADAL" clId="{EBACAA5E-EB61-4EAE-ACFD-6A7FE30E2126}" dt="2022-09-30T04:39:29.214" v="55" actId="2696"/>
        <pc:sldMkLst>
          <pc:docMk/>
          <pc:sldMk cId="133904347" sldId="306"/>
        </pc:sldMkLst>
      </pc:sldChg>
      <pc:sldChg chg="del">
        <pc:chgData name="Deepak Bhatnagar" userId="936f8cba-f832-4390-8efe-46b2bb533e54" providerId="ADAL" clId="{EBACAA5E-EB61-4EAE-ACFD-6A7FE30E2126}" dt="2022-09-30T04:39:29.347" v="61" actId="2696"/>
        <pc:sldMkLst>
          <pc:docMk/>
          <pc:sldMk cId="3254736315" sldId="307"/>
        </pc:sldMkLst>
      </pc:sldChg>
      <pc:sldChg chg="del">
        <pc:chgData name="Deepak Bhatnagar" userId="936f8cba-f832-4390-8efe-46b2bb533e54" providerId="ADAL" clId="{EBACAA5E-EB61-4EAE-ACFD-6A7FE30E2126}" dt="2022-09-30T04:39:29.246" v="57" actId="2696"/>
        <pc:sldMkLst>
          <pc:docMk/>
          <pc:sldMk cId="612502969" sldId="309"/>
        </pc:sldMkLst>
      </pc:sldChg>
      <pc:sldChg chg="del">
        <pc:chgData name="Deepak Bhatnagar" userId="936f8cba-f832-4390-8efe-46b2bb533e54" providerId="ADAL" clId="{EBACAA5E-EB61-4EAE-ACFD-6A7FE30E2126}" dt="2022-09-30T04:39:29.257" v="58" actId="2696"/>
        <pc:sldMkLst>
          <pc:docMk/>
          <pc:sldMk cId="2030604228" sldId="310"/>
        </pc:sldMkLst>
      </pc:sldChg>
      <pc:sldChg chg="del">
        <pc:chgData name="Deepak Bhatnagar" userId="936f8cba-f832-4390-8efe-46b2bb533e54" providerId="ADAL" clId="{EBACAA5E-EB61-4EAE-ACFD-6A7FE30E2126}" dt="2022-09-30T04:39:29.289" v="59" actId="2696"/>
        <pc:sldMkLst>
          <pc:docMk/>
          <pc:sldMk cId="543552028" sldId="311"/>
        </pc:sldMkLst>
      </pc:sldChg>
      <pc:sldChg chg="del">
        <pc:chgData name="Deepak Bhatnagar" userId="936f8cba-f832-4390-8efe-46b2bb533e54" providerId="ADAL" clId="{EBACAA5E-EB61-4EAE-ACFD-6A7FE30E2126}" dt="2022-09-30T04:39:29.331" v="60" actId="2696"/>
        <pc:sldMkLst>
          <pc:docMk/>
          <pc:sldMk cId="2445551645" sldId="312"/>
        </pc:sldMkLst>
      </pc:sldChg>
      <pc:sldChg chg="del">
        <pc:chgData name="Deepak Bhatnagar" userId="936f8cba-f832-4390-8efe-46b2bb533e54" providerId="ADAL" clId="{EBACAA5E-EB61-4EAE-ACFD-6A7FE30E2126}" dt="2022-09-30T04:39:29.230" v="56" actId="2696"/>
        <pc:sldMkLst>
          <pc:docMk/>
          <pc:sldMk cId="2955963139" sldId="313"/>
        </pc:sldMkLst>
      </pc:sldChg>
      <pc:sldChg chg="del">
        <pc:chgData name="Deepak Bhatnagar" userId="936f8cba-f832-4390-8efe-46b2bb533e54" providerId="ADAL" clId="{EBACAA5E-EB61-4EAE-ACFD-6A7FE30E2126}" dt="2022-09-30T04:39:29.566" v="72" actId="2696"/>
        <pc:sldMkLst>
          <pc:docMk/>
          <pc:sldMk cId="946448590" sldId="316"/>
        </pc:sldMkLst>
      </pc:sldChg>
      <pc:sldChg chg="del">
        <pc:chgData name="Deepak Bhatnagar" userId="936f8cba-f832-4390-8efe-46b2bb533e54" providerId="ADAL" clId="{EBACAA5E-EB61-4EAE-ACFD-6A7FE30E2126}" dt="2022-09-30T04:39:29.597" v="73" actId="2696"/>
        <pc:sldMkLst>
          <pc:docMk/>
          <pc:sldMk cId="3275568267" sldId="317"/>
        </pc:sldMkLst>
      </pc:sldChg>
      <pc:sldChg chg="del">
        <pc:chgData name="Deepak Bhatnagar" userId="936f8cba-f832-4390-8efe-46b2bb533e54" providerId="ADAL" clId="{EBACAA5E-EB61-4EAE-ACFD-6A7FE30E2126}" dt="2022-09-30T04:39:29.357" v="63" actId="2696"/>
        <pc:sldMkLst>
          <pc:docMk/>
          <pc:sldMk cId="2740456080" sldId="319"/>
        </pc:sldMkLst>
      </pc:sldChg>
      <pc:sldChg chg="addSp delSp modSp modTransition">
        <pc:chgData name="Deepak Bhatnagar" userId="936f8cba-f832-4390-8efe-46b2bb533e54" providerId="ADAL" clId="{EBACAA5E-EB61-4EAE-ACFD-6A7FE30E2126}" dt="2022-09-30T05:57:01.642" v="691" actId="20577"/>
        <pc:sldMkLst>
          <pc:docMk/>
          <pc:sldMk cId="860579118" sldId="322"/>
        </pc:sldMkLst>
        <pc:spChg chg="del">
          <ac:chgData name="Deepak Bhatnagar" userId="936f8cba-f832-4390-8efe-46b2bb533e54" providerId="ADAL" clId="{EBACAA5E-EB61-4EAE-ACFD-6A7FE30E2126}" dt="2022-09-30T04:39:39.455" v="86" actId="478"/>
          <ac:spMkLst>
            <pc:docMk/>
            <pc:sldMk cId="860579118" sldId="322"/>
            <ac:spMk id="2" creationId="{D4D07305-0F91-4208-B956-C9D25E810DF2}"/>
          </ac:spMkLst>
        </pc:spChg>
        <pc:spChg chg="del">
          <ac:chgData name="Deepak Bhatnagar" userId="936f8cba-f832-4390-8efe-46b2bb533e54" providerId="ADAL" clId="{EBACAA5E-EB61-4EAE-ACFD-6A7FE30E2126}" dt="2022-09-30T04:39:35.081" v="83" actId="478"/>
          <ac:spMkLst>
            <pc:docMk/>
            <pc:sldMk cId="860579118" sldId="322"/>
            <ac:spMk id="3" creationId="{B40FAF7A-78FD-4B00-93FF-2E41717FE296}"/>
          </ac:spMkLst>
        </pc:spChg>
        <pc:spChg chg="add del mod">
          <ac:chgData name="Deepak Bhatnagar" userId="936f8cba-f832-4390-8efe-46b2bb533e54" providerId="ADAL" clId="{EBACAA5E-EB61-4EAE-ACFD-6A7FE30E2126}" dt="2022-09-30T05:47:19.099" v="518" actId="478"/>
          <ac:spMkLst>
            <pc:docMk/>
            <pc:sldMk cId="860579118" sldId="322"/>
            <ac:spMk id="6" creationId="{3BE70A89-0D88-4B00-8BE1-96AC2E3C2129}"/>
          </ac:spMkLst>
        </pc:spChg>
        <pc:spChg chg="del mod">
          <ac:chgData name="Deepak Bhatnagar" userId="936f8cba-f832-4390-8efe-46b2bb533e54" providerId="ADAL" clId="{EBACAA5E-EB61-4EAE-ACFD-6A7FE30E2126}" dt="2022-09-30T04:39:38.209" v="85" actId="478"/>
          <ac:spMkLst>
            <pc:docMk/>
            <pc:sldMk cId="860579118" sldId="322"/>
            <ac:spMk id="7" creationId="{E707A4DE-336A-4F6A-AF0B-0F8B46512B4B}"/>
          </ac:spMkLst>
        </pc:spChg>
        <pc:spChg chg="del">
          <ac:chgData name="Deepak Bhatnagar" userId="936f8cba-f832-4390-8efe-46b2bb533e54" providerId="ADAL" clId="{EBACAA5E-EB61-4EAE-ACFD-6A7FE30E2126}" dt="2022-09-30T04:39:42.129" v="87" actId="478"/>
          <ac:spMkLst>
            <pc:docMk/>
            <pc:sldMk cId="860579118" sldId="322"/>
            <ac:spMk id="8" creationId="{CCED048B-3ADB-4BC0-A641-C324915350B8}"/>
          </ac:spMkLst>
        </pc:spChg>
        <pc:spChg chg="add mod">
          <ac:chgData name="Deepak Bhatnagar" userId="936f8cba-f832-4390-8efe-46b2bb533e54" providerId="ADAL" clId="{EBACAA5E-EB61-4EAE-ACFD-6A7FE30E2126}" dt="2022-09-30T05:57:01.642" v="691" actId="20577"/>
          <ac:spMkLst>
            <pc:docMk/>
            <pc:sldMk cId="860579118" sldId="322"/>
            <ac:spMk id="10" creationId="{95DDE174-1D61-4407-ABF2-0ADB4BCFEF5E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2" creationId="{75486363-EC67-41F3-A312-241D0FB79079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3" creationId="{090E9A9D-F1DC-41D3-A34E-0247B50A3349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4" creationId="{EEB38519-088E-422D-96FB-F6C1B757719D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5" creationId="{4CDCE06D-D070-400C-9D43-4559D91748A3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6" creationId="{4FFAAEC3-E6D3-4113-8428-882DA07A700E}"/>
          </ac:spMkLst>
        </pc:spChg>
        <pc:spChg chg="del mod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7" creationId="{A2D92311-9882-4A5D-83CB-091795C4FB29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8" creationId="{4D78CA1C-A335-4659-8910-1BDAAF7A041F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19" creationId="{F446D4CA-E63A-4AA3-ADB2-C45E5C24FF96}"/>
          </ac:spMkLst>
        </pc:spChg>
        <pc:spChg chg="del">
          <ac:chgData name="Deepak Bhatnagar" userId="936f8cba-f832-4390-8efe-46b2bb533e54" providerId="ADAL" clId="{EBACAA5E-EB61-4EAE-ACFD-6A7FE30E2126}" dt="2022-09-30T04:39:51.965" v="92" actId="478"/>
          <ac:spMkLst>
            <pc:docMk/>
            <pc:sldMk cId="860579118" sldId="322"/>
            <ac:spMk id="20" creationId="{799ED944-9236-4A44-95B8-A8C5B3584187}"/>
          </ac:spMkLst>
        </pc:spChg>
        <pc:spChg chg="del">
          <ac:chgData name="Deepak Bhatnagar" userId="936f8cba-f832-4390-8efe-46b2bb533e54" providerId="ADAL" clId="{EBACAA5E-EB61-4EAE-ACFD-6A7FE30E2126}" dt="2022-09-30T04:39:48.533" v="90" actId="478"/>
          <ac:spMkLst>
            <pc:docMk/>
            <pc:sldMk cId="860579118" sldId="322"/>
            <ac:spMk id="30" creationId="{F567421F-7FCB-46A3-A007-7B1C7F31E61D}"/>
          </ac:spMkLst>
        </pc:spChg>
        <pc:picChg chg="add del mod">
          <ac:chgData name="Deepak Bhatnagar" userId="936f8cba-f832-4390-8efe-46b2bb533e54" providerId="ADAL" clId="{EBACAA5E-EB61-4EAE-ACFD-6A7FE30E2126}" dt="2022-09-30T05:47:34.443" v="519" actId="478"/>
          <ac:picMkLst>
            <pc:docMk/>
            <pc:sldMk cId="860579118" sldId="322"/>
            <ac:picMk id="4" creationId="{199B0856-0155-42D2-8CAA-46659C9BDC1B}"/>
          </ac:picMkLst>
        </pc:picChg>
        <pc:picChg chg="add mod">
          <ac:chgData name="Deepak Bhatnagar" userId="936f8cba-f832-4390-8efe-46b2bb533e54" providerId="ADAL" clId="{EBACAA5E-EB61-4EAE-ACFD-6A7FE30E2126}" dt="2022-09-30T05:54:46.689" v="574" actId="1076"/>
          <ac:picMkLst>
            <pc:docMk/>
            <pc:sldMk cId="860579118" sldId="322"/>
            <ac:picMk id="9" creationId="{4CF474A9-A07C-478F-9728-4BB9EAD389AB}"/>
          </ac:picMkLst>
        </pc:picChg>
        <pc:picChg chg="del">
          <ac:chgData name="Deepak Bhatnagar" userId="936f8cba-f832-4390-8efe-46b2bb533e54" providerId="ADAL" clId="{EBACAA5E-EB61-4EAE-ACFD-6A7FE30E2126}" dt="2022-09-30T04:39:50.077" v="91" actId="478"/>
          <ac:picMkLst>
            <pc:docMk/>
            <pc:sldMk cId="860579118" sldId="322"/>
            <ac:picMk id="21" creationId="{FC3D0CE7-164E-4C06-81F1-F361AA753F0A}"/>
          </ac:picMkLst>
        </pc:picChg>
        <pc:picChg chg="del">
          <ac:chgData name="Deepak Bhatnagar" userId="936f8cba-f832-4390-8efe-46b2bb533e54" providerId="ADAL" clId="{EBACAA5E-EB61-4EAE-ACFD-6A7FE30E2126}" dt="2022-09-30T04:39:48.533" v="90" actId="478"/>
          <ac:picMkLst>
            <pc:docMk/>
            <pc:sldMk cId="860579118" sldId="322"/>
            <ac:picMk id="23" creationId="{745E75CC-1E45-49B1-B3FC-0D2455797F2D}"/>
          </ac:picMkLst>
        </pc:picChg>
        <pc:picChg chg="del">
          <ac:chgData name="Deepak Bhatnagar" userId="936f8cba-f832-4390-8efe-46b2bb533e54" providerId="ADAL" clId="{EBACAA5E-EB61-4EAE-ACFD-6A7FE30E2126}" dt="2022-09-30T04:39:48.533" v="90" actId="478"/>
          <ac:picMkLst>
            <pc:docMk/>
            <pc:sldMk cId="860579118" sldId="322"/>
            <ac:picMk id="25" creationId="{13BE03EA-90B1-4859-B0EC-E4E4F595379F}"/>
          </ac:picMkLst>
        </pc:picChg>
        <pc:picChg chg="del">
          <ac:chgData name="Deepak Bhatnagar" userId="936f8cba-f832-4390-8efe-46b2bb533e54" providerId="ADAL" clId="{EBACAA5E-EB61-4EAE-ACFD-6A7FE30E2126}" dt="2022-09-30T04:39:44.621" v="88" actId="478"/>
          <ac:picMkLst>
            <pc:docMk/>
            <pc:sldMk cId="860579118" sldId="322"/>
            <ac:picMk id="29" creationId="{21854202-55AE-4540-8435-49CDA23B7B16}"/>
          </ac:picMkLst>
        </pc:picChg>
      </pc:sldChg>
      <pc:sldChg chg="del">
        <pc:chgData name="Deepak Bhatnagar" userId="936f8cba-f832-4390-8efe-46b2bb533e54" providerId="ADAL" clId="{EBACAA5E-EB61-4EAE-ACFD-6A7FE30E2126}" dt="2022-09-30T04:39:29.198" v="53" actId="2696"/>
        <pc:sldMkLst>
          <pc:docMk/>
          <pc:sldMk cId="999438349" sldId="323"/>
        </pc:sldMkLst>
      </pc:sldChg>
      <pc:sldChg chg="addSp delSp modSp add ord">
        <pc:chgData name="Deepak Bhatnagar" userId="936f8cba-f832-4390-8efe-46b2bb533e54" providerId="ADAL" clId="{EBACAA5E-EB61-4EAE-ACFD-6A7FE30E2126}" dt="2022-09-30T06:03:31.399" v="781" actId="20577"/>
        <pc:sldMkLst>
          <pc:docMk/>
          <pc:sldMk cId="3969752029" sldId="323"/>
        </pc:sldMkLst>
        <pc:spChg chg="add del mod">
          <ac:chgData name="Deepak Bhatnagar" userId="936f8cba-f832-4390-8efe-46b2bb533e54" providerId="ADAL" clId="{EBACAA5E-EB61-4EAE-ACFD-6A7FE30E2126}" dt="2022-09-30T05:39:08.681" v="224" actId="478"/>
          <ac:spMkLst>
            <pc:docMk/>
            <pc:sldMk cId="3969752029" sldId="323"/>
            <ac:spMk id="2" creationId="{EB22FADF-038C-4E15-AD27-327CE47E20FB}"/>
          </ac:spMkLst>
        </pc:spChg>
        <pc:spChg chg="add mod">
          <ac:chgData name="Deepak Bhatnagar" userId="936f8cba-f832-4390-8efe-46b2bb533e54" providerId="ADAL" clId="{EBACAA5E-EB61-4EAE-ACFD-6A7FE30E2126}" dt="2022-09-30T06:03:31.399" v="781" actId="20577"/>
          <ac:spMkLst>
            <pc:docMk/>
            <pc:sldMk cId="3969752029" sldId="323"/>
            <ac:spMk id="3" creationId="{D6862FFD-F4BD-47B7-8A84-D6C29B5A2AFF}"/>
          </ac:spMkLst>
        </pc:spChg>
        <pc:spChg chg="mod">
          <ac:chgData name="Deepak Bhatnagar" userId="936f8cba-f832-4390-8efe-46b2bb533e54" providerId="ADAL" clId="{EBACAA5E-EB61-4EAE-ACFD-6A7FE30E2126}" dt="2022-09-30T05:48:01.286" v="534" actId="20577"/>
          <ac:spMkLst>
            <pc:docMk/>
            <pc:sldMk cId="3969752029" sldId="323"/>
            <ac:spMk id="5" creationId="{C7DB18FA-C892-4260-8E9B-7DA3CD2B8AE7}"/>
          </ac:spMkLst>
        </pc:spChg>
        <pc:spChg chg="del mod">
          <ac:chgData name="Deepak Bhatnagar" userId="936f8cba-f832-4390-8efe-46b2bb533e54" providerId="ADAL" clId="{EBACAA5E-EB61-4EAE-ACFD-6A7FE30E2126}" dt="2022-09-30T05:39:12.080" v="225" actId="478"/>
          <ac:spMkLst>
            <pc:docMk/>
            <pc:sldMk cId="3969752029" sldId="323"/>
            <ac:spMk id="6" creationId="{3BE70A89-0D88-4B00-8BE1-96AC2E3C2129}"/>
          </ac:spMkLst>
        </pc:spChg>
        <pc:picChg chg="del">
          <ac:chgData name="Deepak Bhatnagar" userId="936f8cba-f832-4390-8efe-46b2bb533e54" providerId="ADAL" clId="{EBACAA5E-EB61-4EAE-ACFD-6A7FE30E2126}" dt="2022-09-30T05:37:13.503" v="192" actId="478"/>
          <ac:picMkLst>
            <pc:docMk/>
            <pc:sldMk cId="3969752029" sldId="323"/>
            <ac:picMk id="4" creationId="{199B0856-0155-42D2-8CAA-46659C9BDC1B}"/>
          </ac:picMkLst>
        </pc:picChg>
        <pc:picChg chg="add del mod">
          <ac:chgData name="Deepak Bhatnagar" userId="936f8cba-f832-4390-8efe-46b2bb533e54" providerId="ADAL" clId="{EBACAA5E-EB61-4EAE-ACFD-6A7FE30E2126}" dt="2022-09-30T05:39:06.008" v="223" actId="478"/>
          <ac:picMkLst>
            <pc:docMk/>
            <pc:sldMk cId="3969752029" sldId="323"/>
            <ac:picMk id="3073" creationId="{ED72154D-1A1D-4B02-B8BE-4BB0BBFA12DE}"/>
          </ac:picMkLst>
        </pc:picChg>
      </pc:sldChg>
      <pc:sldChg chg="addSp modSp add modAnim">
        <pc:chgData name="Deepak Bhatnagar" userId="936f8cba-f832-4390-8efe-46b2bb533e54" providerId="ADAL" clId="{EBACAA5E-EB61-4EAE-ACFD-6A7FE30E2126}" dt="2022-09-30T06:18:47.057" v="871" actId="14100"/>
        <pc:sldMkLst>
          <pc:docMk/>
          <pc:sldMk cId="483025711" sldId="324"/>
        </pc:sldMkLst>
        <pc:spChg chg="mod">
          <ac:chgData name="Deepak Bhatnagar" userId="936f8cba-f832-4390-8efe-46b2bb533e54" providerId="ADAL" clId="{EBACAA5E-EB61-4EAE-ACFD-6A7FE30E2126}" dt="2022-09-30T06:07:23.986" v="803" actId="1076"/>
          <ac:spMkLst>
            <pc:docMk/>
            <pc:sldMk cId="483025711" sldId="324"/>
            <ac:spMk id="2" creationId="{EB22FADF-038C-4E15-AD27-327CE47E20FB}"/>
          </ac:spMkLst>
        </pc:spChg>
        <pc:spChg chg="add mod">
          <ac:chgData name="Deepak Bhatnagar" userId="936f8cba-f832-4390-8efe-46b2bb533e54" providerId="ADAL" clId="{EBACAA5E-EB61-4EAE-ACFD-6A7FE30E2126}" dt="2022-09-30T06:17:45.195" v="862" actId="207"/>
          <ac:spMkLst>
            <pc:docMk/>
            <pc:sldMk cId="483025711" sldId="324"/>
            <ac:spMk id="3" creationId="{57A49FFC-8F9D-4CDE-BF85-8F75B20AD7F2}"/>
          </ac:spMkLst>
        </pc:spChg>
        <pc:spChg chg="add mod">
          <ac:chgData name="Deepak Bhatnagar" userId="936f8cba-f832-4390-8efe-46b2bb533e54" providerId="ADAL" clId="{EBACAA5E-EB61-4EAE-ACFD-6A7FE30E2126}" dt="2022-09-30T06:18:10.748" v="865" actId="1076"/>
          <ac:spMkLst>
            <pc:docMk/>
            <pc:sldMk cId="483025711" sldId="324"/>
            <ac:spMk id="4" creationId="{D64E0C9C-0E54-44F2-B8D1-583CF776655B}"/>
          </ac:spMkLst>
        </pc:spChg>
        <pc:spChg chg="mod">
          <ac:chgData name="Deepak Bhatnagar" userId="936f8cba-f832-4390-8efe-46b2bb533e54" providerId="ADAL" clId="{EBACAA5E-EB61-4EAE-ACFD-6A7FE30E2126}" dt="2022-09-30T06:03:44.400" v="782"/>
          <ac:spMkLst>
            <pc:docMk/>
            <pc:sldMk cId="483025711" sldId="324"/>
            <ac:spMk id="5" creationId="{C7DB18FA-C892-4260-8E9B-7DA3CD2B8AE7}"/>
          </ac:spMkLst>
        </pc:spChg>
        <pc:spChg chg="mod">
          <ac:chgData name="Deepak Bhatnagar" userId="936f8cba-f832-4390-8efe-46b2bb533e54" providerId="ADAL" clId="{EBACAA5E-EB61-4EAE-ACFD-6A7FE30E2126}" dt="2022-09-30T06:08:51.454" v="824" actId="1076"/>
          <ac:spMkLst>
            <pc:docMk/>
            <pc:sldMk cId="483025711" sldId="324"/>
            <ac:spMk id="6" creationId="{3BE70A89-0D88-4B00-8BE1-96AC2E3C2129}"/>
          </ac:spMkLst>
        </pc:spChg>
        <pc:spChg chg="add mod">
          <ac:chgData name="Deepak Bhatnagar" userId="936f8cba-f832-4390-8efe-46b2bb533e54" providerId="ADAL" clId="{EBACAA5E-EB61-4EAE-ACFD-6A7FE30E2126}" dt="2022-09-30T06:08:00.832" v="821" actId="1076"/>
          <ac:spMkLst>
            <pc:docMk/>
            <pc:sldMk cId="483025711" sldId="324"/>
            <ac:spMk id="7" creationId="{977B6633-1F96-413E-AB5C-1A5E951514E8}"/>
          </ac:spMkLst>
        </pc:spChg>
        <pc:spChg chg="add mod">
          <ac:chgData name="Deepak Bhatnagar" userId="936f8cba-f832-4390-8efe-46b2bb533e54" providerId="ADAL" clId="{EBACAA5E-EB61-4EAE-ACFD-6A7FE30E2126}" dt="2022-09-30T06:18:03.679" v="864" actId="1076"/>
          <ac:spMkLst>
            <pc:docMk/>
            <pc:sldMk cId="483025711" sldId="324"/>
            <ac:spMk id="10" creationId="{5C1598DE-CC33-4CF7-8EA7-0CE5F208336E}"/>
          </ac:spMkLst>
        </pc:spChg>
        <pc:picChg chg="ord">
          <ac:chgData name="Deepak Bhatnagar" userId="936f8cba-f832-4390-8efe-46b2bb533e54" providerId="ADAL" clId="{EBACAA5E-EB61-4EAE-ACFD-6A7FE30E2126}" dt="2022-09-30T05:50:02.624" v="566" actId="171"/>
          <ac:picMkLst>
            <pc:docMk/>
            <pc:sldMk cId="483025711" sldId="324"/>
            <ac:picMk id="3073" creationId="{ED72154D-1A1D-4B02-B8BE-4BB0BBFA12DE}"/>
          </ac:picMkLst>
        </pc:picChg>
        <pc:cxnChg chg="add mod">
          <ac:chgData name="Deepak Bhatnagar" userId="936f8cba-f832-4390-8efe-46b2bb533e54" providerId="ADAL" clId="{EBACAA5E-EB61-4EAE-ACFD-6A7FE30E2126}" dt="2022-09-30T06:08:22.147" v="822" actId="11529"/>
          <ac:cxnSpMkLst>
            <pc:docMk/>
            <pc:sldMk cId="483025711" sldId="324"/>
            <ac:cxnSpMk id="9" creationId="{7C5E5F02-093F-48C7-93B6-BBC4F111AB51}"/>
          </ac:cxnSpMkLst>
        </pc:cxnChg>
        <pc:cxnChg chg="add mod">
          <ac:chgData name="Deepak Bhatnagar" userId="936f8cba-f832-4390-8efe-46b2bb533e54" providerId="ADAL" clId="{EBACAA5E-EB61-4EAE-ACFD-6A7FE30E2126}" dt="2022-09-30T06:18:22.455" v="866" actId="14100"/>
          <ac:cxnSpMkLst>
            <pc:docMk/>
            <pc:sldMk cId="483025711" sldId="324"/>
            <ac:cxnSpMk id="12" creationId="{B35F0A4B-41B7-4E3A-B9B1-685F9F73D7C6}"/>
          </ac:cxnSpMkLst>
        </pc:cxnChg>
        <pc:cxnChg chg="add mod">
          <ac:chgData name="Deepak Bhatnagar" userId="936f8cba-f832-4390-8efe-46b2bb533e54" providerId="ADAL" clId="{EBACAA5E-EB61-4EAE-ACFD-6A7FE30E2126}" dt="2022-09-30T06:18:26.885" v="867" actId="14100"/>
          <ac:cxnSpMkLst>
            <pc:docMk/>
            <pc:sldMk cId="483025711" sldId="324"/>
            <ac:cxnSpMk id="14" creationId="{971041AF-821A-4E8C-9E85-E627EBCF462D}"/>
          </ac:cxnSpMkLst>
        </pc:cxnChg>
        <pc:cxnChg chg="add mod">
          <ac:chgData name="Deepak Bhatnagar" userId="936f8cba-f832-4390-8efe-46b2bb533e54" providerId="ADAL" clId="{EBACAA5E-EB61-4EAE-ACFD-6A7FE30E2126}" dt="2022-09-30T06:18:43.815" v="870" actId="14100"/>
          <ac:cxnSpMkLst>
            <pc:docMk/>
            <pc:sldMk cId="483025711" sldId="324"/>
            <ac:cxnSpMk id="16" creationId="{028655DA-8B9B-4A6C-A125-D70C5CE9A13C}"/>
          </ac:cxnSpMkLst>
        </pc:cxnChg>
        <pc:cxnChg chg="add mod">
          <ac:chgData name="Deepak Bhatnagar" userId="936f8cba-f832-4390-8efe-46b2bb533e54" providerId="ADAL" clId="{EBACAA5E-EB61-4EAE-ACFD-6A7FE30E2126}" dt="2022-09-30T06:18:47.057" v="871" actId="14100"/>
          <ac:cxnSpMkLst>
            <pc:docMk/>
            <pc:sldMk cId="483025711" sldId="324"/>
            <ac:cxnSpMk id="18" creationId="{F7A641E0-35E4-4012-B1A4-3E2E3C6196A8}"/>
          </ac:cxnSpMkLst>
        </pc:cxnChg>
      </pc:sldChg>
      <pc:sldChg chg="del">
        <pc:chgData name="Deepak Bhatnagar" userId="936f8cba-f832-4390-8efe-46b2bb533e54" providerId="ADAL" clId="{EBACAA5E-EB61-4EAE-ACFD-6A7FE30E2126}" dt="2022-09-30T04:39:29.404" v="66" actId="2696"/>
        <pc:sldMkLst>
          <pc:docMk/>
          <pc:sldMk cId="515875054" sldId="324"/>
        </pc:sldMkLst>
      </pc:sldChg>
      <pc:sldChg chg="del">
        <pc:chgData name="Deepak Bhatnagar" userId="936f8cba-f832-4390-8efe-46b2bb533e54" providerId="ADAL" clId="{EBACAA5E-EB61-4EAE-ACFD-6A7FE30E2126}" dt="2022-09-30T04:39:29.436" v="67" actId="2696"/>
        <pc:sldMkLst>
          <pc:docMk/>
          <pc:sldMk cId="3319835692" sldId="325"/>
        </pc:sldMkLst>
      </pc:sldChg>
      <pc:sldChg chg="del">
        <pc:chgData name="Deepak Bhatnagar" userId="936f8cba-f832-4390-8efe-46b2bb533e54" providerId="ADAL" clId="{EBACAA5E-EB61-4EAE-ACFD-6A7FE30E2126}" dt="2022-09-30T04:39:29.707" v="81" actId="2696"/>
        <pc:sldMkLst>
          <pc:docMk/>
          <pc:sldMk cId="1776197987" sldId="327"/>
        </pc:sldMkLst>
      </pc:sldChg>
      <pc:sldMasterChg chg="delSldLayout">
        <pc:chgData name="Deepak Bhatnagar" userId="936f8cba-f832-4390-8efe-46b2bb533e54" providerId="ADAL" clId="{EBACAA5E-EB61-4EAE-ACFD-6A7FE30E2126}" dt="2022-09-30T04:39:29.659" v="78" actId="2696"/>
        <pc:sldMasterMkLst>
          <pc:docMk/>
          <pc:sldMasterMk cId="1152452346" sldId="2147483665"/>
        </pc:sldMasterMkLst>
        <pc:sldLayoutChg chg="del">
          <pc:chgData name="Deepak Bhatnagar" userId="936f8cba-f832-4390-8efe-46b2bb533e54" providerId="ADAL" clId="{EBACAA5E-EB61-4EAE-ACFD-6A7FE30E2126}" dt="2022-09-30T04:39:29.659" v="78" actId="2696"/>
          <pc:sldLayoutMkLst>
            <pc:docMk/>
            <pc:sldMasterMk cId="1152452346" sldId="2147483665"/>
            <pc:sldLayoutMk cId="3873671199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CCA99-8DDF-4994-A53C-847EB50F5C0F}" type="datetimeFigureOut">
              <a:rPr lang="en-IN" smtClean="0"/>
              <a:t>24-11-2022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2463" y="1143000"/>
            <a:ext cx="5553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CB2EC-CFAA-4B98-927C-C17F66343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87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DD968390-1116-4E3A-9B0A-1A7E025FC6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75" y="3048657"/>
            <a:ext cx="11062643" cy="8029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5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4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 sz="4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 sz="4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 sz="4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Presentation Title Verdana 44 Pt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A8DA20CE-C03A-419B-9CF7-563BB71A9D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3851562"/>
            <a:ext cx="11063143" cy="468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Presentation Subtitle Verdana Bold 22 Pt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56A6DEE8-DCA8-4CB7-9F93-AFBDD1F583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5413" y="1121364"/>
            <a:ext cx="3744005" cy="33711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00"/>
              </a:spcBef>
              <a:buNone/>
              <a:defRPr sz="12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18 February, 2022</a:t>
            </a:r>
            <a:endParaRPr lang="en-IN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9D0FF670-C5A9-4980-B3C0-8DA623F369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275" y="5850906"/>
            <a:ext cx="2533650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Doc Number: 00000000</a:t>
            </a:r>
          </a:p>
        </p:txBody>
      </p:sp>
    </p:spTree>
    <p:extLst>
      <p:ext uri="{BB962C8B-B14F-4D97-AF65-F5344CB8AC3E}">
        <p14:creationId xmlns:p14="http://schemas.microsoft.com/office/powerpoint/2010/main" val="337540302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xmlns="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3" y="275646"/>
            <a:ext cx="10721321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 sz="2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Slide Title Verdana 28 Pt</a:t>
            </a:r>
            <a:endParaRPr lang="en-IN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93580" y="854365"/>
            <a:ext cx="111572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9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42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xmlns="" id="{F5767EB9-D94C-4969-8928-274029FD4B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7977" y="3285836"/>
            <a:ext cx="11112843" cy="59112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Section Slide Verdana 32pt</a:t>
            </a:r>
            <a:endParaRPr lang="en-IN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593580" y="3916223"/>
            <a:ext cx="111572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04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8F8B78FD-3A0A-4F18-ABB9-26329C1D56D6}"/>
              </a:ext>
            </a:extLst>
          </p:cNvPr>
          <p:cNvSpPr/>
          <p:nvPr userDrawn="1"/>
        </p:nvSpPr>
        <p:spPr>
          <a:xfrm>
            <a:off x="8458175" y="3206173"/>
            <a:ext cx="3269005" cy="51608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anchor="ctr" compatLnSpc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 dirty="0">
                <a:solidFill>
                  <a:schemeClr val="tx1"/>
                </a:solidFill>
                <a:latin typeface="Verdana" pitchFamily="18"/>
                <a:ea typeface="Arial Unicode MS" pitchFamily="2"/>
                <a:cs typeface="Tahoma" pitchFamily="2"/>
              </a:rPr>
              <a:t>Thank you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8" b="-6496"/>
          <a:stretch/>
        </p:blipFill>
        <p:spPr>
          <a:xfrm>
            <a:off x="0" y="3204230"/>
            <a:ext cx="2087418" cy="55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8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8" b="-6496"/>
          <a:stretch/>
        </p:blipFill>
        <p:spPr>
          <a:xfrm>
            <a:off x="0" y="1141679"/>
            <a:ext cx="4568778" cy="12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9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xmlns="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950642" y="6260642"/>
            <a:ext cx="2776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mtClean="0"/>
              <a:pPr algn="r"/>
              <a:t>‹#›</a:t>
            </a:fld>
            <a:endParaRPr lang="en-IN" dirty="0"/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xmlns="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81382" y="6362700"/>
            <a:ext cx="911051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FF0000"/>
                </a:solidFill>
              </a:rPr>
              <a:t>Conﬁdential. </a:t>
            </a:r>
            <a:r>
              <a:rPr lang="en-US" sz="800" spc="-30" dirty="0">
                <a:solidFill>
                  <a:srgbClr val="FF0000"/>
                </a:solidFill>
              </a:rPr>
              <a:t>F</a:t>
            </a:r>
            <a:r>
              <a:rPr lang="en-US" sz="800" dirty="0">
                <a:solidFill>
                  <a:srgbClr val="FF0000"/>
                </a:solidFill>
              </a:rPr>
              <a:t>or Internal Circulation Only </a:t>
            </a:r>
            <a:r>
              <a:rPr lang="en-US" sz="800" dirty="0"/>
              <a:t>| Copyright © E</a:t>
            </a:r>
            <a:r>
              <a:rPr lang="en-US" sz="800" spc="-15" dirty="0"/>
              <a:t>L</a:t>
            </a:r>
            <a:r>
              <a:rPr lang="en-US" sz="800" dirty="0"/>
              <a:t>GI EQUIPMEN</a:t>
            </a:r>
            <a:r>
              <a:rPr lang="en-US" sz="800" spc="-10" dirty="0"/>
              <a:t>T</a:t>
            </a:r>
            <a:r>
              <a:rPr lang="en-US" sz="800" dirty="0"/>
              <a:t>S LIMITED 2022 | All Rights Reserved</a:t>
            </a:r>
          </a:p>
          <a:p>
            <a:pPr marL="12700" algn="ctr"/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8" b="-6496"/>
          <a:stretch/>
        </p:blipFill>
        <p:spPr>
          <a:xfrm>
            <a:off x="0" y="6153920"/>
            <a:ext cx="2087418" cy="551679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2281382" y="6181629"/>
            <a:ext cx="94457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45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47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85C4C20C-74CB-4636-8341-DC07F104BD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56135" y="3134302"/>
            <a:ext cx="8590055" cy="2997727"/>
          </a:xfrm>
        </p:spPr>
        <p:txBody>
          <a:bodyPr/>
          <a:lstStyle/>
          <a:p>
            <a:r>
              <a:rPr lang="en-IN" cap="small" dirty="0"/>
              <a:t>Update</a:t>
            </a:r>
            <a:endParaRPr lang="en-IN" sz="1000" cap="small" dirty="0"/>
          </a:p>
          <a:p>
            <a:pPr marL="2171700" lvl="4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cap="small" dirty="0"/>
              <a:t>Discussion with MS Team on Power BI Licensing</a:t>
            </a:r>
          </a:p>
          <a:p>
            <a:pPr marL="2171700" lvl="4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cap="smal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D4A97B4-45E9-4CAD-A98D-ABF5C4B64E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30 July 2022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0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7DB18FA-C892-4260-8E9B-7DA3CD2B8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EE3124"/>
                </a:solidFill>
              </a:rPr>
              <a:t>Discussion with MS </a:t>
            </a:r>
            <a:r>
              <a:rPr lang="en-US" dirty="0" err="1">
                <a:solidFill>
                  <a:srgbClr val="EE3124"/>
                </a:solidFill>
              </a:rPr>
              <a:t>PowerBI</a:t>
            </a:r>
            <a:r>
              <a:rPr lang="en-US" dirty="0">
                <a:solidFill>
                  <a:srgbClr val="EE3124"/>
                </a:solidFill>
              </a:rPr>
              <a:t>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6862FFD-F4BD-47B7-8A84-D6C29B5A2AFF}"/>
              </a:ext>
            </a:extLst>
          </p:cNvPr>
          <p:cNvSpPr/>
          <p:nvPr/>
        </p:nvSpPr>
        <p:spPr>
          <a:xfrm>
            <a:off x="619123" y="903098"/>
            <a:ext cx="111488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>
                <a:latin typeface="Verdana" panose="020B0604030504040204" pitchFamily="34" charset="0"/>
                <a:ea typeface="Verdana" panose="020B0604030504040204" pitchFamily="34" charset="0"/>
              </a:rPr>
              <a:t>29th Sept'2022 at Bangalore Office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1. Power BI License - The Microsoft suggested 2 solution for Power BI License</a:t>
            </a:r>
          </a:p>
          <a:p>
            <a:pPr marL="800100" lvl="1" indent="-342900">
              <a:buAutoNum type="alphaLcPeriod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Power BI Embed - With this license we will be able to embed the Power BI reports (Slice &amp; Dice) in Web Applications and Charges will be applicable as hourly basis as per the usage. Power BI Report Developer needs to have Power BI Pro License</a:t>
            </a:r>
          </a:p>
          <a:p>
            <a:pPr marL="800100" lvl="1" indent="-342900">
              <a:buAutoNum type="alphaLcPeriod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>
              <a:buAutoNum type="alphaLcPeriod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Power BI Premium Per Capacity - This license allows the organisation to share the Power BI report (slice &amp; dice) with all the users and the report will be refreshed every half hour. Power BI Report Developers needs to have Power BI Pro License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2. Data Management &amp; Analytical Process</a:t>
            </a:r>
          </a:p>
          <a:p>
            <a:pPr marL="800100" lvl="1" indent="-342900">
              <a:buAutoNum type="alphaLcPeriod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All Data should be managed on Cloud.</a:t>
            </a:r>
          </a:p>
          <a:p>
            <a:pPr marL="800100" lvl="1" indent="-342900">
              <a:buAutoNum type="alphaLcPeriod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They suggested the process of Data Fetching-Cleansing-Processing-Reporting(ref next sheet)</a:t>
            </a:r>
          </a:p>
          <a:p>
            <a:pPr marL="342900" indent="-342900">
              <a:buAutoNum type="alphaLcPeriod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3. Is our LN on Cloud or On-Prim? – </a:t>
            </a:r>
            <a:r>
              <a:rPr lang="en-US" sz="1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 could not Answer that day, later came to know that it’s on premise</a:t>
            </a:r>
          </a:p>
          <a:p>
            <a:endParaRPr lang="en-US" sz="1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4. Futuristic Approach for Data Management and Process?</a:t>
            </a:r>
          </a:p>
        </p:txBody>
      </p:sp>
    </p:spTree>
    <p:extLst>
      <p:ext uri="{BB962C8B-B14F-4D97-AF65-F5344CB8AC3E}">
        <p14:creationId xmlns:p14="http://schemas.microsoft.com/office/powerpoint/2010/main" val="396975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7DB18FA-C892-4260-8E9B-7DA3CD2B8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EE3124"/>
                </a:solidFill>
              </a:rPr>
              <a:t>Discussion with MS </a:t>
            </a:r>
            <a:r>
              <a:rPr lang="en-US" dirty="0" err="1">
                <a:solidFill>
                  <a:srgbClr val="EE3124"/>
                </a:solidFill>
              </a:rPr>
              <a:t>PowerBI</a:t>
            </a:r>
            <a:r>
              <a:rPr lang="en-US" dirty="0">
                <a:solidFill>
                  <a:srgbClr val="EE3124"/>
                </a:solidFill>
              </a:rPr>
              <a:t> Team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CF474A9-A07C-478F-9728-4BB9EAD3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76" y="990690"/>
            <a:ext cx="8409569" cy="4999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5DDE174-1D61-4407-ABF2-0ADB4BCFEF5E}"/>
              </a:ext>
            </a:extLst>
          </p:cNvPr>
          <p:cNvSpPr/>
          <p:nvPr/>
        </p:nvSpPr>
        <p:spPr>
          <a:xfrm>
            <a:off x="8746435" y="788408"/>
            <a:ext cx="3485322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Automatically and reliably ingest and prepare structured and unstructured data at scale in data lakes</a:t>
            </a:r>
          </a:p>
          <a:p>
            <a:pPr algn="just"/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a. Simplify your architecture </a:t>
            </a:r>
          </a:p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b. Have data catalog</a:t>
            </a:r>
          </a:p>
          <a:p>
            <a:pPr algn="just"/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…..To enable data scientists and BI analysts and others to discover and access data in a self-service way to query the freshest and most complete data using SQL and Power BI. </a:t>
            </a:r>
          </a:p>
          <a:p>
            <a:pPr algn="just"/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Build data platform on a microservices architecture that enables modular and repeatable use of data points.</a:t>
            </a:r>
          </a:p>
          <a:p>
            <a:pPr algn="just"/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Create rules, standards, or documentation in place for systematically publishing/sharing  data between teams for quick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86057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xmlns="" id="{ED72154D-1A1D-4B02-B8BE-4BB0BBFA1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73" y="1005202"/>
            <a:ext cx="10890095" cy="433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7DB18FA-C892-4260-8E9B-7DA3CD2B8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EE3124"/>
                </a:solidFill>
              </a:rPr>
              <a:t>Data Fetching-Cleansing-Processing-Reporting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BE70A89-0D88-4B00-8BE1-96AC2E3C2129}"/>
              </a:ext>
            </a:extLst>
          </p:cNvPr>
          <p:cNvSpPr/>
          <p:nvPr/>
        </p:nvSpPr>
        <p:spPr>
          <a:xfrm>
            <a:off x="2660846" y="3511440"/>
            <a:ext cx="450857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u="sng" dirty="0">
                <a:latin typeface="Verdana" panose="020B0604030504040204" pitchFamily="34" charset="0"/>
                <a:ea typeface="Verdana" panose="020B0604030504040204" pitchFamily="34" charset="0"/>
              </a:rPr>
              <a:t>ETL</a:t>
            </a:r>
          </a:p>
          <a:p>
            <a:r>
              <a:rPr lang="en-US" sz="1050" b="1" dirty="0">
                <a:latin typeface="Verdana" panose="020B0604030504040204" pitchFamily="34" charset="0"/>
                <a:ea typeface="Verdana" panose="020B0604030504040204" pitchFamily="34" charset="0"/>
              </a:rPr>
              <a:t>EXTRACT </a:t>
            </a:r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data from its original and multiple sources</a:t>
            </a:r>
          </a:p>
          <a:p>
            <a:r>
              <a:rPr lang="en-US" sz="1050" b="1" dirty="0">
                <a:latin typeface="Verdana" panose="020B0604030504040204" pitchFamily="34" charset="0"/>
                <a:ea typeface="Verdana" panose="020B0604030504040204" pitchFamily="34" charset="0"/>
              </a:rPr>
              <a:t>TRANSFORM</a:t>
            </a:r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 data by Cleansing, Combining &amp; Ensuring quality</a:t>
            </a:r>
          </a:p>
          <a:p>
            <a:r>
              <a:rPr lang="en-US" sz="1050" b="1" dirty="0">
                <a:latin typeface="Verdana" panose="020B0604030504040204" pitchFamily="34" charset="0"/>
                <a:ea typeface="Verdana" panose="020B0604030504040204" pitchFamily="34" charset="0"/>
              </a:rPr>
              <a:t>LOAD</a:t>
            </a:r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 data into the target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B22FADF-038C-4E15-AD27-327CE47E20FB}"/>
              </a:ext>
            </a:extLst>
          </p:cNvPr>
          <p:cNvSpPr/>
          <p:nvPr/>
        </p:nvSpPr>
        <p:spPr>
          <a:xfrm>
            <a:off x="4358504" y="1902918"/>
            <a:ext cx="114506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Azure Data Lake Storage</a:t>
            </a:r>
          </a:p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3K/TB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57A49FFC-8F9D-4CDE-BF85-8F75B20AD7F2}"/>
              </a:ext>
            </a:extLst>
          </p:cNvPr>
          <p:cNvSpPr/>
          <p:nvPr/>
        </p:nvSpPr>
        <p:spPr>
          <a:xfrm>
            <a:off x="7792279" y="1298713"/>
            <a:ext cx="1046921" cy="70236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AI/ML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64E0C9C-0E54-44F2-B8D1-583CF776655B}"/>
              </a:ext>
            </a:extLst>
          </p:cNvPr>
          <p:cNvSpPr txBox="1"/>
          <p:nvPr/>
        </p:nvSpPr>
        <p:spPr>
          <a:xfrm>
            <a:off x="1456654" y="5731678"/>
            <a:ext cx="10095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Setting up time for detailed discussion with MS Power BI Team Next week </a:t>
            </a:r>
            <a:r>
              <a:rPr lang="en-IN" dirty="0">
                <a:highlight>
                  <a:srgbClr val="00FF00"/>
                </a:highlight>
              </a:rPr>
              <a:t>- Nov 7, between 3:30 -4:30 pm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77B6633-1F96-413E-AB5C-1A5E951514E8}"/>
              </a:ext>
            </a:extLst>
          </p:cNvPr>
          <p:cNvSpPr/>
          <p:nvPr/>
        </p:nvSpPr>
        <p:spPr>
          <a:xfrm>
            <a:off x="2819437" y="1822126"/>
            <a:ext cx="114506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Azure Data Factory</a:t>
            </a:r>
          </a:p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Pay as you use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7C5E5F02-093F-48C7-93B6-BBC4F111AB51}"/>
              </a:ext>
            </a:extLst>
          </p:cNvPr>
          <p:cNvCxnSpPr>
            <a:endCxn id="3" idx="2"/>
          </p:cNvCxnSpPr>
          <p:nvPr/>
        </p:nvCxnSpPr>
        <p:spPr>
          <a:xfrm flipV="1">
            <a:off x="8315739" y="2001079"/>
            <a:ext cx="1" cy="464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C1598DE-CC33-4CF7-8EA7-0CE5F208336E}"/>
              </a:ext>
            </a:extLst>
          </p:cNvPr>
          <p:cNvSpPr txBox="1"/>
          <p:nvPr/>
        </p:nvSpPr>
        <p:spPr>
          <a:xfrm>
            <a:off x="4931038" y="5333410"/>
            <a:ext cx="2722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Do we have all this in place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B35F0A4B-41B7-4E3A-B9B1-685F9F73D7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292084" y="3346560"/>
            <a:ext cx="2045135" cy="198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971041AF-821A-4E8C-9E85-E627EBCF462D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292084" y="3346560"/>
            <a:ext cx="327991" cy="198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028655DA-8B9B-4A6C-A125-D70C5CE9A13C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5146504" y="3405888"/>
            <a:ext cx="1145580" cy="192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7A641E0-35E4-4012-B1A4-3E2E3C6196A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3511826" y="3346560"/>
            <a:ext cx="2780258" cy="198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2DFEE0-61E1-4EA3-80B9-6A2BA654EE6D}"/>
              </a:ext>
            </a:extLst>
          </p:cNvPr>
          <p:cNvSpPr txBox="1"/>
          <p:nvPr/>
        </p:nvSpPr>
        <p:spPr>
          <a:xfrm>
            <a:off x="5146504" y="2299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5170ED61-6541-44EE-9CB6-2AD26AE5D1A4}"/>
              </a:ext>
            </a:extLst>
          </p:cNvPr>
          <p:cNvSpPr/>
          <p:nvPr/>
        </p:nvSpPr>
        <p:spPr>
          <a:xfrm>
            <a:off x="6103435" y="1902918"/>
            <a:ext cx="114506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</a:rPr>
              <a:t>Azure Data Bricks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5CA9ADD-92E2-49C4-804A-E898FACEF5EF}"/>
              </a:ext>
            </a:extLst>
          </p:cNvPr>
          <p:cNvSpPr/>
          <p:nvPr/>
        </p:nvSpPr>
        <p:spPr>
          <a:xfrm>
            <a:off x="2660846" y="1095807"/>
            <a:ext cx="4114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u="sng" dirty="0">
                <a:solidFill>
                  <a:srgbClr val="0070C0"/>
                </a:solidFill>
              </a:rPr>
              <a:t>Enterprise Data Warehouse Architecture</a:t>
            </a:r>
          </a:p>
        </p:txBody>
      </p:sp>
    </p:spTree>
    <p:extLst>
      <p:ext uri="{BB962C8B-B14F-4D97-AF65-F5344CB8AC3E}">
        <p14:creationId xmlns:p14="http://schemas.microsoft.com/office/powerpoint/2010/main" val="48302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7DB18FA-C892-4260-8E9B-7DA3CD2B8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23" y="262767"/>
            <a:ext cx="10721321" cy="51276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>
                <a:solidFill>
                  <a:srgbClr val="EE3124"/>
                </a:solidFill>
              </a:rPr>
              <a:t>Source System – ADF –Power BI Process Flow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 flipH="1">
            <a:off x="202019" y="1403908"/>
            <a:ext cx="1448586" cy="46352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LN ERP (On Premises DB)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 flipH="1">
            <a:off x="202019" y="2103251"/>
            <a:ext cx="1448587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CRM (Cloud DB)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flipH="1">
            <a:off x="195206" y="2772898"/>
            <a:ext cx="1454101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Intranet (On Premises DB)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202414" y="3664819"/>
            <a:ext cx="1446893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Manual File System (On Premises)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780965" y="953059"/>
            <a:ext cx="7145872" cy="4563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flipH="1">
            <a:off x="229717" y="4602906"/>
            <a:ext cx="1419590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SQL Server DB (On Premises)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 flipH="1">
            <a:off x="2284821" y="2292961"/>
            <a:ext cx="2109952" cy="830997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Integration Runtime Setup</a:t>
            </a:r>
          </a:p>
          <a:p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(Linking Self Hosted Node and Cloud Service)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2284821" y="3596494"/>
            <a:ext cx="210995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Linked Services Configuration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 flipH="1">
            <a:off x="3123708" y="1167177"/>
            <a:ext cx="4788752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AZURE ADF PROCESS</a:t>
            </a:r>
            <a:endParaRPr lang="en-US" dirty="0"/>
          </a:p>
        </p:txBody>
      </p:sp>
      <p:cxnSp>
        <p:nvCxnSpPr>
          <p:cNvPr id="3075" name="Straight Arrow Connector 3074"/>
          <p:cNvCxnSpPr>
            <a:stCxn id="15" idx="1"/>
            <a:endCxn id="26" idx="3"/>
          </p:cNvCxnSpPr>
          <p:nvPr/>
        </p:nvCxnSpPr>
        <p:spPr>
          <a:xfrm>
            <a:off x="1650605" y="1635673"/>
            <a:ext cx="634216" cy="107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1" idx="1"/>
            <a:endCxn id="26" idx="3"/>
          </p:cNvCxnSpPr>
          <p:nvPr/>
        </p:nvCxnSpPr>
        <p:spPr>
          <a:xfrm>
            <a:off x="1650606" y="2241751"/>
            <a:ext cx="634215" cy="46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1"/>
            <a:endCxn id="26" idx="3"/>
          </p:cNvCxnSpPr>
          <p:nvPr/>
        </p:nvCxnSpPr>
        <p:spPr>
          <a:xfrm flipV="1">
            <a:off x="1649307" y="2708460"/>
            <a:ext cx="635514" cy="295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3" idx="1"/>
            <a:endCxn id="26" idx="3"/>
          </p:cNvCxnSpPr>
          <p:nvPr/>
        </p:nvCxnSpPr>
        <p:spPr>
          <a:xfrm flipV="1">
            <a:off x="1649307" y="2708460"/>
            <a:ext cx="635514" cy="127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5" idx="1"/>
            <a:endCxn id="26" idx="3"/>
          </p:cNvCxnSpPr>
          <p:nvPr/>
        </p:nvCxnSpPr>
        <p:spPr>
          <a:xfrm flipV="1">
            <a:off x="1649307" y="2708460"/>
            <a:ext cx="635514" cy="2125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2"/>
            <a:endCxn id="27" idx="0"/>
          </p:cNvCxnSpPr>
          <p:nvPr/>
        </p:nvCxnSpPr>
        <p:spPr>
          <a:xfrm>
            <a:off x="3339797" y="3123958"/>
            <a:ext cx="0" cy="472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 flipH="1">
            <a:off x="2284821" y="4507905"/>
            <a:ext cx="2109952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Dataset</a:t>
            </a:r>
            <a:r>
              <a:rPr lang="en-IN" dirty="0" smtClean="0"/>
              <a:t>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Configuration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0" name="Straight Arrow Connector 59"/>
          <p:cNvCxnSpPr>
            <a:stCxn id="27" idx="2"/>
            <a:endCxn id="91" idx="0"/>
          </p:cNvCxnSpPr>
          <p:nvPr/>
        </p:nvCxnSpPr>
        <p:spPr>
          <a:xfrm>
            <a:off x="3339797" y="4058159"/>
            <a:ext cx="0" cy="44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 flipH="1">
            <a:off x="2288625" y="1704464"/>
            <a:ext cx="21099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Fetching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20" name="TextBox 3119"/>
          <p:cNvSpPr txBox="1"/>
          <p:nvPr/>
        </p:nvSpPr>
        <p:spPr>
          <a:xfrm>
            <a:off x="4755975" y="3214516"/>
            <a:ext cx="216854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AZURE Synapse Analytics</a:t>
            </a:r>
            <a:endParaRPr lang="en-US" dirty="0"/>
          </a:p>
        </p:txBody>
      </p:sp>
      <p:sp>
        <p:nvSpPr>
          <p:cNvPr id="147" name="TextBox 146"/>
          <p:cNvSpPr txBox="1"/>
          <p:nvPr/>
        </p:nvSpPr>
        <p:spPr>
          <a:xfrm>
            <a:off x="4756330" y="2346798"/>
            <a:ext cx="2168542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Data Manipulation activities in AZURE Pipeline</a:t>
            </a:r>
            <a:endParaRPr lang="en-US" dirty="0"/>
          </a:p>
        </p:txBody>
      </p:sp>
      <p:cxnSp>
        <p:nvCxnSpPr>
          <p:cNvPr id="3128" name="Elbow Connector 3127"/>
          <p:cNvCxnSpPr>
            <a:stCxn id="91" idx="1"/>
            <a:endCxn id="147" idx="1"/>
          </p:cNvCxnSpPr>
          <p:nvPr/>
        </p:nvCxnSpPr>
        <p:spPr>
          <a:xfrm flipV="1">
            <a:off x="4394773" y="2669964"/>
            <a:ext cx="361557" cy="20226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3120" idx="0"/>
            <a:endCxn id="147" idx="2"/>
          </p:cNvCxnSpPr>
          <p:nvPr/>
        </p:nvCxnSpPr>
        <p:spPr>
          <a:xfrm flipV="1">
            <a:off x="5840246" y="2993129"/>
            <a:ext cx="355" cy="221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 flipH="1">
            <a:off x="4743096" y="1704464"/>
            <a:ext cx="21099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Processing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9043816" y="978817"/>
            <a:ext cx="3191104" cy="51386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TextBox 189"/>
          <p:cNvSpPr txBox="1"/>
          <p:nvPr/>
        </p:nvSpPr>
        <p:spPr>
          <a:xfrm>
            <a:off x="9943906" y="1110056"/>
            <a:ext cx="1692994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algn="ctr"/>
            <a:r>
              <a:rPr lang="en-IN" dirty="0" smtClean="0"/>
              <a:t>POWER BI</a:t>
            </a:r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4735634" y="3476587"/>
            <a:ext cx="21302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 smtClean="0">
                <a:latin typeface="Verdana" panose="020B0604030504040204" pitchFamily="34" charset="0"/>
                <a:ea typeface="Verdana" panose="020B0604030504040204" pitchFamily="34" charset="0"/>
              </a:rPr>
              <a:t>Scheduled/ Event Triggered </a:t>
            </a:r>
          </a:p>
          <a:p>
            <a:r>
              <a:rPr lang="en-IN" sz="105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Ingestion</a:t>
            </a:r>
            <a:endParaRPr lang="en-US" sz="10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129034" y="2103251"/>
            <a:ext cx="1692994" cy="17913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 flipH="1">
            <a:off x="7107334" y="1704463"/>
            <a:ext cx="1753145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Storing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215224" y="2233086"/>
            <a:ext cx="1537363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AZURE </a:t>
            </a:r>
            <a:r>
              <a:rPr lang="en-IN" dirty="0" smtClean="0"/>
              <a:t>Data Lake Storage</a:t>
            </a:r>
          </a:p>
          <a:p>
            <a:r>
              <a:rPr lang="en-US" dirty="0" smtClean="0"/>
              <a:t>( Blobs</a:t>
            </a:r>
            <a:r>
              <a:rPr lang="en-US" dirty="0"/>
              <a:t>, Files, Queues, Tables, and </a:t>
            </a:r>
            <a:r>
              <a:rPr lang="en-US" dirty="0" smtClean="0"/>
              <a:t>Disks)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215223" y="3432125"/>
            <a:ext cx="1537363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AZURE </a:t>
            </a:r>
            <a:r>
              <a:rPr lang="en-IN" dirty="0" smtClean="0"/>
              <a:t>SQL DB</a:t>
            </a:r>
            <a:endParaRPr lang="en-US" dirty="0"/>
          </a:p>
        </p:txBody>
      </p:sp>
      <p:cxnSp>
        <p:nvCxnSpPr>
          <p:cNvPr id="86" name="Straight Arrow Connector 85"/>
          <p:cNvCxnSpPr>
            <a:stCxn id="147" idx="3"/>
            <a:endCxn id="85" idx="1"/>
          </p:cNvCxnSpPr>
          <p:nvPr/>
        </p:nvCxnSpPr>
        <p:spPr>
          <a:xfrm>
            <a:off x="6924872" y="2669964"/>
            <a:ext cx="290351" cy="90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147" idx="3"/>
            <a:endCxn id="82" idx="1"/>
          </p:cNvCxnSpPr>
          <p:nvPr/>
        </p:nvCxnSpPr>
        <p:spPr>
          <a:xfrm>
            <a:off x="6924872" y="2669964"/>
            <a:ext cx="290352" cy="70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097783" y="4181671"/>
            <a:ext cx="1755496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/>
              <a:t>AZURE </a:t>
            </a:r>
            <a:r>
              <a:rPr lang="en-IN" dirty="0" smtClean="0"/>
              <a:t>Data bricks</a:t>
            </a:r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7632793" y="4833738"/>
            <a:ext cx="702222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AI/ML</a:t>
            </a:r>
            <a:endParaRPr lang="en-US" dirty="0"/>
          </a:p>
        </p:txBody>
      </p:sp>
      <p:cxnSp>
        <p:nvCxnSpPr>
          <p:cNvPr id="105" name="Straight Arrow Connector 104"/>
          <p:cNvCxnSpPr>
            <a:stCxn id="78" idx="2"/>
            <a:endCxn id="103" idx="0"/>
          </p:cNvCxnSpPr>
          <p:nvPr/>
        </p:nvCxnSpPr>
        <p:spPr>
          <a:xfrm>
            <a:off x="7975531" y="3894645"/>
            <a:ext cx="0" cy="28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103" idx="2"/>
            <a:endCxn id="104" idx="0"/>
          </p:cNvCxnSpPr>
          <p:nvPr/>
        </p:nvCxnSpPr>
        <p:spPr>
          <a:xfrm>
            <a:off x="7975531" y="4458670"/>
            <a:ext cx="8373" cy="37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9117262" y="1503577"/>
            <a:ext cx="3015040" cy="25545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9423756" y="1905070"/>
            <a:ext cx="1692994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Dataset Generation</a:t>
            </a:r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9419092" y="2409677"/>
            <a:ext cx="1692994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Report and Dashboard Development</a:t>
            </a:r>
            <a:endParaRPr lang="en-US" dirty="0"/>
          </a:p>
        </p:txBody>
      </p:sp>
      <p:sp>
        <p:nvSpPr>
          <p:cNvPr id="151" name="TextBox 150"/>
          <p:cNvSpPr txBox="1"/>
          <p:nvPr/>
        </p:nvSpPr>
        <p:spPr>
          <a:xfrm>
            <a:off x="9193940" y="3332558"/>
            <a:ext cx="1145646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Deployment in Cloud</a:t>
            </a:r>
            <a:endParaRPr lang="en-US" dirty="0"/>
          </a:p>
        </p:txBody>
      </p:sp>
      <p:sp>
        <p:nvSpPr>
          <p:cNvPr id="152" name="TextBox 151"/>
          <p:cNvSpPr txBox="1"/>
          <p:nvPr/>
        </p:nvSpPr>
        <p:spPr>
          <a:xfrm>
            <a:off x="10584041" y="3265768"/>
            <a:ext cx="1387745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Deployment in Report Server (On Premises)</a:t>
            </a:r>
            <a:endParaRPr lang="en-US" dirty="0"/>
          </a:p>
        </p:txBody>
      </p:sp>
      <p:cxnSp>
        <p:nvCxnSpPr>
          <p:cNvPr id="153" name="Straight Arrow Connector 152"/>
          <p:cNvCxnSpPr>
            <a:stCxn id="145" idx="2"/>
            <a:endCxn id="150" idx="0"/>
          </p:cNvCxnSpPr>
          <p:nvPr/>
        </p:nvCxnSpPr>
        <p:spPr>
          <a:xfrm flipH="1">
            <a:off x="10265589" y="2182069"/>
            <a:ext cx="4664" cy="227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82" idx="3"/>
            <a:endCxn id="145" idx="1"/>
          </p:cNvCxnSpPr>
          <p:nvPr/>
        </p:nvCxnSpPr>
        <p:spPr>
          <a:xfrm flipV="1">
            <a:off x="8752587" y="2043570"/>
            <a:ext cx="671169" cy="69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>
            <a:stCxn id="150" idx="2"/>
            <a:endCxn id="151" idx="0"/>
          </p:cNvCxnSpPr>
          <p:nvPr/>
        </p:nvCxnSpPr>
        <p:spPr>
          <a:xfrm flipH="1">
            <a:off x="9766763" y="3056008"/>
            <a:ext cx="498826" cy="27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50" idx="2"/>
            <a:endCxn id="152" idx="0"/>
          </p:cNvCxnSpPr>
          <p:nvPr/>
        </p:nvCxnSpPr>
        <p:spPr>
          <a:xfrm>
            <a:off x="10265589" y="3056008"/>
            <a:ext cx="1012325" cy="20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Wave 156"/>
          <p:cNvSpPr/>
          <p:nvPr/>
        </p:nvSpPr>
        <p:spPr>
          <a:xfrm>
            <a:off x="11173017" y="1704463"/>
            <a:ext cx="798770" cy="675788"/>
          </a:xfrm>
          <a:prstGeom prst="wave">
            <a:avLst>
              <a:gd name="adj1" fmla="val 12500"/>
              <a:gd name="adj2" fmla="val 159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 License</a:t>
            </a:r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0710229" y="5104197"/>
            <a:ext cx="114564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err="1" smtClean="0"/>
              <a:t>ELGi</a:t>
            </a:r>
            <a:r>
              <a:rPr lang="en-IN" dirty="0" smtClean="0"/>
              <a:t> Domain Users</a:t>
            </a:r>
            <a:endParaRPr lang="en-US" dirty="0"/>
          </a:p>
        </p:txBody>
      </p:sp>
      <p:sp>
        <p:nvSpPr>
          <p:cNvPr id="176" name="TextBox 175"/>
          <p:cNvSpPr txBox="1"/>
          <p:nvPr/>
        </p:nvSpPr>
        <p:spPr>
          <a:xfrm>
            <a:off x="9170359" y="4996356"/>
            <a:ext cx="1145646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IN" dirty="0" smtClean="0"/>
              <a:t>Non </a:t>
            </a:r>
            <a:r>
              <a:rPr lang="en-IN" dirty="0" err="1" smtClean="0"/>
              <a:t>ELGi</a:t>
            </a:r>
            <a:r>
              <a:rPr lang="en-IN" dirty="0" smtClean="0"/>
              <a:t> Domain Users (Business partners)</a:t>
            </a:r>
            <a:endParaRPr lang="en-US" dirty="0"/>
          </a:p>
        </p:txBody>
      </p:sp>
      <p:cxnSp>
        <p:nvCxnSpPr>
          <p:cNvPr id="177" name="Straight Arrow Connector 176"/>
          <p:cNvCxnSpPr>
            <a:stCxn id="175" idx="0"/>
            <a:endCxn id="152" idx="2"/>
          </p:cNvCxnSpPr>
          <p:nvPr/>
        </p:nvCxnSpPr>
        <p:spPr>
          <a:xfrm flipH="1" flipV="1">
            <a:off x="11277914" y="3912099"/>
            <a:ext cx="5138" cy="11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Wave 182"/>
          <p:cNvSpPr/>
          <p:nvPr/>
        </p:nvSpPr>
        <p:spPr>
          <a:xfrm>
            <a:off x="10439771" y="4155412"/>
            <a:ext cx="1723808" cy="785590"/>
          </a:xfrm>
          <a:prstGeom prst="wave">
            <a:avLst>
              <a:gd name="adj1" fmla="val 12500"/>
              <a:gd name="adj2" fmla="val 159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Premium Capacity License</a:t>
            </a:r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84" name="Straight Arrow Connector 183"/>
          <p:cNvCxnSpPr>
            <a:stCxn id="176" idx="0"/>
            <a:endCxn id="151" idx="2"/>
          </p:cNvCxnSpPr>
          <p:nvPr/>
        </p:nvCxnSpPr>
        <p:spPr>
          <a:xfrm flipV="1">
            <a:off x="9743182" y="3794223"/>
            <a:ext cx="23581" cy="120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Wave 185"/>
          <p:cNvSpPr/>
          <p:nvPr/>
        </p:nvSpPr>
        <p:spPr>
          <a:xfrm>
            <a:off x="9181512" y="4123359"/>
            <a:ext cx="1134493" cy="785590"/>
          </a:xfrm>
          <a:prstGeom prst="wave">
            <a:avLst>
              <a:gd name="adj1" fmla="val 12500"/>
              <a:gd name="adj2" fmla="val 159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Embedded</a:t>
            </a:r>
          </a:p>
          <a:p>
            <a:pPr algn="ctr"/>
            <a:r>
              <a:rPr lang="en-IN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License</a:t>
            </a:r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6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xmlns="" id="{C7DB18FA-C892-4260-8E9B-7DA3CD2B8AE7}"/>
              </a:ext>
            </a:extLst>
          </p:cNvPr>
          <p:cNvSpPr txBox="1">
            <a:spLocks/>
          </p:cNvSpPr>
          <p:nvPr/>
        </p:nvSpPr>
        <p:spPr>
          <a:xfrm>
            <a:off x="619123" y="262767"/>
            <a:ext cx="10721321" cy="512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smtClean="0">
                <a:solidFill>
                  <a:srgbClr val="EE3124"/>
                </a:solidFill>
              </a:rPr>
              <a:t>Queries to be discussed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1598DE-CC33-4CF7-8EA7-0CE5F208336E}"/>
              </a:ext>
            </a:extLst>
          </p:cNvPr>
          <p:cNvSpPr txBox="1"/>
          <p:nvPr/>
        </p:nvSpPr>
        <p:spPr>
          <a:xfrm>
            <a:off x="835556" y="1122018"/>
            <a:ext cx="1086303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 smtClean="0"/>
              <a:t>What are the AZURE components covered under ADF Account</a:t>
            </a:r>
          </a:p>
          <a:p>
            <a:pPr marL="342900" indent="-342900">
              <a:buFontTx/>
              <a:buAutoNum type="arabicPeriod"/>
            </a:pPr>
            <a:r>
              <a:rPr lang="en-IN" dirty="0"/>
              <a:t>How Azure SQL DB data is provided to the developers/users i.e.  Software as a Service or Platform as a </a:t>
            </a:r>
            <a:r>
              <a:rPr lang="en-IN" dirty="0" smtClean="0"/>
              <a:t>Service</a:t>
            </a:r>
          </a:p>
          <a:p>
            <a:pPr marL="342900" indent="-342900">
              <a:buAutoNum type="arabicPeriod"/>
            </a:pPr>
            <a:r>
              <a:rPr lang="en-IN" dirty="0" smtClean="0"/>
              <a:t>Is Pricing involved in Integration runtime setup and Upgrade between Azure ADF and Different Source Systems</a:t>
            </a:r>
          </a:p>
          <a:p>
            <a:pPr marL="342900" indent="-342900">
              <a:buAutoNum type="arabicPeriod"/>
            </a:pPr>
            <a:r>
              <a:rPr lang="en-IN" dirty="0" smtClean="0"/>
              <a:t>Cost factor for additional storage space if required in future in Cloud.</a:t>
            </a:r>
          </a:p>
          <a:p>
            <a:pPr marL="342900" indent="-342900">
              <a:buAutoNum type="arabicPeriod"/>
            </a:pPr>
            <a:r>
              <a:rPr lang="en-IN" dirty="0" smtClean="0"/>
              <a:t>What is the maximum limit of data storage in Power BI Report Server.</a:t>
            </a:r>
          </a:p>
          <a:p>
            <a:pPr marL="342900" indent="-342900">
              <a:buAutoNum type="arabicPeriod"/>
            </a:pPr>
            <a:r>
              <a:rPr lang="en-IN" dirty="0" smtClean="0"/>
              <a:t>Possibility of sharing the power BI Report data through scheduled Mail system to Users</a:t>
            </a:r>
          </a:p>
          <a:p>
            <a:pPr marL="342900" indent="-342900">
              <a:buAutoNum type="arabicPeriod"/>
            </a:pPr>
            <a:r>
              <a:rPr lang="en-IN" dirty="0" smtClean="0"/>
              <a:t>Advantage of Premium per user License over the Pro License for a  Power BI Developer</a:t>
            </a:r>
          </a:p>
          <a:p>
            <a:pPr marL="342900" indent="-342900">
              <a:buAutoNum type="arabicPeriod"/>
            </a:pPr>
            <a:r>
              <a:rPr lang="en-IN" dirty="0" smtClean="0"/>
              <a:t>What is the level of scaling to a Premium capacity License. i.e. How it impacts the cost when there is</a:t>
            </a:r>
          </a:p>
          <a:p>
            <a:r>
              <a:rPr lang="en-IN" dirty="0"/>
              <a:t> </a:t>
            </a:r>
            <a:r>
              <a:rPr lang="en-IN" dirty="0" smtClean="0"/>
              <a:t>     increased number of data access from cloud</a:t>
            </a:r>
          </a:p>
          <a:p>
            <a:r>
              <a:rPr lang="en-IN" smtClean="0"/>
              <a:t>9.   Need </a:t>
            </a:r>
            <a:r>
              <a:rPr lang="en-IN" dirty="0" smtClean="0"/>
              <a:t>to understand the flexibility and features of Power BI Embedded Capacity License</a:t>
            </a:r>
          </a:p>
          <a:p>
            <a:pPr marL="342900" indent="-342900">
              <a:buAutoNum type="arabicPeriod"/>
            </a:pPr>
            <a:endParaRPr lang="en-IN" dirty="0" smtClean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8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79491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2236BCD30CE049B480B2377C5DC003" ma:contentTypeVersion="14" ma:contentTypeDescription="Create a new document." ma:contentTypeScope="" ma:versionID="30065926c7a02f171761ba3f3ac72670">
  <xsd:schema xmlns:xsd="http://www.w3.org/2001/XMLSchema" xmlns:xs="http://www.w3.org/2001/XMLSchema" xmlns:p="http://schemas.microsoft.com/office/2006/metadata/properties" xmlns:ns3="f030add8-1690-42b6-bcf0-04d009f32d5a" xmlns:ns4="4abe85d5-c59a-488d-995a-1de8ddf967d9" targetNamespace="http://schemas.microsoft.com/office/2006/metadata/properties" ma:root="true" ma:fieldsID="bdbb67c3fb5176377bb4fa6092bf7518" ns3:_="" ns4:_="">
    <xsd:import namespace="f030add8-1690-42b6-bcf0-04d009f32d5a"/>
    <xsd:import namespace="4abe85d5-c59a-488d-995a-1de8ddf967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0add8-1690-42b6-bcf0-04d009f32d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be85d5-c59a-488d-995a-1de8ddf967d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6E3EDD-0B04-4D11-B1E6-57AA1D1276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6BE539-EBF5-4512-B233-EB347522BC7F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4abe85d5-c59a-488d-995a-1de8ddf967d9"/>
    <ds:schemaRef ds:uri="f030add8-1690-42b6-bcf0-04d009f32d5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72CE7F7-6845-4090-9F10-4920B20E21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30add8-1690-42b6-bcf0-04d009f32d5a"/>
    <ds:schemaRef ds:uri="4abe85d5-c59a-488d-995a-1de8ddf967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2594</TotalTime>
  <Words>660</Words>
  <Application>Microsoft Office PowerPoint</Application>
  <PresentationFormat>Custom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 Unicode MS</vt:lpstr>
      <vt:lpstr>Arial</vt:lpstr>
      <vt:lpstr>Calibri</vt:lpstr>
      <vt:lpstr>Tahoma</vt:lpstr>
      <vt:lpstr>Verdana</vt:lpstr>
      <vt:lpstr>Wingdings</vt:lpstr>
      <vt:lpstr>Cover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 Bhatnagar</dc:creator>
  <cp:lastModifiedBy>Vasanth Kumar</cp:lastModifiedBy>
  <cp:revision>215</cp:revision>
  <dcterms:created xsi:type="dcterms:W3CDTF">2021-12-09T16:18:59Z</dcterms:created>
  <dcterms:modified xsi:type="dcterms:W3CDTF">2022-11-24T12:03:24Z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0x010100372236BCD30CE049B480B2377C5DC003</vt:lpwstr>
  </property>
</Properties>
</file>