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ks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
  </p:notesMasterIdLst>
  <p:handoutMasterIdLst>
    <p:handoutMasterId r:id="rId15"/>
  </p:handoutMasterIdLst>
  <p:sldIdLst>
    <p:sldId id="256" r:id="rId3"/>
    <p:sldId id="272" r:id="rId4"/>
    <p:sldId id="258" r:id="rId5"/>
    <p:sldId id="259" r:id="rId6"/>
    <p:sldId id="260" r:id="rId7"/>
    <p:sldId id="261" r:id="rId8"/>
    <p:sldId id="262" r:id="rId9"/>
    <p:sldId id="263" r:id="rId10"/>
    <p:sldId id="264" r:id="rId11"/>
    <p:sldId id="265" r:id="rId12"/>
    <p:sldId id="271"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B8B8"/>
    <a:srgbClr val="737271"/>
    <a:srgbClr val="EE3124"/>
    <a:srgbClr val="000000"/>
    <a:srgbClr val="737172"/>
    <a:srgbClr val="96949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40" autoAdjust="0"/>
  </p:normalViewPr>
  <p:slideViewPr>
    <p:cSldViewPr showGuides="1">
      <p:cViewPr varScale="1">
        <p:scale>
          <a:sx n="72" d="100"/>
          <a:sy n="72" d="100"/>
        </p:scale>
        <p:origin x="135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2007_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2007_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2007_Workbook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hPercent val="54"/>
      <c:rotY val="20"/>
      <c:depthPercent val="100"/>
      <c:rAngAx val="1"/>
    </c:view3D>
    <c:floor>
      <c:thickness val="0"/>
      <c:spPr>
        <a:solidFill>
          <a:srgbClr val="C0C0C0"/>
        </a:solidFill>
        <a:ln w="3175">
          <a:solidFill>
            <a:schemeClr val="tx1"/>
          </a:solidFill>
          <a:prstDash val="solid"/>
        </a:ln>
      </c:spPr>
    </c:floor>
    <c:sideWall>
      <c:thickness val="0"/>
      <c:spPr>
        <a:noFill/>
        <a:ln w="25400">
          <a:noFill/>
        </a:ln>
      </c:spPr>
    </c:sideWall>
    <c:backWall>
      <c:thickness val="0"/>
      <c:spPr>
        <a:noFill/>
        <a:ln w="25400">
          <a:noFill/>
        </a:ln>
      </c:spPr>
    </c:backWall>
    <c:plotArea>
      <c:layout>
        <c:manualLayout>
          <c:layoutTarget val="inner"/>
          <c:xMode val="edge"/>
          <c:yMode val="edge"/>
          <c:x val="5.2631578947368432E-2"/>
          <c:y val="3.8554216867469918E-2"/>
          <c:w val="0.83253588516746357"/>
          <c:h val="0.84819277108433733"/>
        </c:manualLayout>
      </c:layout>
      <c:bar3DChart>
        <c:barDir val="col"/>
        <c:grouping val="clustered"/>
        <c:varyColors val="0"/>
        <c:ser>
          <c:idx val="0"/>
          <c:order val="0"/>
          <c:tx>
            <c:strRef>
              <c:f>Sheet1!$A$2</c:f>
              <c:strCache>
                <c:ptCount val="1"/>
                <c:pt idx="0">
                  <c:v>East</c:v>
                </c:pt>
              </c:strCache>
            </c:strRef>
          </c:tx>
          <c:spPr>
            <a:solidFill>
              <a:srgbClr val="BBB8B8"/>
            </a:solidFill>
            <a:ln w="18749">
              <a:noFill/>
            </a:ln>
          </c:spPr>
          <c:invertIfNegative val="0"/>
          <c:cat>
            <c:strRef>
              <c:f>Sheet1!$B$1:$E$1</c:f>
              <c:strCache>
                <c:ptCount val="4"/>
                <c:pt idx="0">
                  <c:v>1st Qtr</c:v>
                </c:pt>
                <c:pt idx="1">
                  <c:v>2nd Qtr</c:v>
                </c:pt>
                <c:pt idx="2">
                  <c:v>3rd Qtr</c:v>
                </c:pt>
                <c:pt idx="3">
                  <c:v>4th Qtr</c:v>
                </c:pt>
              </c:strCache>
            </c:strRef>
          </c:cat>
          <c:val>
            <c:numRef>
              <c:f>Sheet1!$B$2:$E$2</c:f>
              <c:numCache>
                <c:formatCode>General</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0-4712-4861-84FC-2CDF34274B47}"/>
            </c:ext>
          </c:extLst>
        </c:ser>
        <c:ser>
          <c:idx val="1"/>
          <c:order val="1"/>
          <c:tx>
            <c:strRef>
              <c:f>Sheet1!$A$3</c:f>
              <c:strCache>
                <c:ptCount val="1"/>
                <c:pt idx="0">
                  <c:v>West</c:v>
                </c:pt>
              </c:strCache>
            </c:strRef>
          </c:tx>
          <c:spPr>
            <a:solidFill>
              <a:srgbClr val="EE3124"/>
            </a:solidFill>
            <a:ln w="18749">
              <a:noFill/>
            </a:ln>
          </c:spPr>
          <c:invertIfNegative val="0"/>
          <c:cat>
            <c:strRef>
              <c:f>Sheet1!$B$1:$E$1</c:f>
              <c:strCache>
                <c:ptCount val="4"/>
                <c:pt idx="0">
                  <c:v>1st Qtr</c:v>
                </c:pt>
                <c:pt idx="1">
                  <c:v>2nd Qtr</c:v>
                </c:pt>
                <c:pt idx="2">
                  <c:v>3rd Qtr</c:v>
                </c:pt>
                <c:pt idx="3">
                  <c:v>4th Qtr</c:v>
                </c:pt>
              </c:strCache>
            </c:strRef>
          </c:cat>
          <c:val>
            <c:numRef>
              <c:f>Sheet1!$B$3:$E$3</c:f>
              <c:numCache>
                <c:formatCode>General</c:formatCode>
                <c:ptCount val="4"/>
                <c:pt idx="0">
                  <c:v>30.6</c:v>
                </c:pt>
                <c:pt idx="1">
                  <c:v>38.6</c:v>
                </c:pt>
                <c:pt idx="2">
                  <c:v>34.6</c:v>
                </c:pt>
                <c:pt idx="3">
                  <c:v>31.6</c:v>
                </c:pt>
              </c:numCache>
            </c:numRef>
          </c:val>
          <c:extLst>
            <c:ext xmlns:c16="http://schemas.microsoft.com/office/drawing/2014/chart" uri="{C3380CC4-5D6E-409C-BE32-E72D297353CC}">
              <c16:uniqueId val="{00000001-4712-4861-84FC-2CDF34274B47}"/>
            </c:ext>
          </c:extLst>
        </c:ser>
        <c:ser>
          <c:idx val="2"/>
          <c:order val="2"/>
          <c:tx>
            <c:strRef>
              <c:f>Sheet1!$A$4</c:f>
              <c:strCache>
                <c:ptCount val="1"/>
                <c:pt idx="0">
                  <c:v>North</c:v>
                </c:pt>
              </c:strCache>
            </c:strRef>
          </c:tx>
          <c:spPr>
            <a:solidFill>
              <a:srgbClr val="737271"/>
            </a:solidFill>
          </c:spPr>
          <c:invertIfNegative val="0"/>
          <c:cat>
            <c:strRef>
              <c:f>Sheet1!$B$1:$E$1</c:f>
              <c:strCache>
                <c:ptCount val="4"/>
                <c:pt idx="0">
                  <c:v>1st Qtr</c:v>
                </c:pt>
                <c:pt idx="1">
                  <c:v>2nd Qtr</c:v>
                </c:pt>
                <c:pt idx="2">
                  <c:v>3rd Qtr</c:v>
                </c:pt>
                <c:pt idx="3">
                  <c:v>4th Qtr</c:v>
                </c:pt>
              </c:strCache>
            </c:strRef>
          </c:cat>
          <c:val>
            <c:numRef>
              <c:f>Sheet1!$B$4:$E$4</c:f>
              <c:numCache>
                <c:formatCode>General</c:formatCode>
                <c:ptCount val="4"/>
                <c:pt idx="0">
                  <c:v>45.9</c:v>
                </c:pt>
                <c:pt idx="1">
                  <c:v>46.9</c:v>
                </c:pt>
                <c:pt idx="2">
                  <c:v>45</c:v>
                </c:pt>
                <c:pt idx="3">
                  <c:v>43.9</c:v>
                </c:pt>
              </c:numCache>
            </c:numRef>
          </c:val>
          <c:extLst>
            <c:ext xmlns:c16="http://schemas.microsoft.com/office/drawing/2014/chart" uri="{C3380CC4-5D6E-409C-BE32-E72D297353CC}">
              <c16:uniqueId val="{00000002-4712-4861-84FC-2CDF34274B47}"/>
            </c:ext>
          </c:extLst>
        </c:ser>
        <c:dLbls>
          <c:showLegendKey val="0"/>
          <c:showVal val="0"/>
          <c:showCatName val="0"/>
          <c:showSerName val="0"/>
          <c:showPercent val="0"/>
          <c:showBubbleSize val="0"/>
        </c:dLbls>
        <c:gapWidth val="150"/>
        <c:gapDepth val="0"/>
        <c:shape val="box"/>
        <c:axId val="92622208"/>
        <c:axId val="92644480"/>
        <c:axId val="0"/>
      </c:bar3DChart>
      <c:catAx>
        <c:axId val="92622208"/>
        <c:scaling>
          <c:orientation val="minMax"/>
        </c:scaling>
        <c:delete val="0"/>
        <c:axPos val="b"/>
        <c:numFmt formatCode="General" sourceLinked="1"/>
        <c:majorTickMark val="out"/>
        <c:minorTickMark val="none"/>
        <c:tickLblPos val="low"/>
        <c:spPr>
          <a:ln w="2344">
            <a:solidFill>
              <a:schemeClr val="tx1"/>
            </a:solidFill>
            <a:prstDash val="solid"/>
          </a:ln>
        </c:spPr>
        <c:txPr>
          <a:bodyPr rot="0" vert="horz"/>
          <a:lstStyle/>
          <a:p>
            <a:pPr>
              <a:defRPr lang="en-IN" sz="1033" b="0" i="0" u="none" strike="noStrike" baseline="0">
                <a:solidFill>
                  <a:schemeClr val="tx1"/>
                </a:solidFill>
                <a:latin typeface="Verdana"/>
                <a:ea typeface="Verdana"/>
                <a:cs typeface="Verdana"/>
              </a:defRPr>
            </a:pPr>
            <a:endParaRPr lang="en-US"/>
          </a:p>
        </c:txPr>
        <c:crossAx val="92644480"/>
        <c:crosses val="autoZero"/>
        <c:auto val="1"/>
        <c:lblAlgn val="ctr"/>
        <c:lblOffset val="100"/>
        <c:tickLblSkip val="1"/>
        <c:tickMarkSkip val="1"/>
        <c:noMultiLvlLbl val="0"/>
      </c:catAx>
      <c:valAx>
        <c:axId val="92644480"/>
        <c:scaling>
          <c:orientation val="minMax"/>
        </c:scaling>
        <c:delete val="0"/>
        <c:axPos val="l"/>
        <c:numFmt formatCode="General" sourceLinked="1"/>
        <c:majorTickMark val="out"/>
        <c:minorTickMark val="none"/>
        <c:tickLblPos val="nextTo"/>
        <c:spPr>
          <a:ln w="2344">
            <a:solidFill>
              <a:schemeClr val="tx1"/>
            </a:solidFill>
            <a:prstDash val="solid"/>
          </a:ln>
        </c:spPr>
        <c:txPr>
          <a:bodyPr rot="0" vert="horz"/>
          <a:lstStyle/>
          <a:p>
            <a:pPr>
              <a:defRPr lang="en-IN" sz="1033" b="0" i="0" u="none" strike="noStrike" baseline="0">
                <a:solidFill>
                  <a:schemeClr val="tx1"/>
                </a:solidFill>
                <a:latin typeface="Verdana"/>
                <a:ea typeface="Verdana"/>
                <a:cs typeface="Verdana"/>
              </a:defRPr>
            </a:pPr>
            <a:endParaRPr lang="en-US"/>
          </a:p>
        </c:txPr>
        <c:crossAx val="92622208"/>
        <c:crosses val="autoZero"/>
        <c:crossBetween val="between"/>
      </c:valAx>
      <c:spPr>
        <a:noFill/>
        <a:ln w="18749">
          <a:noFill/>
        </a:ln>
      </c:spPr>
    </c:plotArea>
    <c:legend>
      <c:legendPos val="r"/>
      <c:layout>
        <c:manualLayout>
          <c:xMode val="edge"/>
          <c:yMode val="edge"/>
          <c:x val="0.89832535885167464"/>
          <c:y val="0.40240963855421685"/>
          <c:w val="9.8086124401913874E-2"/>
          <c:h val="0.19759036144578332"/>
        </c:manualLayout>
      </c:layout>
      <c:overlay val="0"/>
      <c:spPr>
        <a:noFill/>
        <a:ln w="18749">
          <a:noFill/>
        </a:ln>
      </c:spPr>
      <c:txPr>
        <a:bodyPr/>
        <a:lstStyle/>
        <a:p>
          <a:pPr>
            <a:defRPr lang="en-IN" sz="949" b="0" i="0" u="none" strike="noStrike" baseline="0">
              <a:solidFill>
                <a:schemeClr val="tx1"/>
              </a:solidFill>
              <a:latin typeface="Verdana"/>
              <a:ea typeface="Verdana"/>
              <a:cs typeface="Verdana"/>
            </a:defRPr>
          </a:pPr>
          <a:endParaRPr lang="en-US"/>
        </a:p>
      </c:txPr>
    </c:legend>
    <c:plotVisOnly val="1"/>
    <c:dispBlanksAs val="gap"/>
    <c:showDLblsOverMax val="0"/>
  </c:chart>
  <c:spPr>
    <a:noFill/>
    <a:ln>
      <a:noFill/>
    </a:ln>
  </c:spPr>
  <c:txPr>
    <a:bodyPr/>
    <a:lstStyle/>
    <a:p>
      <a:pPr>
        <a:defRPr sz="1310" b="1" i="0" u="none" strike="noStrike" baseline="0">
          <a:solidFill>
            <a:schemeClr val="tx1"/>
          </a:solidFill>
          <a:latin typeface="MS P????"/>
          <a:ea typeface="MS P????"/>
          <a:cs typeface="MS 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40"/>
      <c:rAngAx val="0"/>
      <c:perspective val="0"/>
    </c:view3D>
    <c:floor>
      <c:thickness val="0"/>
    </c:floor>
    <c:sideWall>
      <c:thickness val="0"/>
    </c:sideWall>
    <c:backWall>
      <c:thickness val="0"/>
    </c:backWall>
    <c:plotArea>
      <c:layout>
        <c:manualLayout>
          <c:layoutTarget val="inner"/>
          <c:xMode val="edge"/>
          <c:yMode val="edge"/>
          <c:x val="0.11404561824729892"/>
          <c:y val="0.17548076923076922"/>
          <c:w val="0.72268907563025264"/>
          <c:h val="0.5745192307692305"/>
        </c:manualLayout>
      </c:layout>
      <c:pie3DChart>
        <c:varyColors val="1"/>
        <c:ser>
          <c:idx val="0"/>
          <c:order val="0"/>
          <c:tx>
            <c:strRef>
              <c:f>Sheet1!$A$2</c:f>
              <c:strCache>
                <c:ptCount val="1"/>
                <c:pt idx="0">
                  <c:v>East</c:v>
                </c:pt>
              </c:strCache>
            </c:strRef>
          </c:tx>
          <c:spPr>
            <a:solidFill>
              <a:schemeClr val="accent1"/>
            </a:solidFill>
            <a:ln w="22011">
              <a:noFill/>
            </a:ln>
          </c:spPr>
          <c:dPt>
            <c:idx val="0"/>
            <c:bubble3D val="0"/>
            <c:spPr>
              <a:solidFill>
                <a:srgbClr val="737271"/>
              </a:solidFill>
              <a:ln w="22011">
                <a:noFill/>
              </a:ln>
            </c:spPr>
            <c:extLst>
              <c:ext xmlns:c16="http://schemas.microsoft.com/office/drawing/2014/chart" uri="{C3380CC4-5D6E-409C-BE32-E72D297353CC}">
                <c16:uniqueId val="{00000000-A7C4-4037-A82B-9611507232FC}"/>
              </c:ext>
            </c:extLst>
          </c:dPt>
          <c:dPt>
            <c:idx val="1"/>
            <c:bubble3D val="0"/>
            <c:spPr>
              <a:solidFill>
                <a:srgbClr val="BBB8B8"/>
              </a:solidFill>
              <a:ln w="22011">
                <a:noFill/>
              </a:ln>
            </c:spPr>
            <c:extLst>
              <c:ext xmlns:c16="http://schemas.microsoft.com/office/drawing/2014/chart" uri="{C3380CC4-5D6E-409C-BE32-E72D297353CC}">
                <c16:uniqueId val="{00000001-A7C4-4037-A82B-9611507232FC}"/>
              </c:ext>
            </c:extLst>
          </c:dPt>
          <c:dPt>
            <c:idx val="2"/>
            <c:bubble3D val="0"/>
            <c:spPr>
              <a:solidFill>
                <a:srgbClr val="EE3124"/>
              </a:solidFill>
              <a:ln w="22011">
                <a:noFill/>
              </a:ln>
            </c:spPr>
            <c:extLst>
              <c:ext xmlns:c16="http://schemas.microsoft.com/office/drawing/2014/chart" uri="{C3380CC4-5D6E-409C-BE32-E72D297353CC}">
                <c16:uniqueId val="{00000002-A7C4-4037-A82B-9611507232FC}"/>
              </c:ext>
            </c:extLst>
          </c:dPt>
          <c:dPt>
            <c:idx val="3"/>
            <c:bubble3D val="0"/>
            <c:spPr>
              <a:solidFill>
                <a:srgbClr val="000000"/>
              </a:solidFill>
              <a:ln w="22011">
                <a:noFill/>
              </a:ln>
            </c:spPr>
            <c:extLst>
              <c:ext xmlns:c16="http://schemas.microsoft.com/office/drawing/2014/chart" uri="{C3380CC4-5D6E-409C-BE32-E72D297353CC}">
                <c16:uniqueId val="{00000003-A7C4-4037-A82B-9611507232FC}"/>
              </c:ext>
            </c:extLst>
          </c:dPt>
          <c:cat>
            <c:strRef>
              <c:f>Sheet1!$B$1:$E$1</c:f>
              <c:strCache>
                <c:ptCount val="4"/>
                <c:pt idx="0">
                  <c:v>1st Qtr</c:v>
                </c:pt>
                <c:pt idx="1">
                  <c:v>2nd Qtr</c:v>
                </c:pt>
                <c:pt idx="2">
                  <c:v>3rd Qtr</c:v>
                </c:pt>
                <c:pt idx="3">
                  <c:v>4th Qtr</c:v>
                </c:pt>
              </c:strCache>
            </c:strRef>
          </c:cat>
          <c:val>
            <c:numRef>
              <c:f>Sheet1!$B$2:$E$2</c:f>
              <c:numCache>
                <c:formatCode>General</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4-A7C4-4037-A82B-9611507232FC}"/>
            </c:ext>
          </c:extLst>
        </c:ser>
        <c:ser>
          <c:idx val="1"/>
          <c:order val="1"/>
          <c:tx>
            <c:strRef>
              <c:f>Sheet1!$A$3</c:f>
              <c:strCache>
                <c:ptCount val="1"/>
                <c:pt idx="0">
                  <c:v>West</c:v>
                </c:pt>
              </c:strCache>
            </c:strRef>
          </c:tx>
          <c:spPr>
            <a:solidFill>
              <a:schemeClr val="accent2"/>
            </a:solidFill>
            <a:ln w="22011">
              <a:noFill/>
            </a:ln>
          </c:spPr>
          <c:dPt>
            <c:idx val="0"/>
            <c:bubble3D val="0"/>
            <c:spPr>
              <a:solidFill>
                <a:schemeClr val="accent1"/>
              </a:solidFill>
              <a:ln w="22011">
                <a:noFill/>
              </a:ln>
            </c:spPr>
            <c:extLst>
              <c:ext xmlns:c16="http://schemas.microsoft.com/office/drawing/2014/chart" uri="{C3380CC4-5D6E-409C-BE32-E72D297353CC}">
                <c16:uniqueId val="{00000005-A7C4-4037-A82B-9611507232FC}"/>
              </c:ext>
            </c:extLst>
          </c:dPt>
          <c:dPt>
            <c:idx val="2"/>
            <c:bubble3D val="0"/>
            <c:spPr>
              <a:solidFill>
                <a:schemeClr val="hlink"/>
              </a:solidFill>
              <a:ln w="22011">
                <a:noFill/>
              </a:ln>
            </c:spPr>
            <c:extLst>
              <c:ext xmlns:c16="http://schemas.microsoft.com/office/drawing/2014/chart" uri="{C3380CC4-5D6E-409C-BE32-E72D297353CC}">
                <c16:uniqueId val="{00000006-A7C4-4037-A82B-9611507232FC}"/>
              </c:ext>
            </c:extLst>
          </c:dPt>
          <c:dPt>
            <c:idx val="3"/>
            <c:bubble3D val="0"/>
            <c:spPr>
              <a:solidFill>
                <a:schemeClr val="folHlink"/>
              </a:solidFill>
              <a:ln w="22011">
                <a:noFill/>
              </a:ln>
            </c:spPr>
            <c:extLst>
              <c:ext xmlns:c16="http://schemas.microsoft.com/office/drawing/2014/chart" uri="{C3380CC4-5D6E-409C-BE32-E72D297353CC}">
                <c16:uniqueId val="{00000007-A7C4-4037-A82B-9611507232FC}"/>
              </c:ext>
            </c:extLst>
          </c:dPt>
          <c:cat>
            <c:strRef>
              <c:f>Sheet1!$B$1:$E$1</c:f>
              <c:strCache>
                <c:ptCount val="4"/>
                <c:pt idx="0">
                  <c:v>1st Qtr</c:v>
                </c:pt>
                <c:pt idx="1">
                  <c:v>2nd Qtr</c:v>
                </c:pt>
                <c:pt idx="2">
                  <c:v>3rd Qtr</c:v>
                </c:pt>
                <c:pt idx="3">
                  <c:v>4th Qtr</c:v>
                </c:pt>
              </c:strCache>
            </c:strRef>
          </c:cat>
          <c:val>
            <c:numRef>
              <c:f>Sheet1!$B$3:$E$3</c:f>
              <c:numCache>
                <c:formatCode>General</c:formatCode>
                <c:ptCount val="4"/>
                <c:pt idx="0">
                  <c:v>30.6</c:v>
                </c:pt>
                <c:pt idx="1">
                  <c:v>38.6</c:v>
                </c:pt>
                <c:pt idx="2">
                  <c:v>34.6</c:v>
                </c:pt>
                <c:pt idx="3">
                  <c:v>31.6</c:v>
                </c:pt>
              </c:numCache>
            </c:numRef>
          </c:val>
          <c:extLst>
            <c:ext xmlns:c16="http://schemas.microsoft.com/office/drawing/2014/chart" uri="{C3380CC4-5D6E-409C-BE32-E72D297353CC}">
              <c16:uniqueId val="{00000008-A7C4-4037-A82B-9611507232FC}"/>
            </c:ext>
          </c:extLst>
        </c:ser>
        <c:ser>
          <c:idx val="2"/>
          <c:order val="2"/>
          <c:tx>
            <c:strRef>
              <c:f>Sheet1!$A$4</c:f>
              <c:strCache>
                <c:ptCount val="1"/>
                <c:pt idx="0">
                  <c:v>North</c:v>
                </c:pt>
              </c:strCache>
            </c:strRef>
          </c:tx>
          <c:spPr>
            <a:solidFill>
              <a:schemeClr val="hlink"/>
            </a:solidFill>
            <a:ln w="22011">
              <a:noFill/>
            </a:ln>
          </c:spPr>
          <c:dPt>
            <c:idx val="0"/>
            <c:bubble3D val="0"/>
            <c:spPr>
              <a:solidFill>
                <a:schemeClr val="accent1"/>
              </a:solidFill>
              <a:ln w="22011">
                <a:noFill/>
              </a:ln>
            </c:spPr>
            <c:extLst>
              <c:ext xmlns:c16="http://schemas.microsoft.com/office/drawing/2014/chart" uri="{C3380CC4-5D6E-409C-BE32-E72D297353CC}">
                <c16:uniqueId val="{00000009-A7C4-4037-A82B-9611507232FC}"/>
              </c:ext>
            </c:extLst>
          </c:dPt>
          <c:dPt>
            <c:idx val="1"/>
            <c:bubble3D val="0"/>
            <c:spPr>
              <a:solidFill>
                <a:schemeClr val="accent2"/>
              </a:solidFill>
              <a:ln w="22011">
                <a:noFill/>
              </a:ln>
            </c:spPr>
            <c:extLst>
              <c:ext xmlns:c16="http://schemas.microsoft.com/office/drawing/2014/chart" uri="{C3380CC4-5D6E-409C-BE32-E72D297353CC}">
                <c16:uniqueId val="{0000000A-A7C4-4037-A82B-9611507232FC}"/>
              </c:ext>
            </c:extLst>
          </c:dPt>
          <c:dPt>
            <c:idx val="3"/>
            <c:bubble3D val="0"/>
            <c:spPr>
              <a:solidFill>
                <a:schemeClr val="folHlink"/>
              </a:solidFill>
              <a:ln w="22011">
                <a:noFill/>
              </a:ln>
            </c:spPr>
            <c:extLst>
              <c:ext xmlns:c16="http://schemas.microsoft.com/office/drawing/2014/chart" uri="{C3380CC4-5D6E-409C-BE32-E72D297353CC}">
                <c16:uniqueId val="{0000000B-A7C4-4037-A82B-9611507232FC}"/>
              </c:ext>
            </c:extLst>
          </c:dPt>
          <c:cat>
            <c:strRef>
              <c:f>Sheet1!$B$1:$E$1</c:f>
              <c:strCache>
                <c:ptCount val="4"/>
                <c:pt idx="0">
                  <c:v>1st Qtr</c:v>
                </c:pt>
                <c:pt idx="1">
                  <c:v>2nd Qtr</c:v>
                </c:pt>
                <c:pt idx="2">
                  <c:v>3rd Qtr</c:v>
                </c:pt>
                <c:pt idx="3">
                  <c:v>4th Qtr</c:v>
                </c:pt>
              </c:strCache>
            </c:strRef>
          </c:cat>
          <c:val>
            <c:numRef>
              <c:f>Sheet1!$B$4:$E$4</c:f>
              <c:numCache>
                <c:formatCode>General</c:formatCode>
                <c:ptCount val="4"/>
                <c:pt idx="0">
                  <c:v>45.9</c:v>
                </c:pt>
                <c:pt idx="1">
                  <c:v>46.9</c:v>
                </c:pt>
                <c:pt idx="2">
                  <c:v>45</c:v>
                </c:pt>
                <c:pt idx="3">
                  <c:v>43.9</c:v>
                </c:pt>
              </c:numCache>
            </c:numRef>
          </c:val>
          <c:extLst>
            <c:ext xmlns:c16="http://schemas.microsoft.com/office/drawing/2014/chart" uri="{C3380CC4-5D6E-409C-BE32-E72D297353CC}">
              <c16:uniqueId val="{0000000C-A7C4-4037-A82B-9611507232FC}"/>
            </c:ext>
          </c:extLst>
        </c:ser>
        <c:dLbls>
          <c:showLegendKey val="0"/>
          <c:showVal val="0"/>
          <c:showCatName val="0"/>
          <c:showSerName val="0"/>
          <c:showPercent val="0"/>
          <c:showBubbleSize val="0"/>
          <c:showLeaderLines val="1"/>
        </c:dLbls>
      </c:pie3DChart>
      <c:spPr>
        <a:noFill/>
        <a:ln w="22011">
          <a:noFill/>
        </a:ln>
      </c:spPr>
    </c:plotArea>
    <c:plotVisOnly val="1"/>
    <c:dispBlanksAs val="zero"/>
    <c:showDLblsOverMax val="0"/>
  </c:chart>
  <c:spPr>
    <a:noFill/>
    <a:ln>
      <a:noFill/>
    </a:ln>
  </c:spPr>
  <c:txPr>
    <a:bodyPr/>
    <a:lstStyle/>
    <a:p>
      <a:pPr>
        <a:defRPr sz="1560" b="1" i="0" u="none" strike="noStrike" baseline="0">
          <a:solidFill>
            <a:schemeClr val="tx1"/>
          </a:solidFill>
          <a:latin typeface="MS P????"/>
          <a:ea typeface="MS P????"/>
          <a:cs typeface="MS P????"/>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751196172248876E-2"/>
          <c:y val="6.5060240963855417E-2"/>
          <c:w val="0.74043062200956988"/>
          <c:h val="0.80722891566265054"/>
        </c:manualLayout>
      </c:layout>
      <c:areaChart>
        <c:grouping val="stacked"/>
        <c:varyColors val="0"/>
        <c:ser>
          <c:idx val="0"/>
          <c:order val="0"/>
          <c:tx>
            <c:strRef>
              <c:f>Sheet1!$A$2</c:f>
              <c:strCache>
                <c:ptCount val="1"/>
                <c:pt idx="0">
                  <c:v>East</c:v>
                </c:pt>
              </c:strCache>
            </c:strRef>
          </c:tx>
          <c:spPr>
            <a:solidFill>
              <a:srgbClr val="BBB8B8"/>
            </a:solidFill>
            <a:ln w="18995">
              <a:noFill/>
            </a:ln>
          </c:spPr>
          <c:cat>
            <c:strRef>
              <c:f>Sheet1!$B$1:$E$1</c:f>
              <c:strCache>
                <c:ptCount val="4"/>
                <c:pt idx="0">
                  <c:v>1st Qtr</c:v>
                </c:pt>
                <c:pt idx="1">
                  <c:v>2nd Qtr</c:v>
                </c:pt>
                <c:pt idx="2">
                  <c:v>3rd Qtr</c:v>
                </c:pt>
                <c:pt idx="3">
                  <c:v>4th Qtr</c:v>
                </c:pt>
              </c:strCache>
            </c:strRef>
          </c:cat>
          <c:val>
            <c:numRef>
              <c:f>Sheet1!$B$2:$E$2</c:f>
              <c:numCache>
                <c:formatCode>General</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0-C209-47E2-ACED-612AD982384D}"/>
            </c:ext>
          </c:extLst>
        </c:ser>
        <c:ser>
          <c:idx val="1"/>
          <c:order val="1"/>
          <c:tx>
            <c:strRef>
              <c:f>Sheet1!$A$3</c:f>
              <c:strCache>
                <c:ptCount val="1"/>
                <c:pt idx="0">
                  <c:v>West</c:v>
                </c:pt>
              </c:strCache>
            </c:strRef>
          </c:tx>
          <c:spPr>
            <a:solidFill>
              <a:srgbClr val="737271"/>
            </a:solidFill>
            <a:ln w="18995">
              <a:noFill/>
            </a:ln>
          </c:spPr>
          <c:cat>
            <c:strRef>
              <c:f>Sheet1!$B$1:$E$1</c:f>
              <c:strCache>
                <c:ptCount val="4"/>
                <c:pt idx="0">
                  <c:v>1st Qtr</c:v>
                </c:pt>
                <c:pt idx="1">
                  <c:v>2nd Qtr</c:v>
                </c:pt>
                <c:pt idx="2">
                  <c:v>3rd Qtr</c:v>
                </c:pt>
                <c:pt idx="3">
                  <c:v>4th Qtr</c:v>
                </c:pt>
              </c:strCache>
            </c:strRef>
          </c:cat>
          <c:val>
            <c:numRef>
              <c:f>Sheet1!$B$3:$E$3</c:f>
              <c:numCache>
                <c:formatCode>General</c:formatCode>
                <c:ptCount val="4"/>
                <c:pt idx="0">
                  <c:v>30.6</c:v>
                </c:pt>
                <c:pt idx="1">
                  <c:v>38.6</c:v>
                </c:pt>
                <c:pt idx="2">
                  <c:v>34.6</c:v>
                </c:pt>
                <c:pt idx="3">
                  <c:v>31.6</c:v>
                </c:pt>
              </c:numCache>
            </c:numRef>
          </c:val>
          <c:extLst>
            <c:ext xmlns:c16="http://schemas.microsoft.com/office/drawing/2014/chart" uri="{C3380CC4-5D6E-409C-BE32-E72D297353CC}">
              <c16:uniqueId val="{00000001-C209-47E2-ACED-612AD982384D}"/>
            </c:ext>
          </c:extLst>
        </c:ser>
        <c:ser>
          <c:idx val="2"/>
          <c:order val="2"/>
          <c:tx>
            <c:strRef>
              <c:f>Sheet1!$A$4</c:f>
              <c:strCache>
                <c:ptCount val="1"/>
                <c:pt idx="0">
                  <c:v>North</c:v>
                </c:pt>
              </c:strCache>
            </c:strRef>
          </c:tx>
          <c:spPr>
            <a:solidFill>
              <a:srgbClr val="EE3124"/>
            </a:solidFill>
            <a:ln w="18995">
              <a:noFill/>
            </a:ln>
          </c:spPr>
          <c:cat>
            <c:strRef>
              <c:f>Sheet1!$B$1:$E$1</c:f>
              <c:strCache>
                <c:ptCount val="4"/>
                <c:pt idx="0">
                  <c:v>1st Qtr</c:v>
                </c:pt>
                <c:pt idx="1">
                  <c:v>2nd Qtr</c:v>
                </c:pt>
                <c:pt idx="2">
                  <c:v>3rd Qtr</c:v>
                </c:pt>
                <c:pt idx="3">
                  <c:v>4th Qtr</c:v>
                </c:pt>
              </c:strCache>
            </c:strRef>
          </c:cat>
          <c:val>
            <c:numRef>
              <c:f>Sheet1!$B$4:$E$4</c:f>
              <c:numCache>
                <c:formatCode>General</c:formatCode>
                <c:ptCount val="4"/>
                <c:pt idx="0">
                  <c:v>45.9</c:v>
                </c:pt>
                <c:pt idx="1">
                  <c:v>46.9</c:v>
                </c:pt>
                <c:pt idx="2">
                  <c:v>45</c:v>
                </c:pt>
                <c:pt idx="3">
                  <c:v>43.9</c:v>
                </c:pt>
              </c:numCache>
            </c:numRef>
          </c:val>
          <c:extLst>
            <c:ext xmlns:c16="http://schemas.microsoft.com/office/drawing/2014/chart" uri="{C3380CC4-5D6E-409C-BE32-E72D297353CC}">
              <c16:uniqueId val="{00000002-C209-47E2-ACED-612AD982384D}"/>
            </c:ext>
          </c:extLst>
        </c:ser>
        <c:dLbls>
          <c:showLegendKey val="0"/>
          <c:showVal val="0"/>
          <c:showCatName val="0"/>
          <c:showSerName val="0"/>
          <c:showPercent val="0"/>
          <c:showBubbleSize val="0"/>
        </c:dLbls>
        <c:axId val="91261568"/>
        <c:axId val="91330048"/>
      </c:areaChart>
      <c:catAx>
        <c:axId val="91261568"/>
        <c:scaling>
          <c:orientation val="minMax"/>
        </c:scaling>
        <c:delete val="0"/>
        <c:axPos val="b"/>
        <c:numFmt formatCode="General" sourceLinked="1"/>
        <c:majorTickMark val="out"/>
        <c:minorTickMark val="none"/>
        <c:tickLblPos val="nextTo"/>
        <c:spPr>
          <a:ln w="2374">
            <a:solidFill>
              <a:schemeClr val="tx1"/>
            </a:solidFill>
            <a:prstDash val="solid"/>
          </a:ln>
        </c:spPr>
        <c:txPr>
          <a:bodyPr rot="0" vert="horz"/>
          <a:lstStyle/>
          <a:p>
            <a:pPr>
              <a:defRPr lang="en-IN" sz="1047" b="0" i="0" u="none" strike="noStrike" baseline="0">
                <a:solidFill>
                  <a:schemeClr val="tx1"/>
                </a:solidFill>
                <a:latin typeface="Verdana"/>
                <a:ea typeface="Verdana"/>
                <a:cs typeface="Verdana"/>
              </a:defRPr>
            </a:pPr>
            <a:endParaRPr lang="en-US"/>
          </a:p>
        </c:txPr>
        <c:crossAx val="91330048"/>
        <c:crosses val="autoZero"/>
        <c:auto val="1"/>
        <c:lblAlgn val="ctr"/>
        <c:lblOffset val="100"/>
        <c:tickLblSkip val="1"/>
        <c:tickMarkSkip val="1"/>
        <c:noMultiLvlLbl val="0"/>
      </c:catAx>
      <c:valAx>
        <c:axId val="91330048"/>
        <c:scaling>
          <c:orientation val="minMax"/>
        </c:scaling>
        <c:delete val="0"/>
        <c:axPos val="l"/>
        <c:numFmt formatCode="General" sourceLinked="1"/>
        <c:majorTickMark val="out"/>
        <c:minorTickMark val="none"/>
        <c:tickLblPos val="nextTo"/>
        <c:spPr>
          <a:ln w="2374">
            <a:solidFill>
              <a:schemeClr val="tx1"/>
            </a:solidFill>
            <a:prstDash val="solid"/>
          </a:ln>
        </c:spPr>
        <c:txPr>
          <a:bodyPr rot="0" vert="horz"/>
          <a:lstStyle/>
          <a:p>
            <a:pPr>
              <a:defRPr lang="en-IN" sz="1047" b="0" i="0" u="none" strike="noStrike" baseline="0">
                <a:solidFill>
                  <a:schemeClr val="tx1"/>
                </a:solidFill>
                <a:latin typeface="Verdana"/>
                <a:ea typeface="Verdana"/>
                <a:cs typeface="Verdana"/>
              </a:defRPr>
            </a:pPr>
            <a:endParaRPr lang="en-US"/>
          </a:p>
        </c:txPr>
        <c:crossAx val="91261568"/>
        <c:crosses val="autoZero"/>
        <c:crossBetween val="midCat"/>
      </c:valAx>
      <c:spPr>
        <a:noFill/>
        <a:ln w="18995">
          <a:noFill/>
        </a:ln>
      </c:spPr>
    </c:plotArea>
    <c:legend>
      <c:legendPos val="r"/>
      <c:layout>
        <c:manualLayout>
          <c:xMode val="edge"/>
          <c:yMode val="edge"/>
          <c:x val="0.87679425837320701"/>
          <c:y val="0.33975903614457831"/>
          <c:w val="0.11961722488038277"/>
          <c:h val="0.25542168674698795"/>
        </c:manualLayout>
      </c:layout>
      <c:overlay val="0"/>
      <c:spPr>
        <a:solidFill>
          <a:schemeClr val="bg1"/>
        </a:solidFill>
        <a:ln w="18995">
          <a:noFill/>
        </a:ln>
      </c:spPr>
      <c:txPr>
        <a:bodyPr/>
        <a:lstStyle/>
        <a:p>
          <a:pPr>
            <a:defRPr lang="en-IN" sz="1219" b="1" i="0" u="none" strike="noStrike" baseline="0">
              <a:solidFill>
                <a:schemeClr val="tx1"/>
              </a:solidFill>
              <a:latin typeface="MS P????"/>
              <a:ea typeface="MS P????"/>
              <a:cs typeface="MS P????"/>
            </a:defRPr>
          </a:pPr>
          <a:endParaRPr lang="en-US"/>
        </a:p>
      </c:txPr>
    </c:legend>
    <c:plotVisOnly val="1"/>
    <c:dispBlanksAs val="zero"/>
    <c:showDLblsOverMax val="0"/>
  </c:chart>
  <c:spPr>
    <a:noFill/>
    <a:ln>
      <a:noFill/>
    </a:ln>
  </c:spPr>
  <c:txPr>
    <a:bodyPr/>
    <a:lstStyle/>
    <a:p>
      <a:pPr>
        <a:defRPr sz="1327" b="1" i="0" u="none" strike="noStrike" baseline="0">
          <a:solidFill>
            <a:schemeClr val="tx1"/>
          </a:solidFill>
          <a:latin typeface="MS P????"/>
          <a:ea typeface="MS P????"/>
          <a:cs typeface="MS P????"/>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4975" cy="457200"/>
          </a:xfrm>
          <a:prstGeom prst="rect">
            <a:avLst/>
          </a:prstGeom>
          <a:noFill/>
          <a:ln>
            <a:noFill/>
          </a:ln>
        </p:spPr>
        <p:txBody>
          <a:bodyPr vert="horz" lIns="90000" tIns="45000" rIns="90000" bIns="45000" compatLnSpc="1"/>
          <a:lstStyle>
            <a:defPPr lvl="0">
              <a:buClr>
                <a:srgbClr val="000000"/>
              </a:buClr>
              <a:buSzPct val="100000"/>
              <a:buFont typeface="Arial" pitchFamily="34"/>
              <a:buNone/>
            </a:defPPr>
            <a:lvl1pPr lvl="0" fontAlgn="auto" hangingPunct="0">
              <a:spcBef>
                <a:spcPts val="0"/>
              </a:spcBef>
              <a:spcAft>
                <a:spcPts val="0"/>
              </a:spcAft>
              <a:buClr>
                <a:srgbClr val="000000"/>
              </a:buClr>
              <a:buSzPct val="100000"/>
              <a:buFont typeface="Arial" pitchFamily="34"/>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solidFill>
                  <a:srgbClr val="000000"/>
                </a:solidFill>
                <a:latin typeface="Arial" pitchFamily="18"/>
                <a:ea typeface="ＭＳ Ｐゴシック" pitchFamily="2"/>
                <a:cs typeface="ＭＳ Ｐゴシック" pitchFamily="2"/>
              </a:defRP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a:defRPr sz="1400"/>
            </a:pPr>
            <a:endParaRPr lang="en-IN"/>
          </a:p>
        </p:txBody>
      </p:sp>
      <p:sp>
        <p:nvSpPr>
          <p:cNvPr id="3" name="Date Placeholder 2"/>
          <p:cNvSpPr txBox="1">
            <a:spLocks noGrp="1"/>
          </p:cNvSpPr>
          <p:nvPr>
            <p:ph type="dt" sz="quarter" idx="1"/>
          </p:nvPr>
        </p:nvSpPr>
        <p:spPr>
          <a:xfrm>
            <a:off x="3881438" y="0"/>
            <a:ext cx="2976562" cy="457200"/>
          </a:xfrm>
          <a:prstGeom prst="rect">
            <a:avLst/>
          </a:prstGeom>
          <a:noFill/>
          <a:ln>
            <a:noFill/>
          </a:ln>
        </p:spPr>
        <p:txBody>
          <a:bodyPr vert="horz" lIns="90000" tIns="45000" rIns="90000" bIns="45000" compatLnSpc="1"/>
          <a:lstStyle>
            <a:defPPr lvl="0">
              <a:buClr>
                <a:srgbClr val="000000"/>
              </a:buClr>
              <a:buSzPct val="100000"/>
              <a:buFont typeface="Arial" pitchFamily="34"/>
              <a:buNone/>
            </a:defPPr>
            <a:lvl1pPr lvl="0" algn="r" fontAlgn="auto" hangingPunct="0">
              <a:spcBef>
                <a:spcPts val="0"/>
              </a:spcBef>
              <a:spcAft>
                <a:spcPts val="0"/>
              </a:spcAft>
              <a:buClr>
                <a:srgbClr val="000000"/>
              </a:buClr>
              <a:buSzPct val="100000"/>
              <a:buFont typeface="Arial" pitchFamily="34"/>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solidFill>
                  <a:srgbClr val="000000"/>
                </a:solidFill>
                <a:latin typeface="Arial" pitchFamily="18"/>
                <a:ea typeface="ＭＳ Ｐゴシック" pitchFamily="2"/>
                <a:cs typeface="ＭＳ Ｐゴシック" pitchFamily="2"/>
              </a:defRP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a:defRPr sz="1400"/>
            </a:pPr>
            <a:fld id="{7D7DD9A3-3912-403A-AC3A-0C6BBC49A55A}" type="datetimeFigureOut">
              <a:rPr lang="en-IN"/>
              <a:pPr>
                <a:defRPr sz="1400"/>
              </a:pPr>
              <a:t>23-03-2023</a:t>
            </a:fld>
            <a:endParaRPr lang="en-IN"/>
          </a:p>
        </p:txBody>
      </p:sp>
      <p:sp>
        <p:nvSpPr>
          <p:cNvPr id="4" name="Footer Placeholder 3"/>
          <p:cNvSpPr txBox="1">
            <a:spLocks noGrp="1"/>
          </p:cNvSpPr>
          <p:nvPr>
            <p:ph type="ftr" sz="quarter" idx="2"/>
          </p:nvPr>
        </p:nvSpPr>
        <p:spPr>
          <a:xfrm>
            <a:off x="0" y="8686800"/>
            <a:ext cx="2974975" cy="457200"/>
          </a:xfrm>
          <a:prstGeom prst="rect">
            <a:avLst/>
          </a:prstGeom>
          <a:noFill/>
          <a:ln>
            <a:noFill/>
          </a:ln>
        </p:spPr>
        <p:txBody>
          <a:bodyPr vert="horz" lIns="90000" tIns="45000" rIns="90000" bIns="45000" anchor="b" compatLnSpc="1"/>
          <a:lstStyle>
            <a:defPPr lvl="0">
              <a:buClr>
                <a:srgbClr val="000000"/>
              </a:buClr>
              <a:buSzPct val="100000"/>
              <a:buFont typeface="Arial" pitchFamily="34"/>
              <a:buNone/>
            </a:defPPr>
            <a:lvl1pPr lvl="0" fontAlgn="auto" hangingPunct="0">
              <a:spcBef>
                <a:spcPts val="0"/>
              </a:spcBef>
              <a:spcAft>
                <a:spcPts val="0"/>
              </a:spcAft>
              <a:buClr>
                <a:srgbClr val="000000"/>
              </a:buClr>
              <a:buSzPct val="100000"/>
              <a:buFont typeface="Arial" pitchFamily="34"/>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solidFill>
                  <a:srgbClr val="000000"/>
                </a:solidFill>
                <a:latin typeface="Arial" pitchFamily="18"/>
                <a:ea typeface="ＭＳ Ｐゴシック" pitchFamily="2"/>
                <a:cs typeface="ＭＳ Ｐゴシック" pitchFamily="2"/>
              </a:defRP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a:defRPr sz="1400"/>
            </a:pPr>
            <a:endParaRPr lang="en-IN"/>
          </a:p>
        </p:txBody>
      </p:sp>
      <p:sp>
        <p:nvSpPr>
          <p:cNvPr id="5" name="Slide Number Placeholder 4"/>
          <p:cNvSpPr txBox="1">
            <a:spLocks noGrp="1"/>
          </p:cNvSpPr>
          <p:nvPr>
            <p:ph type="sldNum" sz="quarter" idx="3"/>
          </p:nvPr>
        </p:nvSpPr>
        <p:spPr>
          <a:xfrm>
            <a:off x="3881438" y="8686800"/>
            <a:ext cx="2976562" cy="457200"/>
          </a:xfrm>
          <a:prstGeom prst="rect">
            <a:avLst/>
          </a:prstGeom>
          <a:noFill/>
          <a:ln>
            <a:noFill/>
          </a:ln>
        </p:spPr>
        <p:txBody>
          <a:bodyPr vert="horz" lIns="90000" tIns="45000" rIns="90000" bIns="45000" anchor="b" compatLnSpc="1"/>
          <a:lstStyle>
            <a:defPPr lvl="0">
              <a:buClr>
                <a:srgbClr val="000000"/>
              </a:buClr>
              <a:buSzPct val="100000"/>
              <a:buFont typeface="Arial" pitchFamily="34"/>
              <a:buNone/>
            </a:defPPr>
            <a:lvl1pPr lvl="0" algn="r" fontAlgn="auto" hangingPunct="0">
              <a:spcBef>
                <a:spcPts val="0"/>
              </a:spcBef>
              <a:spcAft>
                <a:spcPts val="0"/>
              </a:spcAft>
              <a:buClr>
                <a:srgbClr val="000000"/>
              </a:buClr>
              <a:buSzPct val="100000"/>
              <a:buFont typeface="Arial" pitchFamily="34"/>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solidFill>
                  <a:srgbClr val="000000"/>
                </a:solidFill>
                <a:latin typeface="Arial" pitchFamily="18"/>
                <a:ea typeface="ＭＳ Ｐゴシック" pitchFamily="2"/>
                <a:cs typeface="ＭＳ Ｐゴシック" pitchFamily="2"/>
              </a:defRP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a:defRPr sz="1400"/>
            </a:pPr>
            <a:fld id="{A50051EB-A8B3-4C48-8A69-CA30BFD552C4}" type="slidenum">
              <a:rPr lang="en-IN"/>
              <a:pPr>
                <a:defRPr sz="140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a:spLocks noMove="1" noResize="1"/>
          </p:cNvSpPr>
          <p:nvPr/>
        </p:nvSpPr>
        <p:spPr>
          <a:xfrm>
            <a:off x="0" y="0"/>
            <a:ext cx="6858000" cy="9144000"/>
          </a:xfrm>
          <a:prstGeom prst="rect">
            <a:avLst/>
          </a:prstGeom>
          <a:solidFill>
            <a:srgbClr val="FFFFFF"/>
          </a:solidFill>
          <a:ln>
            <a:noFill/>
            <a:prstDash val="solid"/>
          </a:ln>
        </p:spPr>
        <p:txBody>
          <a:bodyPr lIns="0" tIns="0" rIns="0" bIns="0" anchor="ctr" anchorCtr="1" compatLnSpc="0"/>
          <a:lstStyle/>
          <a:p>
            <a:pPr fontAlgn="auto" hangingPunct="0">
              <a:spcBef>
                <a:spcPts val="0"/>
              </a:spcBef>
              <a:spcAft>
                <a:spcPts val="0"/>
              </a:spcAft>
              <a:defRPr/>
            </a:pPr>
            <a:endParaRPr lang="en-IN" sz="2400">
              <a:latin typeface="Times New Roman" pitchFamily="18"/>
              <a:ea typeface="Arial Unicode MS" pitchFamily="2"/>
              <a:cs typeface="Tahoma" pitchFamily="2"/>
            </a:endParaRPr>
          </a:p>
        </p:txBody>
      </p:sp>
      <p:sp>
        <p:nvSpPr>
          <p:cNvPr id="3" name="Header Placeholder 2"/>
          <p:cNvSpPr txBox="1">
            <a:spLocks noGrp="1"/>
          </p:cNvSpPr>
          <p:nvPr>
            <p:ph type="hdr" sz="quarter"/>
          </p:nvPr>
        </p:nvSpPr>
        <p:spPr>
          <a:xfrm>
            <a:off x="0" y="0"/>
            <a:ext cx="2971800" cy="460375"/>
          </a:xfrm>
          <a:prstGeom prst="rect">
            <a:avLst/>
          </a:prstGeom>
          <a:noFill/>
          <a:ln>
            <a:noFill/>
          </a:ln>
        </p:spPr>
        <p:txBody>
          <a:bodyPr vert="horz" wrap="square" lIns="90000" tIns="46800" rIns="90000" bIns="46800" anchor="t" anchorCtr="0" compatLnSpc="1"/>
          <a:lstStyle>
            <a:lvl1pPr marL="0" marR="0" lvl="0" indent="0" algn="l" rtl="0" fontAlgn="auto"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IN" sz="2400" b="0" i="0" u="none" strike="noStrike" baseline="0">
                <a:solidFill>
                  <a:srgbClr val="000000"/>
                </a:solidFill>
                <a:latin typeface="Arial" pitchFamily="18"/>
                <a:ea typeface="ＭＳ Ｐゴシック" pitchFamily="2"/>
                <a:cs typeface="ＭＳ Ｐゴシック" pitchFamily="2"/>
              </a:defRPr>
            </a:lvl1pPr>
          </a:lstStyle>
          <a:p>
            <a:pPr>
              <a:defRPr/>
            </a:pPr>
            <a:endParaRPr/>
          </a:p>
        </p:txBody>
      </p:sp>
      <p:sp>
        <p:nvSpPr>
          <p:cNvPr id="4" name="Date Placeholder 3"/>
          <p:cNvSpPr txBox="1">
            <a:spLocks noGrp="1"/>
          </p:cNvSpPr>
          <p:nvPr>
            <p:ph type="dt" idx="1"/>
          </p:nvPr>
        </p:nvSpPr>
        <p:spPr>
          <a:xfrm>
            <a:off x="3886200" y="0"/>
            <a:ext cx="2971800" cy="460375"/>
          </a:xfrm>
          <a:prstGeom prst="rect">
            <a:avLst/>
          </a:prstGeom>
          <a:noFill/>
          <a:ln>
            <a:noFill/>
          </a:ln>
        </p:spPr>
        <p:txBody>
          <a:bodyPr vert="horz" wrap="square" lIns="90000" tIns="46800" rIns="90000" bIns="46800" anchor="t" anchorCtr="0" compatLnSpc="1"/>
          <a:lstStyle>
            <a:lvl1pPr marL="0" marR="0" lvl="0" indent="0" algn="l" rtl="0" fontAlgn="auto"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IN" sz="2400" b="0" i="0" u="none" strike="noStrike" baseline="0">
                <a:solidFill>
                  <a:srgbClr val="000000"/>
                </a:solidFill>
                <a:latin typeface="Arial" pitchFamily="18"/>
                <a:ea typeface="ＭＳ Ｐゴシック" pitchFamily="2"/>
                <a:cs typeface="ＭＳ Ｐゴシック" pitchFamily="2"/>
              </a:defRPr>
            </a:lvl1pPr>
          </a:lstStyle>
          <a:p>
            <a:pPr>
              <a:defRPr/>
            </a:pPr>
            <a:endParaRPr/>
          </a:p>
        </p:txBody>
      </p:sp>
      <p:sp>
        <p:nvSpPr>
          <p:cNvPr id="17413" name="Slide Image Placeholder 4"/>
          <p:cNvSpPr>
            <a:spLocks noGrp="1" noRot="1" noChangeAspect="1"/>
          </p:cNvSpPr>
          <p:nvPr>
            <p:ph type="sldImg" idx="2"/>
          </p:nvPr>
        </p:nvSpPr>
        <p:spPr bwMode="auto">
          <a:xfrm>
            <a:off x="1143000" y="685800"/>
            <a:ext cx="4572000" cy="3429000"/>
          </a:xfrm>
          <a:prstGeom prst="rect">
            <a:avLst/>
          </a:prstGeom>
          <a:noFill/>
          <a:ln w="9525">
            <a:noFill/>
            <a:miter lim="800000"/>
            <a:headEnd/>
            <a:tailEnd/>
          </a:ln>
        </p:spPr>
      </p:sp>
      <p:sp>
        <p:nvSpPr>
          <p:cNvPr id="17414" name="Notes Placeholder 5"/>
          <p:cNvSpPr txBox="1">
            <a:spLocks noGrp="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p>
            <a:pPr lvl="0"/>
            <a:endParaRPr lang="en-IN"/>
          </a:p>
        </p:txBody>
      </p:sp>
      <p:sp>
        <p:nvSpPr>
          <p:cNvPr id="7" name="Footer Placeholder 6"/>
          <p:cNvSpPr txBox="1">
            <a:spLocks noGrp="1"/>
          </p:cNvSpPr>
          <p:nvPr>
            <p:ph type="ftr" sz="quarter" idx="4"/>
          </p:nvPr>
        </p:nvSpPr>
        <p:spPr>
          <a:xfrm>
            <a:off x="0" y="8683625"/>
            <a:ext cx="2971800" cy="460375"/>
          </a:xfrm>
          <a:prstGeom prst="rect">
            <a:avLst/>
          </a:prstGeom>
          <a:noFill/>
          <a:ln>
            <a:noFill/>
          </a:ln>
        </p:spPr>
        <p:txBody>
          <a:bodyPr vert="horz" wrap="square" lIns="90000" tIns="46800" rIns="90000" bIns="46800" anchor="b" anchorCtr="0" compatLnSpc="1"/>
          <a:lstStyle>
            <a:lvl1pPr marL="0" marR="0" lvl="0" indent="0" algn="l" rtl="0" fontAlgn="auto"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IN" sz="2400" b="0" i="0" u="none" strike="noStrike" baseline="0">
                <a:solidFill>
                  <a:srgbClr val="000000"/>
                </a:solidFill>
                <a:latin typeface="Arial" pitchFamily="18"/>
                <a:ea typeface="ＭＳ Ｐゴシック" pitchFamily="2"/>
                <a:cs typeface="ＭＳ Ｐゴシック" pitchFamily="2"/>
              </a:defRPr>
            </a:lvl1pPr>
          </a:lstStyle>
          <a:p>
            <a:pPr>
              <a:defRPr/>
            </a:pPr>
            <a:endParaRPr/>
          </a:p>
        </p:txBody>
      </p:sp>
      <p:sp>
        <p:nvSpPr>
          <p:cNvPr id="8" name="Slide Number Placeholder 7"/>
          <p:cNvSpPr txBox="1">
            <a:spLocks noGrp="1"/>
          </p:cNvSpPr>
          <p:nvPr>
            <p:ph type="sldNum" sz="quarter" idx="5"/>
          </p:nvPr>
        </p:nvSpPr>
        <p:spPr>
          <a:xfrm>
            <a:off x="3886200" y="8686800"/>
            <a:ext cx="2971800" cy="457200"/>
          </a:xfrm>
          <a:prstGeom prst="rect">
            <a:avLst/>
          </a:prstGeom>
          <a:noFill/>
          <a:ln>
            <a:noFill/>
          </a:ln>
        </p:spPr>
        <p:txBody>
          <a:bodyPr vert="horz" wrap="square" lIns="90000" tIns="46800" rIns="90000" bIns="46800" anchor="b" anchorCtr="0" compatLnSpc="1"/>
          <a:lstStyle>
            <a:lvl1pPr marL="0" marR="0" lvl="0" indent="0" algn="r" rtl="0" fontAlgn="auto"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US" sz="1200" b="0" i="0" u="none" strike="noStrike" baseline="0">
                <a:solidFill>
                  <a:srgbClr val="000000"/>
                </a:solidFill>
                <a:latin typeface="Arial" pitchFamily="18"/>
                <a:ea typeface="ＭＳ Ｐゴシック" pitchFamily="2"/>
                <a:cs typeface="ＭＳ Ｐゴシック" pitchFamily="2"/>
              </a:defRPr>
            </a:lvl1pPr>
          </a:lstStyle>
          <a:p>
            <a:pPr>
              <a:defRPr/>
            </a:pPr>
            <a:fld id="{0315788E-3CD6-451B-9A5D-012DCDA8D711}" type="slidenum">
              <a:rPr/>
              <a:pPr>
                <a:defRPr/>
              </a:pPr>
              <a:t>‹#›</a:t>
            </a:fld>
            <a:endParaRPr/>
          </a:p>
        </p:txBody>
      </p:sp>
    </p:spTree>
  </p:cSld>
  <p:clrMap bg1="lt1" tx1="dk1" bg2="lt2" tx2="dk2" accent1="accent1" accent2="accent2" accent3="accent3" accent4="accent4" accent5="accent5" accent6="accent6" hlink="hlink" folHlink="folHlink"/>
  <p:notesStyle>
    <a:lvl1pPr algn="l" rtl="0" eaLnBrk="0" fontAlgn="base" hangingPunct="0">
      <a:spcBef>
        <a:spcPts val="45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lang="en-IN" sz="1200">
        <a:solidFill>
          <a:srgbClr val="000000"/>
        </a:solidFill>
        <a:latin typeface="Arial" pitchFamily="18"/>
        <a:ea typeface="ＭＳ Ｐゴシック" pitchFamily="2"/>
      </a:defRPr>
    </a:lvl1pPr>
    <a:lvl2pPr marL="742950" indent="-285750" algn="l" rtl="0" eaLnBrk="0" fontAlgn="base" hangingPunct="0">
      <a:spcBef>
        <a:spcPct val="30000"/>
      </a:spcBef>
      <a:spcAft>
        <a:spcPct val="0"/>
      </a:spcAft>
      <a:defRPr sz="1200" kern="1200">
        <a:solidFill>
          <a:schemeClr val="tx1"/>
        </a:solidFill>
        <a:latin typeface="+mn-lt"/>
        <a:ea typeface="ＭＳ Ｐゴシック" pitchFamily="-109" charset="-128"/>
        <a:cs typeface="+mn-cs"/>
      </a:defRPr>
    </a:lvl2pPr>
    <a:lvl3pPr marL="1143000" indent="-228600" algn="l" rtl="0" eaLnBrk="0" fontAlgn="base" hangingPunct="0">
      <a:spcBef>
        <a:spcPct val="30000"/>
      </a:spcBef>
      <a:spcAft>
        <a:spcPct val="0"/>
      </a:spcAft>
      <a:defRPr sz="1200" kern="1200">
        <a:solidFill>
          <a:schemeClr val="tx1"/>
        </a:solidFill>
        <a:latin typeface="+mn-lt"/>
        <a:ea typeface="ＭＳ Ｐゴシック" pitchFamily="-109" charset="-128"/>
        <a:cs typeface="+mn-cs"/>
      </a:defRPr>
    </a:lvl3pPr>
    <a:lvl4pPr marL="1600200" indent="-228600" algn="l" rtl="0" eaLnBrk="0" fontAlgn="base" hangingPunct="0">
      <a:spcBef>
        <a:spcPct val="30000"/>
      </a:spcBef>
      <a:spcAft>
        <a:spcPct val="0"/>
      </a:spcAft>
      <a:defRPr sz="1200" kern="1200">
        <a:solidFill>
          <a:schemeClr val="tx1"/>
        </a:solidFill>
        <a:latin typeface="+mn-lt"/>
        <a:ea typeface="ＭＳ Ｐゴシック" pitchFamily="-109" charset="-128"/>
        <a:cs typeface="+mn-cs"/>
      </a:defRPr>
    </a:lvl4pPr>
    <a:lvl5pPr marL="2057400" indent="-228600" algn="l" rtl="0" eaLnBrk="0" fontAlgn="base" hangingPunct="0">
      <a:spcBef>
        <a:spcPct val="30000"/>
      </a:spcBef>
      <a:spcAft>
        <a:spcPct val="0"/>
      </a:spcAft>
      <a:defRPr sz="1200" kern="1200">
        <a:solidFill>
          <a:schemeClr val="tx1"/>
        </a:solidFill>
        <a:latin typeface="+mn-lt"/>
        <a:ea typeface="ＭＳ Ｐゴシック" pitchFamily="-109"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5B09EB7E-096E-4712-BC7E-4D15BDCE3B27}" type="slidenum">
              <a:rPr lang="en-US" sz="1200">
                <a:latin typeface="Times New Roman" pitchFamily="18"/>
                <a:ea typeface="Arial Unicode MS" pitchFamily="2"/>
                <a:cs typeface="Tahoma" pitchFamily="2"/>
              </a:rPr>
              <a:pPr algn="r" fontAlgn="auto" hangingPunct="0">
                <a:spcBef>
                  <a:spcPts val="0"/>
                </a:spcBef>
                <a:spcAft>
                  <a:spcPts val="0"/>
                </a:spcAft>
                <a:defRPr/>
              </a:pPr>
              <a:t>1</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4" name="Notes Placeholder 3"/>
          <p:cNvSpPr txBox="1">
            <a:spLocks noGrp="1"/>
          </p:cNvSpPr>
          <p:nvPr>
            <p:ph type="body" sz="quarter" idx="1"/>
          </p:nvPr>
        </p:nvSpPr>
        <p:spPr/>
        <p:txBody>
          <a:bodyPr lIns="0" tIns="0" rIns="0" bIns="0">
            <a:spAutoFit/>
          </a:bodyPr>
          <a:lstStyle>
            <a:defPPr lvl="0">
              <a:buClr>
                <a:srgbClr val="000000"/>
              </a:buClr>
              <a:buSzPct val="100000"/>
              <a:buFont typeface="Arial" pitchFamily="34"/>
              <a:buNone/>
            </a:defPPr>
            <a:lvl1pPr lvl="0">
              <a:buClr>
                <a:srgbClr val="000000"/>
              </a:buClr>
              <a:buSzPct val="100000"/>
              <a:buFont typeface="Arial" pitchFamily="34"/>
              <a:buChar cha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eaLnBrk="1" fontAlgn="auto">
              <a:spcBef>
                <a:spcPts val="448"/>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ern="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6FD4D353-4ABB-46F9-81D2-67C3C15247CA}" type="slidenum">
              <a:rPr lang="en-US" sz="1200">
                <a:latin typeface="Times New Roman" pitchFamily="18"/>
                <a:ea typeface="Arial Unicode MS" pitchFamily="2"/>
                <a:cs typeface="Tahoma" pitchFamily="2"/>
              </a:rPr>
              <a:pPr algn="r" fontAlgn="auto" hangingPunct="0">
                <a:spcBef>
                  <a:spcPts val="0"/>
                </a:spcBef>
                <a:spcAft>
                  <a:spcPts val="0"/>
                </a:spcAft>
                <a:defRPr/>
              </a:pPr>
              <a:t>2</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19460" name="Notes Placeholder 3"/>
          <p:cNvSpPr txBox="1">
            <a:spLocks noGrp="1"/>
          </p:cNvSpPr>
          <p:nvPr>
            <p:ph type="body" sz="quarter" idx="1"/>
          </p:nvPr>
        </p:nvSpPr>
        <p:spPr>
          <a:xfrm>
            <a:off x="914400" y="4343400"/>
            <a:ext cx="5029200" cy="4208463"/>
          </a:xfrm>
        </p:spPr>
        <p:txBody>
          <a:bodyPr>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F187CDA9-207E-47FD-AA83-1877E099DEA8}" type="slidenum">
              <a:rPr lang="en-US" sz="1200">
                <a:latin typeface="Times New Roman" pitchFamily="18"/>
                <a:ea typeface="Arial Unicode MS" pitchFamily="2"/>
                <a:cs typeface="Tahoma" pitchFamily="2"/>
              </a:rPr>
              <a:pPr algn="r" fontAlgn="auto" hangingPunct="0">
                <a:spcBef>
                  <a:spcPts val="0"/>
                </a:spcBef>
                <a:spcAft>
                  <a:spcPts val="0"/>
                </a:spcAft>
                <a:defRPr/>
              </a:pPr>
              <a:t>3</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0484" name="Notes Placeholder 3"/>
          <p:cNvSpPr txBox="1">
            <a:spLocks noGrp="1"/>
          </p:cNvSpPr>
          <p:nvPr>
            <p:ph type="body" sz="quarter" idx="1"/>
          </p:nvPr>
        </p:nvSpPr>
        <p:spPr>
          <a:xfrm>
            <a:off x="914400" y="4343400"/>
            <a:ext cx="5029200" cy="4208463"/>
          </a:xfrm>
        </p:spPr>
        <p:txBody>
          <a:bodyPr>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FA22AB6A-6F13-4649-BC94-B529EB9285EC}" type="slidenum">
              <a:rPr lang="en-US" sz="1200">
                <a:latin typeface="Times New Roman" pitchFamily="18"/>
                <a:ea typeface="Arial Unicode MS" pitchFamily="2"/>
                <a:cs typeface="Tahoma" pitchFamily="2"/>
              </a:rPr>
              <a:pPr algn="r" fontAlgn="auto" hangingPunct="0">
                <a:spcBef>
                  <a:spcPts val="0"/>
                </a:spcBef>
                <a:spcAft>
                  <a:spcPts val="0"/>
                </a:spcAft>
                <a:defRPr/>
              </a:pPr>
              <a:t>4</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1508" name="Notes Placeholder 3"/>
          <p:cNvSpPr txBox="1">
            <a:spLocks noGrp="1"/>
          </p:cNvSpPr>
          <p:nvPr>
            <p:ph type="body" sz="quarter" idx="1"/>
          </p:nvPr>
        </p:nvSpPr>
        <p:spPr>
          <a:xfrm>
            <a:off x="914400" y="4343400"/>
            <a:ext cx="5029200" cy="4208463"/>
          </a:xfrm>
        </p:spPr>
        <p:txBody>
          <a:bodyPr>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2A950455-5177-4632-8497-027B98BDB785}" type="slidenum">
              <a:rPr lang="en-US" sz="1200">
                <a:latin typeface="Times New Roman" pitchFamily="18"/>
                <a:ea typeface="Arial Unicode MS" pitchFamily="2"/>
                <a:cs typeface="Tahoma" pitchFamily="2"/>
              </a:rPr>
              <a:pPr algn="r" fontAlgn="auto" hangingPunct="0">
                <a:spcBef>
                  <a:spcPts val="0"/>
                </a:spcBef>
                <a:spcAft>
                  <a:spcPts val="0"/>
                </a:spcAft>
                <a:defRPr/>
              </a:pPr>
              <a:t>5</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2532" name="Notes Placeholder 3"/>
          <p:cNvSpPr txBox="1">
            <a:spLocks noGrp="1"/>
          </p:cNvSpPr>
          <p:nvPr>
            <p:ph type="body" sz="quarter" idx="1"/>
          </p:nvPr>
        </p:nvSpPr>
        <p:spPr>
          <a:xfrm>
            <a:off x="914400" y="4343400"/>
            <a:ext cx="5029200" cy="4124325"/>
          </a:xfrm>
          <a:solidFill>
            <a:srgbClr val="FFFFFF"/>
          </a:solidFill>
          <a:ln w="9360">
            <a:solidFill>
              <a:srgbClr val="000000"/>
            </a:solidFill>
          </a:ln>
        </p:spPr>
        <p:txBody>
          <a:bodyPr lIns="4680" tIns="4680" rIns="4680" bIns="4680">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62F19AA1-0126-47C5-BA3B-4CBD820D1B98}" type="slidenum">
              <a:rPr lang="en-US" sz="1200">
                <a:latin typeface="Times New Roman" pitchFamily="18"/>
                <a:ea typeface="Arial Unicode MS" pitchFamily="2"/>
                <a:cs typeface="Tahoma" pitchFamily="2"/>
              </a:rPr>
              <a:pPr algn="r" fontAlgn="auto" hangingPunct="0">
                <a:spcBef>
                  <a:spcPts val="0"/>
                </a:spcBef>
                <a:spcAft>
                  <a:spcPts val="0"/>
                </a:spcAft>
                <a:defRPr/>
              </a:pPr>
              <a:t>6</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3556" name="Notes Placeholder 3"/>
          <p:cNvSpPr txBox="1">
            <a:spLocks noGrp="1"/>
          </p:cNvSpPr>
          <p:nvPr>
            <p:ph type="body" sz="quarter" idx="1"/>
          </p:nvPr>
        </p:nvSpPr>
        <p:spPr>
          <a:xfrm>
            <a:off x="914400" y="4343400"/>
            <a:ext cx="5029200" cy="4124325"/>
          </a:xfrm>
          <a:solidFill>
            <a:srgbClr val="FFFFFF"/>
          </a:solidFill>
          <a:ln w="9360">
            <a:solidFill>
              <a:srgbClr val="000000"/>
            </a:solidFill>
          </a:ln>
        </p:spPr>
        <p:txBody>
          <a:bodyPr lIns="4680" tIns="4680" rIns="4680" bIns="4680">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D5E22284-1345-4469-B140-E3AD7C64216B}" type="slidenum">
              <a:rPr lang="en-US" sz="1200">
                <a:latin typeface="Times New Roman" pitchFamily="18"/>
                <a:ea typeface="Arial Unicode MS" pitchFamily="2"/>
                <a:cs typeface="Tahoma" pitchFamily="2"/>
              </a:rPr>
              <a:pPr algn="r" fontAlgn="auto" hangingPunct="0">
                <a:spcBef>
                  <a:spcPts val="0"/>
                </a:spcBef>
                <a:spcAft>
                  <a:spcPts val="0"/>
                </a:spcAft>
                <a:defRPr/>
              </a:pPr>
              <a:t>7</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4580" name="Notes Placeholder 3"/>
          <p:cNvSpPr txBox="1">
            <a:spLocks noGrp="1"/>
          </p:cNvSpPr>
          <p:nvPr>
            <p:ph type="body" sz="quarter" idx="1"/>
          </p:nvPr>
        </p:nvSpPr>
        <p:spPr>
          <a:xfrm>
            <a:off x="914400" y="4343400"/>
            <a:ext cx="5029200" cy="4208463"/>
          </a:xfrm>
        </p:spPr>
        <p:txBody>
          <a:bodyPr>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223EF6A0-A64F-4D08-AFD0-A3A94AE1875A}" type="slidenum">
              <a:rPr lang="en-US" sz="1200">
                <a:latin typeface="Times New Roman" pitchFamily="18"/>
                <a:ea typeface="Arial Unicode MS" pitchFamily="2"/>
                <a:cs typeface="Tahoma" pitchFamily="2"/>
              </a:rPr>
              <a:pPr algn="r" fontAlgn="auto" hangingPunct="0">
                <a:spcBef>
                  <a:spcPts val="0"/>
                </a:spcBef>
                <a:spcAft>
                  <a:spcPts val="0"/>
                </a:spcAft>
                <a:defRPr/>
              </a:pPr>
              <a:t>8</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5604" name="Notes Placeholder 3"/>
          <p:cNvSpPr txBox="1">
            <a:spLocks noGrp="1"/>
          </p:cNvSpPr>
          <p:nvPr>
            <p:ph type="body" sz="quarter" idx="1"/>
          </p:nvPr>
        </p:nvSpPr>
        <p:spPr>
          <a:xfrm>
            <a:off x="914400" y="4343400"/>
            <a:ext cx="5029200" cy="4208463"/>
          </a:xfrm>
        </p:spPr>
        <p:txBody>
          <a:bodyPr>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08CF7073-344A-4B74-BB3F-A99B9F822AC6}" type="slidenum">
              <a:rPr lang="en-US" sz="1200">
                <a:latin typeface="Times New Roman" pitchFamily="18"/>
                <a:ea typeface="Arial Unicode MS" pitchFamily="2"/>
                <a:cs typeface="Tahoma" pitchFamily="2"/>
              </a:rPr>
              <a:pPr algn="r" fontAlgn="auto" hangingPunct="0">
                <a:spcBef>
                  <a:spcPts val="0"/>
                </a:spcBef>
                <a:spcAft>
                  <a:spcPts val="0"/>
                </a:spcAft>
                <a:defRPr/>
              </a:pPr>
              <a:t>9</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6628" name="Notes Placeholder 3"/>
          <p:cNvSpPr txBox="1">
            <a:spLocks noGrp="1"/>
          </p:cNvSpPr>
          <p:nvPr>
            <p:ph type="body" sz="quarter" idx="1"/>
          </p:nvPr>
        </p:nvSpPr>
        <p:spPr>
          <a:xfrm>
            <a:off x="914400" y="4343400"/>
            <a:ext cx="5029200" cy="4124325"/>
          </a:xfrm>
          <a:solidFill>
            <a:srgbClr val="FFFFFF"/>
          </a:solidFill>
          <a:ln w="9360">
            <a:solidFill>
              <a:srgbClr val="000000"/>
            </a:solidFill>
          </a:ln>
        </p:spPr>
        <p:txBody>
          <a:bodyPr lIns="4680" tIns="4680" rIns="4680" bIns="4680">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A0012390-5BEC-433A-A325-15D584EA65EF}" type="slidenum">
              <a:rPr lang="en-US" sz="1200">
                <a:latin typeface="Times New Roman" pitchFamily="18"/>
                <a:ea typeface="Arial Unicode MS" pitchFamily="2"/>
                <a:cs typeface="Tahoma" pitchFamily="2"/>
              </a:rPr>
              <a:pPr algn="r" fontAlgn="auto" hangingPunct="0">
                <a:spcBef>
                  <a:spcPts val="0"/>
                </a:spcBef>
                <a:spcAft>
                  <a:spcPts val="0"/>
                </a:spcAft>
                <a:defRPr/>
              </a:pPr>
              <a:t>10</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27652" name="Notes Placeholder 3"/>
          <p:cNvSpPr txBox="1">
            <a:spLocks noGrp="1"/>
          </p:cNvSpPr>
          <p:nvPr>
            <p:ph type="body" sz="quarter" idx="1"/>
          </p:nvPr>
        </p:nvSpPr>
        <p:spPr>
          <a:xfrm>
            <a:off x="914400" y="4343400"/>
            <a:ext cx="5029200" cy="4124325"/>
          </a:xfrm>
          <a:solidFill>
            <a:srgbClr val="FFFFFF"/>
          </a:solidFill>
          <a:ln w="9360">
            <a:solidFill>
              <a:srgbClr val="000000"/>
            </a:solidFill>
          </a:ln>
        </p:spPr>
        <p:txBody>
          <a:bodyPr lIns="4680" tIns="4680" rIns="4680" bIns="4680">
            <a:spAutoFit/>
          </a:bodyPr>
          <a:lstStyle/>
          <a:p>
            <a:pPr eaLnBrk="1">
              <a:buClr>
                <a:srgbClr val="000000"/>
              </a:buClr>
              <a:buFontTx/>
              <a:buChar char="•"/>
            </a:pPr>
            <a:endParaRPr>
              <a:latin typeface="Arial" charset="0"/>
              <a:ea typeface="ＭＳ Ｐゴシック" pitchFamily="-109"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p:nvPr/>
        </p:nvSpPr>
        <p:spPr>
          <a:xfrm>
            <a:off x="3886200" y="8686800"/>
            <a:ext cx="29718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algn="r" fontAlgn="auto" hangingPunct="0">
              <a:spcBef>
                <a:spcPts val="0"/>
              </a:spcBef>
              <a:spcAft>
                <a:spcPts val="0"/>
              </a:spcAft>
              <a:defRPr/>
            </a:pPr>
            <a:fld id="{9CBBBA54-554A-4F34-9694-2B955AA11820}" type="slidenum">
              <a:rPr lang="en-US" sz="1200">
                <a:latin typeface="Times New Roman" pitchFamily="18"/>
                <a:ea typeface="Arial Unicode MS" pitchFamily="2"/>
                <a:cs typeface="Tahoma" pitchFamily="2"/>
              </a:rPr>
              <a:pPr algn="r" fontAlgn="auto" hangingPunct="0">
                <a:spcBef>
                  <a:spcPts val="0"/>
                </a:spcBef>
                <a:spcAft>
                  <a:spcPts val="0"/>
                </a:spcAft>
                <a:defRPr/>
              </a:pPr>
              <a:t>11</a:t>
            </a:fld>
            <a:endParaRPr lang="en-US" sz="1200">
              <a:latin typeface="Times New Roman" pitchFamily="18"/>
              <a:ea typeface="Arial Unicode MS" pitchFamily="2"/>
              <a:cs typeface="Tahoma" pitchFamily="2"/>
            </a:endParaRPr>
          </a:p>
        </p:txBody>
      </p:sp>
      <p:sp>
        <p:nvSpPr>
          <p:cNvPr id="3" name="Rectangle 2"/>
          <p:cNvSpPr/>
          <p:nvPr/>
        </p:nvSpPr>
        <p:spPr>
          <a:xfrm>
            <a:off x="1143000" y="685800"/>
            <a:ext cx="45720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sp>
      <p:sp>
        <p:nvSpPr>
          <p:cNvPr id="4" name="Notes Placeholder 3"/>
          <p:cNvSpPr txBox="1">
            <a:spLocks noGrp="1"/>
          </p:cNvSpPr>
          <p:nvPr>
            <p:ph type="body" sz="quarter" idx="1"/>
          </p:nvPr>
        </p:nvSpPr>
        <p:spPr>
          <a:xfrm>
            <a:off x="914400" y="4343400"/>
            <a:ext cx="5029200" cy="4124325"/>
          </a:xfrm>
          <a:solidFill>
            <a:srgbClr val="FFFFFF"/>
          </a:solidFill>
          <a:ln w="9360">
            <a:solidFill>
              <a:srgbClr val="000000"/>
            </a:solidFill>
            <a:miter/>
          </a:ln>
        </p:spPr>
        <p:txBody>
          <a:bodyPr lIns="4680" tIns="4680" rIns="4680" bIns="4680">
            <a:spAutoFit/>
          </a:bodyPr>
          <a:lstStyle>
            <a:defPPr lvl="0">
              <a:buClr>
                <a:srgbClr val="000000"/>
              </a:buClr>
              <a:buSzPct val="100000"/>
              <a:buFont typeface="Arial" pitchFamily="34"/>
              <a:buNone/>
            </a:defPPr>
            <a:lvl1pPr lvl="0">
              <a:buClr>
                <a:srgbClr val="000000"/>
              </a:buClr>
              <a:buSzPct val="100000"/>
              <a:buFont typeface="Arial" pitchFamily="34"/>
              <a:buChar char="•"/>
            </a:lvl1pPr>
            <a:lvl2pPr lvl="1">
              <a:buClr>
                <a:srgbClr val="000000"/>
              </a:buClr>
              <a:buSzPct val="100000"/>
              <a:buFont typeface="Arial" pitchFamily="34"/>
              <a:buChar char="•"/>
            </a:lvl2pPr>
            <a:lvl3pPr lvl="2">
              <a:buClr>
                <a:srgbClr val="000000"/>
              </a:buClr>
              <a:buSzPct val="100000"/>
              <a:buFont typeface="Arial" pitchFamily="34"/>
              <a:buChar char="•"/>
            </a:lvl3pPr>
            <a:lvl4pPr lvl="3">
              <a:buClr>
                <a:srgbClr val="000000"/>
              </a:buClr>
              <a:buSzPct val="100000"/>
              <a:buFont typeface="Arial" pitchFamily="34"/>
              <a:buChar char="•"/>
            </a:lvl4pPr>
            <a:lvl5pPr lvl="4">
              <a:buClr>
                <a:srgbClr val="000000"/>
              </a:buClr>
              <a:buSzPct val="100000"/>
              <a:buFont typeface="Arial" pitchFamily="34"/>
              <a:buChar char="•"/>
            </a:lvl5pPr>
            <a:lvl6pPr lvl="5">
              <a:buClr>
                <a:srgbClr val="000000"/>
              </a:buClr>
              <a:buSzPct val="100000"/>
              <a:buFont typeface="Arial" pitchFamily="34"/>
              <a:buChar char="•"/>
            </a:lvl6pPr>
            <a:lvl7pPr lvl="6">
              <a:buClr>
                <a:srgbClr val="000000"/>
              </a:buClr>
              <a:buSzPct val="100000"/>
              <a:buFont typeface="Arial" pitchFamily="34"/>
              <a:buChar char="•"/>
            </a:lvl7pPr>
            <a:lvl8pPr lvl="7">
              <a:buClr>
                <a:srgbClr val="000000"/>
              </a:buClr>
              <a:buSzPct val="100000"/>
              <a:buFont typeface="Arial" pitchFamily="34"/>
              <a:buChar char="•"/>
            </a:lvl8pPr>
            <a:lvl9pPr lvl="8">
              <a:buClr>
                <a:srgbClr val="000000"/>
              </a:buClr>
              <a:buSzPct val="100000"/>
              <a:buFont typeface="Arial" pitchFamily="34"/>
              <a:buChar char="•"/>
            </a:lvl9pPr>
          </a:lstStyle>
          <a:p>
            <a:pPr eaLnBrk="1" fontAlgn="auto">
              <a:spcBef>
                <a:spcPts val="448"/>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ern="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33400" y="1771650"/>
            <a:ext cx="38100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495800" y="1771650"/>
            <a:ext cx="38100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52463"/>
            <a:ext cx="2057400" cy="536733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652463"/>
            <a:ext cx="6019800" cy="53673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Slide Number Placeholder 3"/>
          <p:cNvSpPr txBox="1">
            <a:spLocks noGrp="1"/>
          </p:cNvSpPr>
          <p:nvPr>
            <p:ph type="sldNum" sz="quarter" idx="10"/>
          </p:nvPr>
        </p:nvSpPr>
        <p:spPr>
          <a:ln/>
        </p:spPr>
        <p:txBody>
          <a:bodyPr/>
          <a:lstStyle>
            <a:lvl1pPr>
              <a:defRPr/>
            </a:lvl1pPr>
          </a:lstStyle>
          <a:p>
            <a:pPr>
              <a:defRPr/>
            </a:pPr>
            <a:fld id="{584E0446-7FFD-4EEC-AA0B-719CD9BB0B2A}" type="slidenum">
              <a:rPr/>
              <a:pPr>
                <a:defRPr/>
              </a:pPr>
              <a:t>‹#›</a:t>
            </a:fld>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txBox="1">
            <a:spLocks noGrp="1"/>
          </p:cNvSpPr>
          <p:nvPr>
            <p:ph type="sldNum" sz="quarter" idx="10"/>
          </p:nvPr>
        </p:nvSpPr>
        <p:spPr>
          <a:ln/>
        </p:spPr>
        <p:txBody>
          <a:bodyPr/>
          <a:lstStyle>
            <a:lvl1pPr>
              <a:defRPr/>
            </a:lvl1pPr>
          </a:lstStyle>
          <a:p>
            <a:pPr>
              <a:defRPr/>
            </a:pPr>
            <a:fld id="{41DEA7F7-BAD3-4347-9318-0A1B37A7E23E}" type="slidenum">
              <a:rPr/>
              <a:pPr>
                <a:defRPr/>
              </a:pPr>
              <a:t>‹#›</a:t>
            </a:fld>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txBox="1">
            <a:spLocks noGrp="1"/>
          </p:cNvSpPr>
          <p:nvPr>
            <p:ph type="sldNum" sz="quarter" idx="10"/>
          </p:nvPr>
        </p:nvSpPr>
        <p:spPr>
          <a:ln/>
        </p:spPr>
        <p:txBody>
          <a:bodyPr/>
          <a:lstStyle>
            <a:lvl1pPr>
              <a:defRPr/>
            </a:lvl1pPr>
          </a:lstStyle>
          <a:p>
            <a:pPr>
              <a:defRPr/>
            </a:pPr>
            <a:fld id="{5CF9DE1F-2038-4DD1-BCAA-384514309788}" type="slidenum">
              <a:rPr/>
              <a:pPr>
                <a:defRPr/>
              </a:pPr>
              <a:t>‹#›</a:t>
            </a:fld>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33400" y="1771650"/>
            <a:ext cx="38100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495800" y="1771650"/>
            <a:ext cx="38100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3"/>
          <p:cNvSpPr txBox="1">
            <a:spLocks noGrp="1"/>
          </p:cNvSpPr>
          <p:nvPr>
            <p:ph type="sldNum" sz="quarter" idx="10"/>
          </p:nvPr>
        </p:nvSpPr>
        <p:spPr>
          <a:ln/>
        </p:spPr>
        <p:txBody>
          <a:bodyPr/>
          <a:lstStyle>
            <a:lvl1pPr>
              <a:defRPr/>
            </a:lvl1pPr>
          </a:lstStyle>
          <a:p>
            <a:pPr>
              <a:defRPr/>
            </a:pPr>
            <a:fld id="{00D4CF12-CA10-4500-846C-B280CAF94409}" type="slidenum">
              <a:rPr/>
              <a:pPr>
                <a:defRPr/>
              </a:pPr>
              <a:t>‹#›</a:t>
            </a:fld>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3"/>
          <p:cNvSpPr txBox="1">
            <a:spLocks noGrp="1"/>
          </p:cNvSpPr>
          <p:nvPr>
            <p:ph type="sldNum" sz="quarter" idx="10"/>
          </p:nvPr>
        </p:nvSpPr>
        <p:spPr>
          <a:ln/>
        </p:spPr>
        <p:txBody>
          <a:bodyPr/>
          <a:lstStyle>
            <a:lvl1pPr>
              <a:defRPr/>
            </a:lvl1pPr>
          </a:lstStyle>
          <a:p>
            <a:pPr>
              <a:defRPr/>
            </a:pPr>
            <a:fld id="{F11899CA-F7CD-461C-A95F-B6340F8F0301}" type="slidenum">
              <a:rPr/>
              <a:pPr>
                <a:defRPr/>
              </a:pPr>
              <a:t>‹#›</a:t>
            </a:fld>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3"/>
          <p:cNvSpPr txBox="1">
            <a:spLocks noGrp="1"/>
          </p:cNvSpPr>
          <p:nvPr>
            <p:ph type="sldNum" sz="quarter" idx="10"/>
          </p:nvPr>
        </p:nvSpPr>
        <p:spPr>
          <a:ln/>
        </p:spPr>
        <p:txBody>
          <a:bodyPr/>
          <a:lstStyle>
            <a:lvl1pPr>
              <a:defRPr/>
            </a:lvl1pPr>
          </a:lstStyle>
          <a:p>
            <a:pPr>
              <a:defRPr/>
            </a:pPr>
            <a:fld id="{D406269E-4B4C-4DAD-8F91-AAABC27A0C44}" type="slidenum">
              <a:rPr/>
              <a:pPr>
                <a:defRPr/>
              </a:pPr>
              <a:t>‹#›</a:t>
            </a:fld>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p:cNvSpPr txBox="1">
            <a:spLocks noGrp="1"/>
          </p:cNvSpPr>
          <p:nvPr>
            <p:ph type="sldNum" sz="quarter" idx="10"/>
          </p:nvPr>
        </p:nvSpPr>
        <p:spPr>
          <a:ln/>
        </p:spPr>
        <p:txBody>
          <a:bodyPr/>
          <a:lstStyle>
            <a:lvl1pPr>
              <a:defRPr/>
            </a:lvl1pPr>
          </a:lstStyle>
          <a:p>
            <a:pPr>
              <a:defRPr/>
            </a:pPr>
            <a:fld id="{9E0FFC23-DD98-427A-B07D-1D65AE361300}" type="slidenum">
              <a:rPr/>
              <a:pPr>
                <a:defRPr/>
              </a:pPr>
              <a:t>‹#›</a:t>
            </a:fld>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3"/>
          <p:cNvSpPr txBox="1">
            <a:spLocks noGrp="1"/>
          </p:cNvSpPr>
          <p:nvPr>
            <p:ph type="sldNum" sz="quarter" idx="10"/>
          </p:nvPr>
        </p:nvSpPr>
        <p:spPr>
          <a:ln/>
        </p:spPr>
        <p:txBody>
          <a:bodyPr/>
          <a:lstStyle>
            <a:lvl1pPr>
              <a:defRPr/>
            </a:lvl1pPr>
          </a:lstStyle>
          <a:p>
            <a:pPr>
              <a:defRPr/>
            </a:pPr>
            <a:fld id="{5C458F00-3D95-4976-A190-0767DDCE21B7}" type="slidenum">
              <a:rPr/>
              <a:pPr>
                <a:defRPr/>
              </a:pPr>
              <a:t>‹#›</a:t>
            </a:fld>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3"/>
          <p:cNvSpPr txBox="1">
            <a:spLocks noGrp="1"/>
          </p:cNvSpPr>
          <p:nvPr>
            <p:ph type="sldNum" sz="quarter" idx="10"/>
          </p:nvPr>
        </p:nvSpPr>
        <p:spPr>
          <a:ln/>
        </p:spPr>
        <p:txBody>
          <a:bodyPr/>
          <a:lstStyle>
            <a:lvl1pPr>
              <a:defRPr/>
            </a:lvl1pPr>
          </a:lstStyle>
          <a:p>
            <a:pPr>
              <a:defRPr/>
            </a:pPr>
            <a:fld id="{CC7BA9E0-A797-4518-8BCB-EC66DFA5615C}" type="slidenum">
              <a:rPr/>
              <a:pPr>
                <a:defRPr/>
              </a:pPr>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2.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8" name="Picture 1"/>
          <p:cNvPicPr>
            <a:picLocks noChangeAspect="1"/>
          </p:cNvPicPr>
          <p:nvPr/>
        </p:nvPicPr>
        <p:blipFill>
          <a:blip r:embed="rId13" cstate="print"/>
          <a:srcRect t="22165" r="9393" b="19350"/>
          <a:stretch>
            <a:fillRect/>
          </a:stretch>
        </p:blipFill>
        <p:spPr bwMode="auto">
          <a:xfrm>
            <a:off x="-4763" y="1619250"/>
            <a:ext cx="8285163" cy="3781425"/>
          </a:xfrm>
          <a:prstGeom prst="rect">
            <a:avLst/>
          </a:prstGeom>
          <a:noFill/>
          <a:ln w="9525">
            <a:noFill/>
            <a:miter lim="800000"/>
            <a:headEnd/>
            <a:tailEnd/>
          </a:ln>
        </p:spPr>
      </p:pic>
      <p:sp>
        <p:nvSpPr>
          <p:cNvPr id="4099" name="Text Placeholder 2"/>
          <p:cNvSpPr txBox="1">
            <a:spLocks noGrp="1"/>
          </p:cNvSpPr>
          <p:nvPr>
            <p:ph type="body" idx="1"/>
          </p:nvPr>
        </p:nvSpPr>
        <p:spPr bwMode="auto">
          <a:xfrm>
            <a:off x="533400" y="1771650"/>
            <a:ext cx="7772400" cy="4248150"/>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00" name="Title Placeholder 3"/>
          <p:cNvSpPr txBox="1">
            <a:spLocks noGrp="1"/>
          </p:cNvSpPr>
          <p:nvPr>
            <p:ph type="title"/>
          </p:nvPr>
        </p:nvSpPr>
        <p:spPr bwMode="auto">
          <a:xfrm>
            <a:off x="457200" y="652463"/>
            <a:ext cx="8229600" cy="720725"/>
          </a:xfrm>
          <a:prstGeom prst="rect">
            <a:avLst/>
          </a:prstGeom>
          <a:noFill/>
          <a:ln w="9525">
            <a:noFill/>
            <a:miter lim="800000"/>
            <a:headEnd/>
            <a:tailEnd/>
          </a:ln>
        </p:spPr>
        <p:txBody>
          <a:bodyPr vert="horz" wrap="square" lIns="90000" tIns="46800" rIns="90000" bIns="46800" numCol="1" anchor="ctr" anchorCtr="0" compatLnSpc="1">
            <a:prstTxWarp prst="textNoShape">
              <a:avLst/>
            </a:prstTxWarp>
          </a:bodyPr>
          <a:lstStyle/>
          <a:p>
            <a:pPr lvl="0"/>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txStyles>
    <p:titleStyle>
      <a:lvl1pPr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lang="en-IN" sz="3200" kern="1200">
          <a:solidFill>
            <a:srgbClr val="ED1C24"/>
          </a:solidFill>
          <a:latin typeface="Verdana" pitchFamily="18"/>
          <a:ea typeface="ＭＳ Ｐゴシック" pitchFamily="2"/>
        </a:defRPr>
      </a:lvl1pPr>
      <a:lvl2pPr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2pPr>
      <a:lvl3pPr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3pPr>
      <a:lvl4pPr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4pPr>
      <a:lvl5pPr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5pPr>
      <a:lvl6pPr marL="457200"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6pPr>
      <a:lvl7pPr marL="914400"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7pPr>
      <a:lvl8pPr marL="1371600"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8pPr>
      <a:lvl9pPr marL="1828800" algn="l" rtl="0" eaLnBrk="1" fontAlgn="base" hangingPunct="1">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9pPr>
    </p:titleStyle>
    <p:bodyStyle>
      <a:lvl1pPr algn="l" rtl="0" eaLnBrk="1" fontAlgn="base" hangingPunct="1">
        <a:spcBef>
          <a:spcPts val="55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lang="en-IN" sz="2200" kern="1200">
          <a:solidFill>
            <a:srgbClr val="000000"/>
          </a:solidFill>
          <a:latin typeface="Verdana" pitchFamily="18"/>
          <a:ea typeface="ＭＳ Ｐゴシック" pitchFamily="2"/>
        </a:defRPr>
      </a:lvl1pPr>
      <a:lvl2pPr marL="742950" indent="-285750" algn="l" rtl="0" eaLnBrk="1" fontAlgn="base" hangingPunct="1">
        <a:spcBef>
          <a:spcPct val="20000"/>
        </a:spcBef>
        <a:spcAft>
          <a:spcPct val="0"/>
        </a:spcAft>
        <a:buChar char="–"/>
        <a:defRPr sz="2800">
          <a:solidFill>
            <a:schemeClr val="tx1"/>
          </a:solidFill>
          <a:latin typeface="Arial" charset="0"/>
          <a:ea typeface="ＭＳ Ｐゴシック" pitchFamily="-109" charset="-128"/>
        </a:defRPr>
      </a:lvl2pPr>
      <a:lvl3pPr marL="1143000" indent="-228600" algn="l" rtl="0" eaLnBrk="1" fontAlgn="base" hangingPunct="1">
        <a:spcBef>
          <a:spcPct val="20000"/>
        </a:spcBef>
        <a:spcAft>
          <a:spcPct val="0"/>
        </a:spcAft>
        <a:buChar char="•"/>
        <a:defRPr sz="2400">
          <a:solidFill>
            <a:schemeClr val="tx1"/>
          </a:solidFill>
          <a:latin typeface="Arial" charset="0"/>
          <a:ea typeface="ＭＳ Ｐゴシック" pitchFamily="-109" charset="-128"/>
        </a:defRPr>
      </a:lvl3pPr>
      <a:lvl4pPr marL="16002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4pPr>
      <a:lvl5pPr marL="20574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5pPr>
      <a:lvl6pPr marL="25146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6pPr>
      <a:lvl7pPr marL="29718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7pPr>
      <a:lvl8pPr marL="34290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8pPr>
      <a:lvl9pPr marL="3886200" indent="-228600" algn="l" rtl="0" eaLnBrk="1" fontAlgn="base" hangingPunct="1">
        <a:spcBef>
          <a:spcPct val="20000"/>
        </a:spcBef>
        <a:spcAft>
          <a:spcPct val="0"/>
        </a:spcAft>
        <a:buChar char="»"/>
        <a:defRPr sz="2000">
          <a:solidFill>
            <a:schemeClr val="tx1"/>
          </a:solidFill>
          <a:latin typeface="Arial" charset="0"/>
          <a:ea typeface="ＭＳ Ｐゴシック" pitchFamily="-109" charset="-128"/>
        </a:defRPr>
      </a:lvl9pPr>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Text Placeholder 1"/>
          <p:cNvSpPr txBox="1">
            <a:spLocks noGrp="1"/>
          </p:cNvSpPr>
          <p:nvPr>
            <p:ph type="body" idx="1"/>
          </p:nvPr>
        </p:nvSpPr>
        <p:spPr bwMode="auto">
          <a:xfrm>
            <a:off x="533400" y="1771650"/>
            <a:ext cx="7772400" cy="4248150"/>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123" name="Title Placeholder 2"/>
          <p:cNvSpPr txBox="1">
            <a:spLocks noGrp="1"/>
          </p:cNvSpPr>
          <p:nvPr>
            <p:ph type="title"/>
          </p:nvPr>
        </p:nvSpPr>
        <p:spPr bwMode="auto">
          <a:xfrm>
            <a:off x="457200" y="652463"/>
            <a:ext cx="8229600" cy="720725"/>
          </a:xfrm>
          <a:prstGeom prst="rect">
            <a:avLst/>
          </a:prstGeom>
          <a:noFill/>
          <a:ln w="9525">
            <a:noFill/>
            <a:miter lim="800000"/>
            <a:headEnd/>
            <a:tailEnd/>
          </a:ln>
        </p:spPr>
        <p:txBody>
          <a:bodyPr vert="horz" wrap="square" lIns="90000" tIns="46800" rIns="90000" bIns="46800" numCol="1" anchor="ctr" anchorCtr="0" compatLnSpc="1">
            <a:prstTxWarp prst="textNoShape">
              <a:avLst/>
            </a:prstTxWarp>
          </a:bodyPr>
          <a:lstStyle/>
          <a:p>
            <a:pPr lvl="0"/>
            <a:endParaRPr lang="en-IN"/>
          </a:p>
        </p:txBody>
      </p:sp>
      <p:sp>
        <p:nvSpPr>
          <p:cNvPr id="4" name="Slide Number Placeholder 3"/>
          <p:cNvSpPr txBox="1">
            <a:spLocks noGrp="1"/>
          </p:cNvSpPr>
          <p:nvPr>
            <p:ph type="sldNum" sz="quarter" idx="4"/>
          </p:nvPr>
        </p:nvSpPr>
        <p:spPr>
          <a:xfrm>
            <a:off x="381000" y="6362700"/>
            <a:ext cx="2133600" cy="207963"/>
          </a:xfrm>
          <a:prstGeom prst="rect">
            <a:avLst/>
          </a:prstGeom>
          <a:noFill/>
          <a:ln>
            <a:noFill/>
          </a:ln>
        </p:spPr>
        <p:txBody>
          <a:bodyPr wrap="square" lIns="90000" tIns="46800" rIns="90000" bIns="46800" anchor="ctr" anchorCtr="0"/>
          <a:lstStyle>
            <a:lvl1pPr marL="0" marR="0" lvl="0" indent="0" rtl="0" fontAlgn="auto" hangingPunct="0">
              <a:lnSpc>
                <a:spcPct val="100000"/>
              </a:lnSpc>
              <a:spcBef>
                <a:spcPts val="0"/>
              </a:spcBef>
              <a:spcAft>
                <a:spcPts val="0"/>
              </a:spcAft>
              <a:buNone/>
              <a:tabLst/>
              <a:defRPr lang="en-US" sz="700" kern="1200">
                <a:solidFill>
                  <a:srgbClr val="ED1C24"/>
                </a:solidFill>
                <a:latin typeface="Verdana" pitchFamily="18"/>
                <a:ea typeface="Arial Unicode MS" pitchFamily="2"/>
                <a:cs typeface="Tahoma" pitchFamily="2"/>
              </a:defRPr>
            </a:lvl1pPr>
          </a:lstStyle>
          <a:p>
            <a:pPr>
              <a:defRPr/>
            </a:pPr>
            <a:fld id="{C2380A71-E8B2-4CE3-85F1-BA80C0C85D82}" type="slidenum">
              <a:rPr/>
              <a:pPr>
                <a:defRPr/>
              </a:pPr>
              <a:t>‹#›</a:t>
            </a:fld>
            <a:endParaRPr/>
          </a:p>
        </p:txBody>
      </p:sp>
      <p:pic>
        <p:nvPicPr>
          <p:cNvPr id="5125" name="Picture 4"/>
          <p:cNvPicPr>
            <a:picLocks noChangeAspect="1"/>
          </p:cNvPicPr>
          <p:nvPr/>
        </p:nvPicPr>
        <p:blipFill>
          <a:blip r:embed="rId11" cstate="print"/>
          <a:srcRect b="28757"/>
          <a:stretch>
            <a:fillRect/>
          </a:stretch>
        </p:blipFill>
        <p:spPr bwMode="auto">
          <a:xfrm>
            <a:off x="8172450" y="6408738"/>
            <a:ext cx="720725" cy="2603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Lst>
  <p:transition/>
  <p:txStyles>
    <p:titleStyle>
      <a:lvl1pPr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lang="en-IN" sz="3200" kern="1200">
          <a:solidFill>
            <a:srgbClr val="ED1C24"/>
          </a:solidFill>
          <a:latin typeface="Verdana" pitchFamily="18"/>
          <a:ea typeface="ＭＳ Ｐゴシック" pitchFamily="2"/>
        </a:defRPr>
      </a:lvl1pPr>
      <a:lvl2pPr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2pPr>
      <a:lvl3pPr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3pPr>
      <a:lvl4pPr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4pPr>
      <a:lvl5pPr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5pPr>
      <a:lvl6pPr marL="457200"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6pPr>
      <a:lvl7pPr marL="914400"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7pPr>
      <a:lvl8pPr marL="1371600"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8pPr>
      <a:lvl9pPr marL="1828800" algn="l" rtl="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sz="3200">
          <a:solidFill>
            <a:srgbClr val="ED1C24"/>
          </a:solidFill>
          <a:latin typeface="Verdana" pitchFamily="-109" charset="0"/>
          <a:ea typeface="ＭＳ Ｐゴシック" pitchFamily="-109" charset="-128"/>
        </a:defRPr>
      </a:lvl9pPr>
    </p:titleStyle>
    <p:bodyStyle>
      <a:lvl1pPr algn="l" rtl="0" eaLnBrk="0" fontAlgn="base" hangingPunct="0">
        <a:spcBef>
          <a:spcPts val="55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lang="en-IN" sz="2200" kern="1200">
          <a:solidFill>
            <a:srgbClr val="000000"/>
          </a:solidFill>
          <a:latin typeface="Verdana" pitchFamily="18"/>
          <a:ea typeface="ＭＳ Ｐゴシック" pitchFamily="2"/>
        </a:defRPr>
      </a:lvl1pPr>
      <a:lvl2pPr marL="742950" indent="-285750" algn="l" rtl="0" eaLnBrk="0" fontAlgn="base" hangingPunct="0">
        <a:spcBef>
          <a:spcPct val="20000"/>
        </a:spcBef>
        <a:spcAft>
          <a:spcPct val="0"/>
        </a:spcAft>
        <a:buChar char="–"/>
        <a:defRPr sz="2800">
          <a:solidFill>
            <a:schemeClr val="tx1"/>
          </a:solidFill>
          <a:latin typeface="Arial" charset="0"/>
          <a:ea typeface="ＭＳ Ｐゴシック" pitchFamily="-109" charset="-128"/>
        </a:defRPr>
      </a:lvl2pPr>
      <a:lvl3pPr marL="1143000" indent="-228600" algn="l" rtl="0" eaLnBrk="0" fontAlgn="base" hangingPunct="0">
        <a:spcBef>
          <a:spcPct val="20000"/>
        </a:spcBef>
        <a:spcAft>
          <a:spcPct val="0"/>
        </a:spcAft>
        <a:buChar char="•"/>
        <a:defRPr sz="2400">
          <a:solidFill>
            <a:schemeClr val="tx1"/>
          </a:solidFill>
          <a:latin typeface="Arial" charset="0"/>
          <a:ea typeface="ＭＳ Ｐゴシック" pitchFamily="-109" charset="-128"/>
        </a:defRPr>
      </a:lvl3pPr>
      <a:lvl4pPr marL="16002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4pPr>
      <a:lvl5pPr marL="20574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5pPr>
      <a:lvl6pPr marL="25146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6pPr>
      <a:lvl7pPr marL="29718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7pPr>
      <a:lvl8pPr marL="34290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8pPr>
      <a:lvl9pPr marL="3886200" indent="-228600" algn="l" rtl="0" eaLnBrk="0" fontAlgn="base" hangingPunct="0">
        <a:spcBef>
          <a:spcPct val="20000"/>
        </a:spcBef>
        <a:spcAft>
          <a:spcPct val="0"/>
        </a:spcAft>
        <a:buChar char="»"/>
        <a:defRPr sz="2000">
          <a:solidFill>
            <a:schemeClr val="tx1"/>
          </a:solidFill>
          <a:latin typeface="Arial" charset="0"/>
          <a:ea typeface="ＭＳ Ｐゴシック" pitchFamily="-109" charset="-128"/>
        </a:defRPr>
      </a:lvl9pPr>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533400" y="2349500"/>
            <a:ext cx="5715000" cy="1470025"/>
          </a:xfrm>
          <a:prstGeom prst="rect">
            <a:avLst/>
          </a:prstGeom>
          <a:noFill/>
          <a:ln w="9525">
            <a:noFill/>
            <a:miter lim="800000"/>
            <a:headEnd/>
            <a:tailEnd/>
          </a:ln>
        </p:spPr>
        <p:txBody>
          <a:bodyPr anchor="b"/>
          <a:lstStyle/>
          <a:p>
            <a:pPr>
              <a:lnSpc>
                <a:spcPct val="85000"/>
              </a:lnSpc>
            </a:pPr>
            <a:r>
              <a:rPr lang="en-US" sz="4400" dirty="0">
                <a:solidFill>
                  <a:srgbClr val="FFFFFF"/>
                </a:solidFill>
                <a:latin typeface="Verdana" pitchFamily="-109" charset="0"/>
              </a:rPr>
              <a:t>Presentation Title</a:t>
            </a:r>
            <a:br>
              <a:rPr lang="en-US" sz="4400" dirty="0">
                <a:solidFill>
                  <a:srgbClr val="FFFFFF"/>
                </a:solidFill>
                <a:latin typeface="Verdana" pitchFamily="-109" charset="0"/>
              </a:rPr>
            </a:br>
            <a:r>
              <a:rPr lang="en-US" sz="4400" dirty="0">
                <a:solidFill>
                  <a:srgbClr val="FFFFFF"/>
                </a:solidFill>
                <a:latin typeface="Verdana" pitchFamily="-109" charset="0"/>
              </a:rPr>
              <a:t>Verdana 44pt</a:t>
            </a:r>
          </a:p>
        </p:txBody>
      </p:sp>
      <p:sp>
        <p:nvSpPr>
          <p:cNvPr id="6147" name="Rectangle 5"/>
          <p:cNvSpPr>
            <a:spLocks noChangeArrowheads="1"/>
          </p:cNvSpPr>
          <p:nvPr/>
        </p:nvSpPr>
        <p:spPr bwMode="auto">
          <a:xfrm>
            <a:off x="571500" y="3743325"/>
            <a:ext cx="6400800" cy="609600"/>
          </a:xfrm>
          <a:prstGeom prst="rect">
            <a:avLst/>
          </a:prstGeom>
          <a:noFill/>
          <a:ln w="9525">
            <a:noFill/>
            <a:miter lim="800000"/>
            <a:headEnd/>
            <a:tailEnd/>
          </a:ln>
        </p:spPr>
        <p:txBody>
          <a:bodyPr/>
          <a:lstStyle/>
          <a:p>
            <a:pPr>
              <a:spcBef>
                <a:spcPct val="20000"/>
              </a:spcBef>
            </a:pPr>
            <a:r>
              <a:rPr lang="en-US" sz="2000" b="1">
                <a:latin typeface="Verdana" pitchFamily="-109" charset="0"/>
              </a:rPr>
              <a:t>Presentation Subtitle Verdana 22 pt</a:t>
            </a:r>
          </a:p>
        </p:txBody>
      </p:sp>
      <p:pic>
        <p:nvPicPr>
          <p:cNvPr id="6148" name="Picture 1"/>
          <p:cNvPicPr>
            <a:picLocks noChangeAspect="1"/>
          </p:cNvPicPr>
          <p:nvPr/>
        </p:nvPicPr>
        <p:blipFill>
          <a:blip r:embed="rId3" cstate="print"/>
          <a:srcRect l="71291" t="6573" r="9393" b="77835"/>
          <a:stretch>
            <a:fillRect/>
          </a:stretch>
        </p:blipFill>
        <p:spPr bwMode="auto">
          <a:xfrm>
            <a:off x="6516688" y="620713"/>
            <a:ext cx="1765300" cy="1008062"/>
          </a:xfrm>
          <a:prstGeom prst="rect">
            <a:avLst/>
          </a:prstGeom>
          <a:noFill/>
          <a:ln w="9525">
            <a:noFill/>
            <a:miter lim="800000"/>
            <a:headEnd/>
            <a:tailEnd/>
          </a:ln>
        </p:spPr>
      </p:pic>
      <p:sp>
        <p:nvSpPr>
          <p:cNvPr id="6149" name="Rectangle 6"/>
          <p:cNvSpPr>
            <a:spLocks noChangeArrowheads="1"/>
          </p:cNvSpPr>
          <p:nvPr/>
        </p:nvSpPr>
        <p:spPr bwMode="auto">
          <a:xfrm>
            <a:off x="611188" y="908050"/>
            <a:ext cx="2247900" cy="838200"/>
          </a:xfrm>
          <a:prstGeom prst="rect">
            <a:avLst/>
          </a:prstGeom>
          <a:noFill/>
          <a:ln w="9525">
            <a:noFill/>
            <a:miter lim="800000"/>
            <a:headEnd/>
            <a:tailEnd/>
          </a:ln>
        </p:spPr>
        <p:txBody>
          <a:bodyPr/>
          <a:lstStyle/>
          <a:p>
            <a:pPr>
              <a:spcBef>
                <a:spcPct val="20000"/>
              </a:spcBef>
            </a:pPr>
            <a:r>
              <a:rPr lang="en-US" sz="1200" dirty="0">
                <a:latin typeface="Verdana" pitchFamily="-109" charset="0"/>
              </a:rPr>
              <a:t>Thursday</a:t>
            </a:r>
          </a:p>
          <a:p>
            <a:pPr>
              <a:spcBef>
                <a:spcPct val="20000"/>
              </a:spcBef>
            </a:pPr>
            <a:r>
              <a:rPr lang="en-US" sz="1200" b="1" dirty="0">
                <a:latin typeface="Verdana" pitchFamily="-109" charset="0"/>
              </a:rPr>
              <a:t>19 November, 2015</a:t>
            </a:r>
          </a:p>
        </p:txBody>
      </p:sp>
      <p:sp>
        <p:nvSpPr>
          <p:cNvPr id="6150" name="Rectangle 6"/>
          <p:cNvSpPr>
            <a:spLocks noChangeArrowheads="1"/>
          </p:cNvSpPr>
          <p:nvPr/>
        </p:nvSpPr>
        <p:spPr bwMode="auto">
          <a:xfrm>
            <a:off x="611188" y="6451600"/>
            <a:ext cx="3744912" cy="217488"/>
          </a:xfrm>
          <a:prstGeom prst="rect">
            <a:avLst/>
          </a:prstGeom>
          <a:noFill/>
          <a:ln w="9525">
            <a:noFill/>
            <a:miter lim="800000"/>
            <a:headEnd/>
            <a:tailEnd/>
          </a:ln>
        </p:spPr>
        <p:txBody>
          <a:bodyPr/>
          <a:lstStyle/>
          <a:p>
            <a:pPr>
              <a:spcBef>
                <a:spcPct val="20000"/>
              </a:spcBef>
            </a:pPr>
            <a:r>
              <a:rPr lang="en-US" sz="800" dirty="0">
                <a:latin typeface="Verdana" pitchFamily="-109" charset="0"/>
              </a:rPr>
              <a:t>COPYRIGHT ©</a:t>
            </a:r>
            <a:r>
              <a:rPr lang="en-IN" sz="800" dirty="0">
                <a:latin typeface="Verdana" pitchFamily="-109" charset="0"/>
              </a:rPr>
              <a:t> ELGI EQUIPMENTS LIMITED 2015</a:t>
            </a:r>
            <a:r>
              <a:rPr lang="en-US" sz="800" dirty="0">
                <a:latin typeface="Verdana" pitchFamily="-109" charset="0"/>
              </a:rPr>
              <a:t> </a:t>
            </a:r>
            <a:endParaRPr lang="en-US" sz="800" b="1" dirty="0">
              <a:latin typeface="Verdana" pitchFamily="-109"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sp>
        <p:nvSpPr>
          <p:cNvPr id="2"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B26128FC-6464-4214-AF71-1C9A2B0F68DC}"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2</a:t>
            </a:fld>
            <a:endParaRPr lang="en-US" sz="700">
              <a:solidFill>
                <a:srgbClr val="ED1C24"/>
              </a:solidFill>
              <a:latin typeface="Verdana" pitchFamily="18"/>
              <a:ea typeface="Arial Unicode MS" pitchFamily="2"/>
              <a:cs typeface="Tahoma" pitchFamily="2"/>
            </a:endParaRPr>
          </a:p>
        </p:txBody>
      </p:sp>
      <p:sp>
        <p:nvSpPr>
          <p:cNvPr id="7171" name="TextBox 7"/>
          <p:cNvSpPr txBox="1">
            <a:spLocks noChangeArrowheads="1"/>
          </p:cNvSpPr>
          <p:nvPr/>
        </p:nvSpPr>
        <p:spPr bwMode="auto">
          <a:xfrm>
            <a:off x="762000" y="1557338"/>
            <a:ext cx="7086600" cy="4278312"/>
          </a:xfrm>
          <a:prstGeom prst="rect">
            <a:avLst/>
          </a:prstGeom>
          <a:noFill/>
          <a:ln w="9525">
            <a:noFill/>
            <a:miter lim="800000"/>
            <a:headEnd/>
            <a:tailEnd/>
          </a:ln>
        </p:spPr>
        <p:txBody>
          <a:bodyPr>
            <a:spAutoFit/>
          </a:bodyPr>
          <a:lstStyle/>
          <a:p>
            <a:r>
              <a:rPr lang="en-US" sz="1600" b="1" dirty="0">
                <a:solidFill>
                  <a:srgbClr val="EE3124"/>
                </a:solidFill>
                <a:latin typeface="Verdana" pitchFamily="-109" charset="0"/>
              </a:rPr>
              <a:t>Sub head Verdana 16pt Bold </a:t>
            </a:r>
          </a:p>
          <a:p>
            <a:r>
              <a:rPr lang="en-US" sz="1600" dirty="0">
                <a:latin typeface="Verdana" pitchFamily="-109" charset="0"/>
              </a:rPr>
              <a:t>Body copy Verdana 16pt Regular. Integer </a:t>
            </a:r>
            <a:r>
              <a:rPr lang="en-US" sz="1600" dirty="0" err="1">
                <a:latin typeface="Verdana" pitchFamily="-109" charset="0"/>
              </a:rPr>
              <a:t>fringilla</a:t>
            </a:r>
            <a:r>
              <a:rPr lang="en-US" sz="1600" dirty="0">
                <a:latin typeface="Verdana" pitchFamily="-109" charset="0"/>
              </a:rPr>
              <a:t>, </a:t>
            </a:r>
            <a:r>
              <a:rPr lang="en-US" sz="1600" dirty="0" err="1">
                <a:latin typeface="Verdana" pitchFamily="-109" charset="0"/>
              </a:rPr>
              <a:t>lectus</a:t>
            </a:r>
            <a:r>
              <a:rPr lang="en-US" sz="1600" dirty="0">
                <a:latin typeface="Verdana" pitchFamily="-109" charset="0"/>
              </a:rPr>
              <a:t> sit </a:t>
            </a:r>
            <a:r>
              <a:rPr lang="en-US" sz="1600" dirty="0" err="1">
                <a:latin typeface="Verdana" pitchFamily="-109" charset="0"/>
              </a:rPr>
              <a:t>amet</a:t>
            </a:r>
            <a:r>
              <a:rPr lang="en-US" sz="1600" dirty="0">
                <a:latin typeface="Verdana" pitchFamily="-109" charset="0"/>
              </a:rPr>
              <a:t> </a:t>
            </a:r>
            <a:r>
              <a:rPr lang="en-US" sz="1600" dirty="0" err="1">
                <a:latin typeface="Verdana" pitchFamily="-109" charset="0"/>
              </a:rPr>
              <a:t>aliquam</a:t>
            </a:r>
            <a:r>
              <a:rPr lang="en-US" sz="1600" dirty="0">
                <a:latin typeface="Verdana" pitchFamily="-109" charset="0"/>
              </a:rPr>
              <a:t> </a:t>
            </a:r>
            <a:r>
              <a:rPr lang="en-US" sz="1600" dirty="0" err="1">
                <a:latin typeface="Verdana" pitchFamily="-109" charset="0"/>
              </a:rPr>
              <a:t>egestas</a:t>
            </a:r>
            <a:r>
              <a:rPr lang="en-US" sz="1600" dirty="0">
                <a:latin typeface="Verdana" pitchFamily="-109" charset="0"/>
              </a:rPr>
              <a:t>, </a:t>
            </a:r>
            <a:r>
              <a:rPr lang="en-US" sz="1600" dirty="0" err="1">
                <a:latin typeface="Verdana" pitchFamily="-109" charset="0"/>
              </a:rPr>
              <a:t>elit</a:t>
            </a:r>
            <a:r>
              <a:rPr lang="en-US" sz="1600" dirty="0">
                <a:latin typeface="Verdana" pitchFamily="-109" charset="0"/>
              </a:rPr>
              <a:t> </a:t>
            </a:r>
            <a:r>
              <a:rPr lang="en-US" sz="1600" dirty="0" err="1">
                <a:latin typeface="Verdana" pitchFamily="-109" charset="0"/>
              </a:rPr>
              <a:t>arcu</a:t>
            </a:r>
            <a:r>
              <a:rPr lang="en-US" sz="1600" dirty="0">
                <a:latin typeface="Verdana" pitchFamily="-109" charset="0"/>
              </a:rPr>
              <a:t> </a:t>
            </a:r>
            <a:r>
              <a:rPr lang="en-US" sz="1600" dirty="0" err="1">
                <a:latin typeface="Verdana" pitchFamily="-109" charset="0"/>
              </a:rPr>
              <a:t>mattis</a:t>
            </a:r>
            <a:r>
              <a:rPr lang="en-US" sz="1600" dirty="0">
                <a:latin typeface="Verdana" pitchFamily="-109" charset="0"/>
              </a:rPr>
              <a:t> </a:t>
            </a:r>
            <a:r>
              <a:rPr lang="en-US" sz="1600" dirty="0" err="1">
                <a:latin typeface="Verdana" pitchFamily="-109" charset="0"/>
              </a:rPr>
              <a:t>sapien</a:t>
            </a:r>
            <a:r>
              <a:rPr lang="en-US" sz="1600" dirty="0">
                <a:latin typeface="Verdana" pitchFamily="-109" charset="0"/>
              </a:rPr>
              <a:t>, at </a:t>
            </a:r>
            <a:r>
              <a:rPr lang="en-US" sz="1600" dirty="0" err="1">
                <a:latin typeface="Verdana" pitchFamily="-109" charset="0"/>
              </a:rPr>
              <a:t>accumsan</a:t>
            </a:r>
            <a:r>
              <a:rPr lang="en-US" sz="1600" dirty="0">
                <a:latin typeface="Verdana" pitchFamily="-109" charset="0"/>
              </a:rPr>
              <a:t> dolor </a:t>
            </a:r>
            <a:r>
              <a:rPr lang="en-US" sz="1600" dirty="0" err="1">
                <a:latin typeface="Verdana" pitchFamily="-109" charset="0"/>
              </a:rPr>
              <a:t>nibh</a:t>
            </a:r>
            <a:r>
              <a:rPr lang="en-US" sz="1600" dirty="0">
                <a:latin typeface="Verdana" pitchFamily="-109" charset="0"/>
              </a:rPr>
              <a:t> a </a:t>
            </a:r>
            <a:r>
              <a:rPr lang="en-US" sz="1600" dirty="0" err="1">
                <a:latin typeface="Verdana" pitchFamily="-109" charset="0"/>
              </a:rPr>
              <a:t>felis</a:t>
            </a:r>
            <a:r>
              <a:rPr lang="en-US" sz="1600" dirty="0">
                <a:latin typeface="Verdana" pitchFamily="-109" charset="0"/>
              </a:rPr>
              <a:t>. </a:t>
            </a:r>
            <a:r>
              <a:rPr lang="en-US" sz="1600" dirty="0" err="1">
                <a:latin typeface="Verdana" pitchFamily="-109" charset="0"/>
              </a:rPr>
              <a:t>Duis</a:t>
            </a:r>
            <a:r>
              <a:rPr lang="en-US" sz="1600" dirty="0">
                <a:latin typeface="Verdana" pitchFamily="-109" charset="0"/>
              </a:rPr>
              <a:t> </a:t>
            </a:r>
            <a:r>
              <a:rPr lang="en-US" sz="1600" dirty="0" err="1">
                <a:latin typeface="Verdana" pitchFamily="-109" charset="0"/>
              </a:rPr>
              <a:t>venenatis</a:t>
            </a:r>
            <a:r>
              <a:rPr lang="en-US" sz="1600" dirty="0">
                <a:latin typeface="Verdana" pitchFamily="-109" charset="0"/>
              </a:rPr>
              <a:t> </a:t>
            </a:r>
            <a:r>
              <a:rPr lang="en-US" sz="1600" dirty="0" err="1">
                <a:latin typeface="Verdana" pitchFamily="-109" charset="0"/>
              </a:rPr>
              <a:t>metus</a:t>
            </a:r>
            <a:r>
              <a:rPr lang="en-US" sz="1600" dirty="0">
                <a:latin typeface="Verdana" pitchFamily="-109" charset="0"/>
              </a:rPr>
              <a:t>. </a:t>
            </a:r>
            <a:r>
              <a:rPr lang="en-US" sz="1600" dirty="0" err="1">
                <a:latin typeface="Verdana" pitchFamily="-109" charset="0"/>
              </a:rPr>
              <a:t>Morbi</a:t>
            </a:r>
            <a:r>
              <a:rPr lang="en-US" sz="1600" dirty="0">
                <a:latin typeface="Verdana" pitchFamily="-109" charset="0"/>
              </a:rPr>
              <a:t> et </a:t>
            </a:r>
            <a:r>
              <a:rPr lang="en-US" sz="1600" dirty="0" err="1">
                <a:latin typeface="Verdana" pitchFamily="-109" charset="0"/>
              </a:rPr>
              <a:t>tortor</a:t>
            </a:r>
            <a:r>
              <a:rPr lang="en-US" sz="1600" dirty="0">
                <a:latin typeface="Verdana" pitchFamily="-109" charset="0"/>
              </a:rPr>
              <a:t>. </a:t>
            </a:r>
            <a:r>
              <a:rPr lang="en-US" sz="1600" dirty="0" err="1">
                <a:latin typeface="Verdana" pitchFamily="-109" charset="0"/>
              </a:rPr>
              <a:t>Donec</a:t>
            </a:r>
            <a:r>
              <a:rPr lang="en-US" sz="1600" dirty="0">
                <a:latin typeface="Verdana" pitchFamily="-109" charset="0"/>
              </a:rPr>
              <a:t> </a:t>
            </a:r>
            <a:r>
              <a:rPr lang="en-US" sz="1600" dirty="0" err="1">
                <a:latin typeface="Verdana" pitchFamily="-109" charset="0"/>
              </a:rPr>
              <a:t>ut</a:t>
            </a:r>
            <a:r>
              <a:rPr lang="en-US" sz="1600" dirty="0">
                <a:latin typeface="Verdana" pitchFamily="-109" charset="0"/>
              </a:rPr>
              <a:t> ante </a:t>
            </a:r>
            <a:r>
              <a:rPr lang="en-US" sz="1600" dirty="0" err="1">
                <a:latin typeface="Verdana" pitchFamily="-109" charset="0"/>
              </a:rPr>
              <a:t>quis</a:t>
            </a:r>
            <a:r>
              <a:rPr lang="en-US" sz="1600" dirty="0">
                <a:latin typeface="Verdana" pitchFamily="-109" charset="0"/>
              </a:rPr>
              <a:t> </a:t>
            </a:r>
            <a:r>
              <a:rPr lang="en-US" sz="1600" dirty="0" err="1">
                <a:latin typeface="Verdana" pitchFamily="-109" charset="0"/>
              </a:rPr>
              <a:t>urna</a:t>
            </a:r>
            <a:r>
              <a:rPr lang="en-US" sz="1600" dirty="0">
                <a:latin typeface="Verdana" pitchFamily="-109" charset="0"/>
              </a:rPr>
              <a:t> </a:t>
            </a:r>
            <a:r>
              <a:rPr lang="en-US" sz="1600" dirty="0" err="1">
                <a:latin typeface="Verdana" pitchFamily="-109" charset="0"/>
              </a:rPr>
              <a:t>viverra</a:t>
            </a:r>
            <a:r>
              <a:rPr lang="en-US" sz="1600" dirty="0">
                <a:latin typeface="Verdana" pitchFamily="-109" charset="0"/>
              </a:rPr>
              <a:t> </a:t>
            </a:r>
            <a:r>
              <a:rPr lang="en-US" sz="1600" dirty="0" err="1">
                <a:latin typeface="Verdana" pitchFamily="-109" charset="0"/>
              </a:rPr>
              <a:t>convallis</a:t>
            </a:r>
            <a:r>
              <a:rPr lang="en-US" sz="1600" dirty="0">
                <a:latin typeface="Verdana" pitchFamily="-109" charset="0"/>
              </a:rPr>
              <a:t>. </a:t>
            </a:r>
            <a:r>
              <a:rPr lang="en-US" sz="1600" dirty="0" err="1">
                <a:latin typeface="Verdana" pitchFamily="-109" charset="0"/>
              </a:rPr>
              <a:t>Aenean</a:t>
            </a:r>
            <a:r>
              <a:rPr lang="en-US" sz="1600" dirty="0">
                <a:latin typeface="Verdana" pitchFamily="-109" charset="0"/>
              </a:rPr>
              <a:t> a </a:t>
            </a:r>
            <a:r>
              <a:rPr lang="en-US" sz="1600" dirty="0" err="1">
                <a:latin typeface="Verdana" pitchFamily="-109" charset="0"/>
              </a:rPr>
              <a:t>odio</a:t>
            </a:r>
            <a:r>
              <a:rPr lang="en-US" sz="1600" dirty="0">
                <a:latin typeface="Verdana" pitchFamily="-109" charset="0"/>
              </a:rPr>
              <a:t>. </a:t>
            </a:r>
            <a:r>
              <a:rPr lang="en-US" sz="1600" dirty="0" err="1">
                <a:latin typeface="Verdana" pitchFamily="-109" charset="0"/>
              </a:rPr>
              <a:t>Fusce</a:t>
            </a:r>
            <a:r>
              <a:rPr lang="en-US" sz="1600" dirty="0">
                <a:latin typeface="Verdana" pitchFamily="-109" charset="0"/>
              </a:rPr>
              <a:t> </a:t>
            </a:r>
            <a:r>
              <a:rPr lang="en-US" sz="1600" dirty="0" err="1">
                <a:latin typeface="Verdana" pitchFamily="-109" charset="0"/>
              </a:rPr>
              <a:t>aliquet</a:t>
            </a:r>
            <a:r>
              <a:rPr lang="en-US" sz="1600" dirty="0">
                <a:latin typeface="Verdana" pitchFamily="-109" charset="0"/>
              </a:rPr>
              <a:t>. </a:t>
            </a:r>
            <a:r>
              <a:rPr lang="en-US" sz="1600" dirty="0" err="1">
                <a:latin typeface="Verdana" pitchFamily="-109" charset="0"/>
              </a:rPr>
              <a:t>Donec</a:t>
            </a:r>
            <a:r>
              <a:rPr lang="en-US" sz="1600" dirty="0">
                <a:latin typeface="Verdana" pitchFamily="-109" charset="0"/>
              </a:rPr>
              <a:t> id </a:t>
            </a:r>
            <a:r>
              <a:rPr lang="en-US" sz="1600" dirty="0" err="1">
                <a:latin typeface="Verdana" pitchFamily="-109" charset="0"/>
              </a:rPr>
              <a:t>velit</a:t>
            </a:r>
            <a:r>
              <a:rPr lang="en-US" sz="1600" dirty="0">
                <a:latin typeface="Verdana" pitchFamily="-109" charset="0"/>
              </a:rPr>
              <a:t>. </a:t>
            </a:r>
            <a:r>
              <a:rPr lang="en-US" sz="1600" dirty="0" err="1">
                <a:latin typeface="Verdana" pitchFamily="-109" charset="0"/>
              </a:rPr>
              <a:t>Vivamus</a:t>
            </a:r>
            <a:r>
              <a:rPr lang="en-US" sz="1600" dirty="0">
                <a:latin typeface="Verdana" pitchFamily="-109" charset="0"/>
              </a:rPr>
              <a:t> </a:t>
            </a:r>
            <a:r>
              <a:rPr lang="en-US" sz="1600" dirty="0" err="1">
                <a:latin typeface="Verdana" pitchFamily="-109" charset="0"/>
              </a:rPr>
              <a:t>bibendum</a:t>
            </a:r>
            <a:r>
              <a:rPr lang="en-US" sz="1600" dirty="0">
                <a:latin typeface="Verdana" pitchFamily="-109" charset="0"/>
              </a:rPr>
              <a:t>, </a:t>
            </a:r>
            <a:r>
              <a:rPr lang="en-US" sz="1600" dirty="0" err="1">
                <a:latin typeface="Verdana" pitchFamily="-109" charset="0"/>
              </a:rPr>
              <a:t>tellus</a:t>
            </a:r>
            <a:r>
              <a:rPr lang="en-US" sz="1600" dirty="0">
                <a:latin typeface="Verdana" pitchFamily="-109" charset="0"/>
              </a:rPr>
              <a:t> </a:t>
            </a:r>
            <a:r>
              <a:rPr lang="en-US" sz="1600" dirty="0" err="1">
                <a:latin typeface="Verdana" pitchFamily="-109" charset="0"/>
              </a:rPr>
              <a:t>sed</a:t>
            </a:r>
            <a:r>
              <a:rPr lang="en-US" sz="1600" dirty="0">
                <a:latin typeface="Verdana" pitchFamily="-109" charset="0"/>
              </a:rPr>
              <a:t> </a:t>
            </a:r>
            <a:r>
              <a:rPr lang="en-US" sz="1600" dirty="0" err="1">
                <a:latin typeface="Verdana" pitchFamily="-109" charset="0"/>
              </a:rPr>
              <a:t>blandit</a:t>
            </a:r>
            <a:r>
              <a:rPr lang="en-US" sz="1600" dirty="0">
                <a:latin typeface="Verdana" pitchFamily="-109" charset="0"/>
              </a:rPr>
              <a:t> </a:t>
            </a:r>
            <a:r>
              <a:rPr lang="en-US" sz="1600" dirty="0" err="1">
                <a:latin typeface="Verdana" pitchFamily="-109" charset="0"/>
              </a:rPr>
              <a:t>placerat</a:t>
            </a:r>
            <a:r>
              <a:rPr lang="en-US" sz="1600" dirty="0">
                <a:latin typeface="Verdana" pitchFamily="-109" charset="0"/>
              </a:rPr>
              <a:t>, </a:t>
            </a:r>
            <a:r>
              <a:rPr lang="en-US" sz="1600" dirty="0" err="1">
                <a:latin typeface="Verdana" pitchFamily="-109" charset="0"/>
              </a:rPr>
              <a:t>nisl</a:t>
            </a:r>
            <a:r>
              <a:rPr lang="en-US" sz="1600" dirty="0">
                <a:latin typeface="Verdana" pitchFamily="-109" charset="0"/>
              </a:rPr>
              <a:t> ante </a:t>
            </a:r>
            <a:r>
              <a:rPr lang="en-US" sz="1600" dirty="0" err="1">
                <a:latin typeface="Verdana" pitchFamily="-109" charset="0"/>
              </a:rPr>
              <a:t>faucibus</a:t>
            </a:r>
            <a:r>
              <a:rPr lang="en-US" sz="1600" dirty="0">
                <a:latin typeface="Verdana" pitchFamily="-109" charset="0"/>
              </a:rPr>
              <a:t>.</a:t>
            </a:r>
          </a:p>
          <a:p>
            <a:endParaRPr lang="en-US" sz="1600" dirty="0">
              <a:latin typeface="Verdana" pitchFamily="-109" charset="0"/>
            </a:endParaRPr>
          </a:p>
          <a:p>
            <a:r>
              <a:rPr lang="en-US" sz="1600" b="1" dirty="0">
                <a:latin typeface="Verdana" pitchFamily="-109" charset="0"/>
              </a:rPr>
              <a:t>Highlighted text, Verdana 16pt Bold</a:t>
            </a:r>
          </a:p>
          <a:p>
            <a:r>
              <a:rPr lang="en-US" sz="1600" dirty="0">
                <a:latin typeface="Verdana" pitchFamily="-109" charset="0"/>
              </a:rPr>
              <a:t>Body copy Verdana 16pt Regular. </a:t>
            </a:r>
            <a:r>
              <a:rPr lang="en-US" sz="1600" dirty="0" err="1">
                <a:latin typeface="Verdana" pitchFamily="-109" charset="0"/>
              </a:rPr>
              <a:t>Lorem</a:t>
            </a:r>
            <a:r>
              <a:rPr lang="en-US" sz="1600" dirty="0">
                <a:latin typeface="Verdana" pitchFamily="-109" charset="0"/>
              </a:rPr>
              <a:t> </a:t>
            </a:r>
            <a:r>
              <a:rPr lang="en-US" sz="1600" dirty="0" err="1">
                <a:latin typeface="Verdana" pitchFamily="-109" charset="0"/>
              </a:rPr>
              <a:t>ipsum</a:t>
            </a:r>
            <a:r>
              <a:rPr lang="en-US" sz="1600" dirty="0">
                <a:latin typeface="Verdana" pitchFamily="-109" charset="0"/>
              </a:rPr>
              <a:t> dolor sit </a:t>
            </a:r>
            <a:r>
              <a:rPr lang="en-US" sz="1600" dirty="0" err="1">
                <a:latin typeface="Verdana" pitchFamily="-109" charset="0"/>
              </a:rPr>
              <a:t>amet</a:t>
            </a:r>
            <a:r>
              <a:rPr lang="en-US" sz="1600" dirty="0">
                <a:latin typeface="Verdana" pitchFamily="-109" charset="0"/>
              </a:rPr>
              <a:t>, </a:t>
            </a:r>
            <a:r>
              <a:rPr lang="en-US" sz="1600" dirty="0" err="1">
                <a:latin typeface="Verdana" pitchFamily="-109" charset="0"/>
              </a:rPr>
              <a:t>consectetur</a:t>
            </a:r>
            <a:r>
              <a:rPr lang="en-US" sz="1600" dirty="0">
                <a:latin typeface="Verdana" pitchFamily="-109" charset="0"/>
              </a:rPr>
              <a:t> </a:t>
            </a:r>
            <a:r>
              <a:rPr lang="en-US" sz="1600" dirty="0" err="1">
                <a:latin typeface="Verdana" pitchFamily="-109" charset="0"/>
              </a:rPr>
              <a:t>adipiscing</a:t>
            </a:r>
            <a:r>
              <a:rPr lang="en-US" sz="1600" dirty="0">
                <a:latin typeface="Verdana" pitchFamily="-109" charset="0"/>
              </a:rPr>
              <a:t> </a:t>
            </a:r>
            <a:r>
              <a:rPr lang="en-US" sz="1600" dirty="0" err="1">
                <a:latin typeface="Verdana" pitchFamily="-109" charset="0"/>
              </a:rPr>
              <a:t>elit</a:t>
            </a:r>
            <a:r>
              <a:rPr lang="en-US" sz="1600" dirty="0">
                <a:latin typeface="Verdana" pitchFamily="-109" charset="0"/>
              </a:rPr>
              <a:t>. </a:t>
            </a:r>
            <a:r>
              <a:rPr lang="en-US" sz="1600" dirty="0" err="1">
                <a:latin typeface="Verdana" pitchFamily="-109" charset="0"/>
              </a:rPr>
              <a:t>Quisque</a:t>
            </a:r>
            <a:r>
              <a:rPr lang="en-US" sz="1600" dirty="0">
                <a:latin typeface="Verdana" pitchFamily="-109" charset="0"/>
              </a:rPr>
              <a:t> </a:t>
            </a:r>
            <a:r>
              <a:rPr lang="en-US" sz="1600" dirty="0" err="1">
                <a:latin typeface="Verdana" pitchFamily="-109" charset="0"/>
              </a:rPr>
              <a:t>dignissim</a:t>
            </a:r>
            <a:r>
              <a:rPr lang="en-US" sz="1600" dirty="0">
                <a:latin typeface="Verdana" pitchFamily="-109" charset="0"/>
              </a:rPr>
              <a:t> </a:t>
            </a:r>
            <a:r>
              <a:rPr lang="en-US" sz="1600" dirty="0" err="1">
                <a:latin typeface="Verdana" pitchFamily="-109" charset="0"/>
              </a:rPr>
              <a:t>malesuada</a:t>
            </a:r>
            <a:r>
              <a:rPr lang="en-US" sz="1600" dirty="0">
                <a:latin typeface="Verdana" pitchFamily="-109" charset="0"/>
              </a:rPr>
              <a:t> </a:t>
            </a:r>
            <a:r>
              <a:rPr lang="en-US" sz="1600" dirty="0" err="1">
                <a:latin typeface="Verdana" pitchFamily="-109" charset="0"/>
              </a:rPr>
              <a:t>ligula</a:t>
            </a:r>
            <a:r>
              <a:rPr lang="en-US" sz="1600" dirty="0">
                <a:latin typeface="Verdana" pitchFamily="-109" charset="0"/>
              </a:rPr>
              <a:t>. In </a:t>
            </a:r>
            <a:r>
              <a:rPr lang="en-US" sz="1600" dirty="0" err="1">
                <a:latin typeface="Verdana" pitchFamily="-109" charset="0"/>
              </a:rPr>
              <a:t>hac</a:t>
            </a:r>
            <a:r>
              <a:rPr lang="en-US" sz="1600" dirty="0">
                <a:latin typeface="Verdana" pitchFamily="-109" charset="0"/>
              </a:rPr>
              <a:t> </a:t>
            </a:r>
            <a:r>
              <a:rPr lang="en-US" sz="1600" dirty="0" err="1">
                <a:latin typeface="Verdana" pitchFamily="-109" charset="0"/>
              </a:rPr>
              <a:t>habitasse</a:t>
            </a:r>
            <a:r>
              <a:rPr lang="en-US" sz="1600" dirty="0">
                <a:latin typeface="Verdana" pitchFamily="-109" charset="0"/>
              </a:rPr>
              <a:t> </a:t>
            </a:r>
            <a:r>
              <a:rPr lang="en-US" sz="1600" dirty="0" err="1">
                <a:latin typeface="Verdana" pitchFamily="-109" charset="0"/>
              </a:rPr>
              <a:t>platea</a:t>
            </a:r>
            <a:r>
              <a:rPr lang="en-US" sz="1600" dirty="0">
                <a:latin typeface="Verdana" pitchFamily="-109" charset="0"/>
              </a:rPr>
              <a:t> </a:t>
            </a:r>
            <a:r>
              <a:rPr lang="en-US" sz="1600" dirty="0" err="1">
                <a:latin typeface="Verdana" pitchFamily="-109" charset="0"/>
              </a:rPr>
              <a:t>dictumst</a:t>
            </a:r>
            <a:r>
              <a:rPr lang="en-US" sz="1600" dirty="0">
                <a:latin typeface="Verdana" pitchFamily="-109" charset="0"/>
              </a:rPr>
              <a:t>. </a:t>
            </a:r>
          </a:p>
          <a:p>
            <a:endParaRPr lang="en-US" sz="1600" dirty="0">
              <a:latin typeface="Verdana" pitchFamily="-109" charset="0"/>
            </a:endParaRPr>
          </a:p>
          <a:p>
            <a:r>
              <a:rPr lang="en-US" sz="1600" b="1" dirty="0">
                <a:latin typeface="Verdana" pitchFamily="-109" charset="0"/>
              </a:rPr>
              <a:t>Highlighted text, Verdana 16pt Bold</a:t>
            </a:r>
          </a:p>
          <a:p>
            <a:r>
              <a:rPr lang="en-US" sz="1600" dirty="0">
                <a:latin typeface="Verdana" pitchFamily="-109" charset="0"/>
              </a:rPr>
              <a:t>Body copy Verdana 16pt Regular. Integer </a:t>
            </a:r>
            <a:r>
              <a:rPr lang="en-US" sz="1600" dirty="0" err="1">
                <a:latin typeface="Verdana" pitchFamily="-109" charset="0"/>
              </a:rPr>
              <a:t>fringilla</a:t>
            </a:r>
            <a:r>
              <a:rPr lang="en-US" sz="1600" dirty="0">
                <a:latin typeface="Verdana" pitchFamily="-109" charset="0"/>
              </a:rPr>
              <a:t>, </a:t>
            </a:r>
            <a:r>
              <a:rPr lang="en-US" sz="1600" dirty="0" err="1">
                <a:latin typeface="Verdana" pitchFamily="-109" charset="0"/>
              </a:rPr>
              <a:t>lectus</a:t>
            </a:r>
            <a:r>
              <a:rPr lang="en-US" sz="1600" dirty="0">
                <a:latin typeface="Verdana" pitchFamily="-109" charset="0"/>
              </a:rPr>
              <a:t> sit </a:t>
            </a:r>
            <a:r>
              <a:rPr lang="en-US" sz="1600" dirty="0" err="1">
                <a:latin typeface="Verdana" pitchFamily="-109" charset="0"/>
              </a:rPr>
              <a:t>amet</a:t>
            </a:r>
            <a:r>
              <a:rPr lang="en-US" sz="1600" dirty="0">
                <a:latin typeface="Verdana" pitchFamily="-109" charset="0"/>
              </a:rPr>
              <a:t> </a:t>
            </a:r>
            <a:r>
              <a:rPr lang="en-US" sz="1600" dirty="0" err="1">
                <a:latin typeface="Verdana" pitchFamily="-109" charset="0"/>
              </a:rPr>
              <a:t>aliquam</a:t>
            </a:r>
            <a:r>
              <a:rPr lang="en-US" sz="1600" dirty="0">
                <a:latin typeface="Verdana" pitchFamily="-109" charset="0"/>
              </a:rPr>
              <a:t> </a:t>
            </a:r>
            <a:r>
              <a:rPr lang="en-US" sz="1600" dirty="0" err="1">
                <a:latin typeface="Verdana" pitchFamily="-109" charset="0"/>
              </a:rPr>
              <a:t>egestas</a:t>
            </a:r>
            <a:r>
              <a:rPr lang="en-US" sz="1600" dirty="0">
                <a:latin typeface="Verdana" pitchFamily="-109" charset="0"/>
              </a:rPr>
              <a:t>, </a:t>
            </a:r>
            <a:r>
              <a:rPr lang="en-US" sz="1600" dirty="0" err="1">
                <a:latin typeface="Verdana" pitchFamily="-109" charset="0"/>
              </a:rPr>
              <a:t>elit</a:t>
            </a:r>
            <a:r>
              <a:rPr lang="en-US" sz="1600" dirty="0">
                <a:latin typeface="Verdana" pitchFamily="-109" charset="0"/>
              </a:rPr>
              <a:t> </a:t>
            </a:r>
            <a:r>
              <a:rPr lang="en-US" sz="1600" dirty="0" err="1">
                <a:latin typeface="Verdana" pitchFamily="-109" charset="0"/>
              </a:rPr>
              <a:t>arcu</a:t>
            </a:r>
            <a:r>
              <a:rPr lang="en-US" sz="1600" dirty="0">
                <a:latin typeface="Verdana" pitchFamily="-109" charset="0"/>
              </a:rPr>
              <a:t> </a:t>
            </a:r>
            <a:r>
              <a:rPr lang="en-US" sz="1600" dirty="0" err="1">
                <a:latin typeface="Verdana" pitchFamily="-109" charset="0"/>
              </a:rPr>
              <a:t>mattis</a:t>
            </a:r>
            <a:r>
              <a:rPr lang="en-US" sz="1600" dirty="0">
                <a:latin typeface="Verdana" pitchFamily="-109" charset="0"/>
              </a:rPr>
              <a:t> </a:t>
            </a:r>
            <a:r>
              <a:rPr lang="en-US" sz="1600" dirty="0" err="1">
                <a:latin typeface="Verdana" pitchFamily="-109" charset="0"/>
              </a:rPr>
              <a:t>sapien</a:t>
            </a:r>
            <a:r>
              <a:rPr lang="en-US" sz="1600" dirty="0">
                <a:latin typeface="Verdana" pitchFamily="-109" charset="0"/>
              </a:rPr>
              <a:t>, at </a:t>
            </a:r>
            <a:r>
              <a:rPr lang="en-US" sz="1600" dirty="0" err="1">
                <a:latin typeface="Verdana" pitchFamily="-109" charset="0"/>
              </a:rPr>
              <a:t>accumsan</a:t>
            </a:r>
            <a:r>
              <a:rPr lang="en-US" sz="1600" dirty="0">
                <a:latin typeface="Verdana" pitchFamily="-109" charset="0"/>
              </a:rPr>
              <a:t> dolor </a:t>
            </a:r>
            <a:r>
              <a:rPr lang="en-US" sz="1600" dirty="0" err="1">
                <a:latin typeface="Verdana" pitchFamily="-109" charset="0"/>
              </a:rPr>
              <a:t>nibh</a:t>
            </a:r>
            <a:r>
              <a:rPr lang="en-US" sz="1600" dirty="0">
                <a:latin typeface="Verdana" pitchFamily="-109" charset="0"/>
              </a:rPr>
              <a:t> a </a:t>
            </a:r>
            <a:r>
              <a:rPr lang="en-US" sz="1600" dirty="0" err="1">
                <a:latin typeface="Verdana" pitchFamily="-109" charset="0"/>
              </a:rPr>
              <a:t>felis</a:t>
            </a:r>
            <a:r>
              <a:rPr lang="en-US" sz="1600" dirty="0">
                <a:latin typeface="Verdana" pitchFamily="-109" charset="0"/>
              </a:rPr>
              <a:t>. </a:t>
            </a:r>
            <a:r>
              <a:rPr lang="en-US" sz="1600" dirty="0" err="1">
                <a:latin typeface="Verdana" pitchFamily="-109" charset="0"/>
              </a:rPr>
              <a:t>Duis</a:t>
            </a:r>
            <a:r>
              <a:rPr lang="en-US" sz="1600" dirty="0">
                <a:latin typeface="Verdana" pitchFamily="-109" charset="0"/>
              </a:rPr>
              <a:t> </a:t>
            </a:r>
            <a:r>
              <a:rPr lang="en-US" sz="1600" dirty="0" err="1">
                <a:latin typeface="Verdana" pitchFamily="-109" charset="0"/>
              </a:rPr>
              <a:t>venenatis</a:t>
            </a:r>
            <a:r>
              <a:rPr lang="en-US" sz="1600" dirty="0">
                <a:latin typeface="Verdana" pitchFamily="-109" charset="0"/>
              </a:rPr>
              <a:t> </a:t>
            </a:r>
            <a:r>
              <a:rPr lang="en-US" sz="1600" dirty="0" err="1">
                <a:latin typeface="Verdana" pitchFamily="-109" charset="0"/>
              </a:rPr>
              <a:t>metus</a:t>
            </a:r>
            <a:r>
              <a:rPr lang="en-US" sz="1600" dirty="0">
                <a:latin typeface="Verdana" pitchFamily="-109" charset="0"/>
              </a:rPr>
              <a:t>. </a:t>
            </a:r>
            <a:r>
              <a:rPr lang="en-US" sz="1600" dirty="0" err="1">
                <a:latin typeface="Verdana" pitchFamily="-109" charset="0"/>
              </a:rPr>
              <a:t>Morbi</a:t>
            </a:r>
            <a:r>
              <a:rPr lang="en-US" sz="1600" dirty="0">
                <a:latin typeface="Verdana" pitchFamily="-109" charset="0"/>
              </a:rPr>
              <a:t> et </a:t>
            </a:r>
            <a:r>
              <a:rPr lang="en-US" sz="1600" dirty="0" err="1">
                <a:latin typeface="Verdana" pitchFamily="-109" charset="0"/>
              </a:rPr>
              <a:t>tortor</a:t>
            </a:r>
            <a:r>
              <a:rPr lang="en-US" sz="1600" dirty="0">
                <a:latin typeface="Verdana" pitchFamily="-109" charset="0"/>
              </a:rPr>
              <a:t>. </a:t>
            </a:r>
            <a:r>
              <a:rPr lang="en-US" sz="1600" dirty="0" err="1">
                <a:latin typeface="Verdana" pitchFamily="-109" charset="0"/>
              </a:rPr>
              <a:t>Donec</a:t>
            </a:r>
            <a:r>
              <a:rPr lang="en-US" sz="1600" dirty="0">
                <a:latin typeface="Verdana" pitchFamily="-109" charset="0"/>
              </a:rPr>
              <a:t> </a:t>
            </a:r>
            <a:r>
              <a:rPr lang="en-US" sz="1600" dirty="0" err="1">
                <a:latin typeface="Verdana" pitchFamily="-109" charset="0"/>
              </a:rPr>
              <a:t>ut</a:t>
            </a:r>
            <a:r>
              <a:rPr lang="en-US" sz="1600" dirty="0">
                <a:latin typeface="Verdana" pitchFamily="-109" charset="0"/>
              </a:rPr>
              <a:t> ante </a:t>
            </a:r>
            <a:r>
              <a:rPr lang="en-US" sz="1600" dirty="0" err="1">
                <a:latin typeface="Verdana" pitchFamily="-109" charset="0"/>
              </a:rPr>
              <a:t>quis</a:t>
            </a:r>
            <a:r>
              <a:rPr lang="en-US" sz="1600" dirty="0">
                <a:latin typeface="Verdana" pitchFamily="-109" charset="0"/>
              </a:rPr>
              <a:t> </a:t>
            </a:r>
            <a:r>
              <a:rPr lang="en-US" sz="1600" dirty="0" err="1">
                <a:latin typeface="Verdana" pitchFamily="-109" charset="0"/>
              </a:rPr>
              <a:t>urna</a:t>
            </a:r>
            <a:r>
              <a:rPr lang="en-US" sz="1600" dirty="0">
                <a:latin typeface="Verdana" pitchFamily="-109" charset="0"/>
              </a:rPr>
              <a:t> </a:t>
            </a:r>
            <a:r>
              <a:rPr lang="en-US" sz="1600" dirty="0" err="1">
                <a:latin typeface="Verdana" pitchFamily="-109" charset="0"/>
              </a:rPr>
              <a:t>viverra</a:t>
            </a:r>
            <a:r>
              <a:rPr lang="en-US" sz="1600" dirty="0">
                <a:latin typeface="Verdana" pitchFamily="-109" charset="0"/>
              </a:rPr>
              <a:t> </a:t>
            </a:r>
            <a:r>
              <a:rPr lang="en-US" sz="1600" dirty="0" err="1">
                <a:latin typeface="Verdana" pitchFamily="-109" charset="0"/>
              </a:rPr>
              <a:t>convallis</a:t>
            </a:r>
            <a:r>
              <a:rPr lang="en-US" sz="1600" dirty="0">
                <a:latin typeface="Verdana" pitchFamily="-109" charset="0"/>
              </a:rPr>
              <a:t>. </a:t>
            </a:r>
          </a:p>
        </p:txBody>
      </p:sp>
      <p:sp>
        <p:nvSpPr>
          <p:cNvPr id="8" name="Rectangle 10"/>
          <p:cNvSpPr>
            <a:spLocks noChangeArrowheads="1"/>
          </p:cNvSpPr>
          <p:nvPr/>
        </p:nvSpPr>
        <p:spPr bwMode="auto">
          <a:xfrm>
            <a:off x="762000" y="313492"/>
            <a:ext cx="7842448" cy="523220"/>
          </a:xfrm>
          <a:prstGeom prst="rect">
            <a:avLst/>
          </a:prstGeom>
          <a:noFill/>
          <a:ln w="9525">
            <a:noFill/>
            <a:miter lim="800000"/>
            <a:headEnd/>
            <a:tailEnd/>
          </a:ln>
        </p:spPr>
        <p:txBody>
          <a:bodyPr wrap="square">
            <a:spAutoFit/>
          </a:bodyPr>
          <a:lstStyle/>
          <a:p>
            <a:r>
              <a:rPr lang="en-US" sz="2800" dirty="0">
                <a:solidFill>
                  <a:schemeClr val="bg1"/>
                </a:solidFill>
                <a:latin typeface="Verdana" pitchFamily="-109" charset="0"/>
              </a:rPr>
              <a:t>Heading Option 1 in Verdana 28pt Regular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1"/>
          <p:cNvSpPr>
            <a:spLocks noChangeArrowheads="1"/>
          </p:cNvSpPr>
          <p:nvPr/>
        </p:nvSpPr>
        <p:spPr bwMode="auto">
          <a:xfrm>
            <a:off x="762000" y="3352800"/>
            <a:ext cx="7467600" cy="1676400"/>
          </a:xfrm>
          <a:prstGeom prst="rect">
            <a:avLst/>
          </a:prstGeom>
          <a:noFill/>
          <a:ln w="9525">
            <a:noFill/>
            <a:miter lim="800000"/>
            <a:headEnd/>
            <a:tailEnd/>
          </a:ln>
        </p:spPr>
        <p:txBody>
          <a:bodyPr/>
          <a:lstStyle/>
          <a:p>
            <a:pPr marL="342900" indent="-342900">
              <a:spcBef>
                <a:spcPct val="20000"/>
              </a:spcBef>
              <a:buClr>
                <a:srgbClr val="0067AC"/>
              </a:buClr>
            </a:pPr>
            <a:r>
              <a:rPr lang="en-US" sz="1600" b="1">
                <a:latin typeface="Verdana" pitchFamily="-109" charset="0"/>
              </a:rPr>
              <a:t>Highlighted text in Verdana 16pt Bold</a:t>
            </a:r>
          </a:p>
          <a:p>
            <a:pPr marL="342900" indent="-342900">
              <a:spcBef>
                <a:spcPct val="20000"/>
              </a:spcBef>
              <a:buClr>
                <a:srgbClr val="ED1C24"/>
              </a:buClr>
              <a:buFont typeface="Wingdings" pitchFamily="-109" charset="2"/>
              <a:buChar char="§"/>
            </a:pPr>
            <a:r>
              <a:rPr lang="en-US" sz="1600">
                <a:latin typeface="Verdana" pitchFamily="-109" charset="0"/>
              </a:rPr>
              <a:t>Example for usage of bullet points</a:t>
            </a:r>
          </a:p>
          <a:p>
            <a:pPr marL="342900" indent="-342900">
              <a:spcBef>
                <a:spcPct val="20000"/>
              </a:spcBef>
              <a:buClr>
                <a:srgbClr val="ED1C24"/>
              </a:buClr>
              <a:buFont typeface="Wingdings" pitchFamily="-109" charset="2"/>
              <a:buChar char="§"/>
            </a:pPr>
            <a:r>
              <a:rPr lang="en-US" sz="1600">
                <a:latin typeface="Verdana" pitchFamily="-109" charset="0"/>
              </a:rPr>
              <a:t>Eneterh exero conummy niamet</a:t>
            </a:r>
          </a:p>
          <a:p>
            <a:pPr marL="342900" indent="-342900">
              <a:spcBef>
                <a:spcPct val="20000"/>
              </a:spcBef>
              <a:buClr>
                <a:srgbClr val="ED1C24"/>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ED1C24"/>
              </a:buClr>
              <a:buFont typeface="Wingdings" pitchFamily="-109" charset="2"/>
              <a:buChar char="§"/>
            </a:pPr>
            <a:r>
              <a:rPr lang="en-US" sz="1600">
                <a:latin typeface="Verdana" pitchFamily="-109" charset="0"/>
              </a:rPr>
              <a:t>Eneterh exero conummy niamet</a:t>
            </a:r>
          </a:p>
        </p:txBody>
      </p:sp>
      <p:sp>
        <p:nvSpPr>
          <p:cNvPr id="8196" name="TextBox 12"/>
          <p:cNvSpPr txBox="1">
            <a:spLocks noChangeArrowheads="1"/>
          </p:cNvSpPr>
          <p:nvPr/>
        </p:nvSpPr>
        <p:spPr bwMode="auto">
          <a:xfrm>
            <a:off x="762000" y="1828800"/>
            <a:ext cx="7086600" cy="1323975"/>
          </a:xfrm>
          <a:prstGeom prst="rect">
            <a:avLst/>
          </a:prstGeom>
          <a:noFill/>
          <a:ln w="9525">
            <a:noFill/>
            <a:miter lim="800000"/>
            <a:headEnd/>
            <a:tailEnd/>
          </a:ln>
        </p:spPr>
        <p:txBody>
          <a:bodyPr>
            <a:spAutoFit/>
          </a:bodyPr>
          <a:lstStyle/>
          <a:p>
            <a:r>
              <a:rPr lang="en-US" sz="1600">
                <a:latin typeface="Verdana" pitchFamily="-109" charset="0"/>
              </a:rPr>
              <a:t>Body copy in Verdana 16pt Regular. Lorem ipsum dolor sit amet, consectetur adipiscing elit. Quisque dignissim malesuada ligula. In hac habitasse platea dictumst. Integer fringilla, lectus sit amet aliquam egestas, elit arcu mattis sapien, at accumsan dolor nibh a felis. Duis venenatis metus. Morbi et tortor. </a:t>
            </a:r>
          </a:p>
        </p:txBody>
      </p:sp>
      <p:sp>
        <p:nvSpPr>
          <p:cNvPr id="8197" name="Rectangle 13"/>
          <p:cNvSpPr>
            <a:spLocks noChangeArrowheads="1"/>
          </p:cNvSpPr>
          <p:nvPr/>
        </p:nvSpPr>
        <p:spPr bwMode="auto">
          <a:xfrm>
            <a:off x="762000" y="5529263"/>
            <a:ext cx="6858000" cy="400050"/>
          </a:xfrm>
          <a:prstGeom prst="rect">
            <a:avLst/>
          </a:prstGeom>
          <a:noFill/>
          <a:ln w="9525">
            <a:noFill/>
            <a:miter lim="800000"/>
            <a:headEnd/>
            <a:tailEnd/>
          </a:ln>
        </p:spPr>
        <p:txBody>
          <a:bodyPr>
            <a:spAutoFit/>
          </a:bodyPr>
          <a:lstStyle/>
          <a:p>
            <a:r>
              <a:rPr lang="en-US" sz="1000">
                <a:solidFill>
                  <a:srgbClr val="EE3124"/>
                </a:solidFill>
                <a:latin typeface="Verdana" pitchFamily="-109" charset="0"/>
              </a:rPr>
              <a:t>Footer Note Heading Verdana 10pt Regular</a:t>
            </a:r>
            <a:br>
              <a:rPr lang="en-US" sz="1000" b="1">
                <a:latin typeface="Verdana" pitchFamily="-109" charset="0"/>
              </a:rPr>
            </a:br>
            <a:r>
              <a:rPr lang="en-US" sz="1000">
                <a:latin typeface="Verdana" pitchFamily="-109" charset="0"/>
              </a:rPr>
              <a:t>Example of footer notes body text in Verdana 10pt Regular. </a:t>
            </a:r>
            <a:endParaRPr lang="en-US" sz="1000"/>
          </a:p>
        </p:txBody>
      </p:sp>
      <p:sp>
        <p:nvSpPr>
          <p:cNvPr id="9"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10E7B573-4145-4FE6-8213-BF3FF20874AD}"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3</a:t>
            </a:fld>
            <a:endParaRPr lang="en-US" sz="700">
              <a:solidFill>
                <a:srgbClr val="ED1C24"/>
              </a:solidFill>
              <a:latin typeface="Verdana" pitchFamily="18"/>
              <a:ea typeface="Arial Unicode MS" pitchFamily="2"/>
              <a:cs typeface="Tahoma" pitchFamily="2"/>
            </a:endParaRPr>
          </a:p>
        </p:txBody>
      </p:sp>
      <p:pic>
        <p:nvPicPr>
          <p:cNvPr id="7" name="Picture 6"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sp>
        <p:nvSpPr>
          <p:cNvPr id="8194" name="Rectangle 10"/>
          <p:cNvSpPr>
            <a:spLocks noChangeArrowheads="1"/>
          </p:cNvSpPr>
          <p:nvPr/>
        </p:nvSpPr>
        <p:spPr bwMode="auto">
          <a:xfrm>
            <a:off x="762000" y="254000"/>
            <a:ext cx="8382000" cy="523220"/>
          </a:xfrm>
          <a:prstGeom prst="rect">
            <a:avLst/>
          </a:prstGeom>
          <a:noFill/>
          <a:ln w="9525">
            <a:noFill/>
            <a:miter lim="800000"/>
            <a:headEnd/>
            <a:tailEnd/>
          </a:ln>
        </p:spPr>
        <p:txBody>
          <a:bodyPr wrap="square">
            <a:spAutoFit/>
          </a:bodyPr>
          <a:lstStyle/>
          <a:p>
            <a:r>
              <a:rPr lang="en-US" sz="2800" dirty="0">
                <a:solidFill>
                  <a:schemeClr val="bg1"/>
                </a:solidFill>
                <a:latin typeface="Verdana" pitchFamily="-109" charset="0"/>
              </a:rPr>
              <a:t>Example of Bullet Points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sp>
        <p:nvSpPr>
          <p:cNvPr id="9218" name="Rectangle 8"/>
          <p:cNvSpPr>
            <a:spLocks noChangeArrowheads="1"/>
          </p:cNvSpPr>
          <p:nvPr/>
        </p:nvSpPr>
        <p:spPr bwMode="auto">
          <a:xfrm>
            <a:off x="762000" y="254000"/>
            <a:ext cx="7848600" cy="523220"/>
          </a:xfrm>
          <a:prstGeom prst="rect">
            <a:avLst/>
          </a:prstGeom>
          <a:noFill/>
          <a:ln w="9525">
            <a:noFill/>
            <a:miter lim="800000"/>
            <a:headEnd/>
            <a:tailEnd/>
          </a:ln>
        </p:spPr>
        <p:txBody>
          <a:bodyPr>
            <a:spAutoFit/>
          </a:bodyPr>
          <a:lstStyle/>
          <a:p>
            <a:r>
              <a:rPr lang="en-US" sz="2800" dirty="0" err="1">
                <a:solidFill>
                  <a:schemeClr val="bg1"/>
                </a:solidFill>
                <a:latin typeface="Verdana" pitchFamily="-109" charset="0"/>
              </a:rPr>
              <a:t>Colours</a:t>
            </a:r>
            <a:r>
              <a:rPr lang="en-US" sz="2800" dirty="0">
                <a:solidFill>
                  <a:schemeClr val="bg1"/>
                </a:solidFill>
                <a:latin typeface="Verdana" pitchFamily="-109" charset="0"/>
              </a:rPr>
              <a:t> for use in PPT presentations</a:t>
            </a:r>
          </a:p>
        </p:txBody>
      </p:sp>
      <p:sp>
        <p:nvSpPr>
          <p:cNvPr id="9219" name="Rectangle 7"/>
          <p:cNvSpPr>
            <a:spLocks noChangeArrowheads="1"/>
          </p:cNvSpPr>
          <p:nvPr/>
        </p:nvSpPr>
        <p:spPr bwMode="auto">
          <a:xfrm>
            <a:off x="914400" y="2032000"/>
            <a:ext cx="1382713" cy="1382713"/>
          </a:xfrm>
          <a:prstGeom prst="rect">
            <a:avLst/>
          </a:prstGeom>
          <a:solidFill>
            <a:srgbClr val="EE3124"/>
          </a:solidFill>
          <a:ln w="9525">
            <a:noFill/>
            <a:round/>
            <a:headEnd/>
            <a:tailEnd/>
          </a:ln>
        </p:spPr>
        <p:txBody>
          <a:bodyPr/>
          <a:lstStyle/>
          <a:p>
            <a:endParaRPr lang="en-US"/>
          </a:p>
        </p:txBody>
      </p:sp>
      <p:sp>
        <p:nvSpPr>
          <p:cNvPr id="9220" name="Rectangle 12"/>
          <p:cNvSpPr>
            <a:spLocks noChangeArrowheads="1"/>
          </p:cNvSpPr>
          <p:nvPr/>
        </p:nvSpPr>
        <p:spPr bwMode="auto">
          <a:xfrm>
            <a:off x="4000128" y="2047875"/>
            <a:ext cx="1382712" cy="1381125"/>
          </a:xfrm>
          <a:prstGeom prst="rect">
            <a:avLst/>
          </a:prstGeom>
          <a:solidFill>
            <a:srgbClr val="969495"/>
          </a:solidFill>
          <a:ln w="9525">
            <a:noFill/>
            <a:round/>
            <a:headEnd/>
            <a:tailEnd/>
          </a:ln>
        </p:spPr>
        <p:txBody>
          <a:bodyPr/>
          <a:lstStyle/>
          <a:p>
            <a:endParaRPr lang="en-US"/>
          </a:p>
        </p:txBody>
      </p:sp>
      <p:sp>
        <p:nvSpPr>
          <p:cNvPr id="7" name="Rectangle 6"/>
          <p:cNvSpPr/>
          <p:nvPr/>
        </p:nvSpPr>
        <p:spPr bwMode="auto">
          <a:xfrm>
            <a:off x="2484438" y="4124325"/>
            <a:ext cx="1381125" cy="1381125"/>
          </a:xfrm>
          <a:prstGeom prst="rect">
            <a:avLst/>
          </a:prstGeom>
          <a:solidFill>
            <a:srgbClr val="BBB8B8"/>
          </a:solidFill>
          <a:ln w="9525" cap="flat" cmpd="sng" algn="ctr">
            <a:noFill/>
            <a:prstDash val="solid"/>
            <a:round/>
            <a:headEnd type="none" w="med" len="med"/>
            <a:tailEnd type="none" w="med" len="med"/>
          </a:ln>
          <a:effectLst/>
        </p:spPr>
        <p:txBody>
          <a:bodyPr/>
          <a:lstStyle/>
          <a:p>
            <a:pPr>
              <a:defRPr/>
            </a:pPr>
            <a:endParaRPr lang="en-US"/>
          </a:p>
        </p:txBody>
      </p:sp>
      <p:sp>
        <p:nvSpPr>
          <p:cNvPr id="9222" name="Rectangle 14"/>
          <p:cNvSpPr>
            <a:spLocks noChangeArrowheads="1"/>
          </p:cNvSpPr>
          <p:nvPr/>
        </p:nvSpPr>
        <p:spPr bwMode="auto">
          <a:xfrm>
            <a:off x="925350" y="4124325"/>
            <a:ext cx="1381125" cy="1381125"/>
          </a:xfrm>
          <a:prstGeom prst="rect">
            <a:avLst/>
          </a:prstGeom>
          <a:solidFill>
            <a:srgbClr val="737172"/>
          </a:solidFill>
          <a:ln w="9525">
            <a:noFill/>
            <a:round/>
            <a:headEnd/>
            <a:tailEnd/>
          </a:ln>
        </p:spPr>
        <p:txBody>
          <a:bodyPr/>
          <a:lstStyle/>
          <a:p>
            <a:endParaRPr lang="en-US"/>
          </a:p>
        </p:txBody>
      </p:sp>
      <p:sp>
        <p:nvSpPr>
          <p:cNvPr id="9223" name="Rectangle 8"/>
          <p:cNvSpPr>
            <a:spLocks noChangeArrowheads="1"/>
          </p:cNvSpPr>
          <p:nvPr/>
        </p:nvSpPr>
        <p:spPr bwMode="auto">
          <a:xfrm>
            <a:off x="838200" y="3408363"/>
            <a:ext cx="609600" cy="554037"/>
          </a:xfrm>
          <a:prstGeom prst="rect">
            <a:avLst/>
          </a:prstGeom>
          <a:noFill/>
          <a:ln w="9525">
            <a:noFill/>
            <a:miter lim="800000"/>
            <a:headEnd/>
            <a:tailEnd/>
          </a:ln>
        </p:spPr>
        <p:txBody>
          <a:bodyPr>
            <a:spAutoFit/>
          </a:bodyPr>
          <a:lstStyle/>
          <a:p>
            <a:r>
              <a:rPr lang="en-US" sz="1000">
                <a:solidFill>
                  <a:srgbClr val="7F7F7F"/>
                </a:solidFill>
                <a:latin typeface="Verdana" pitchFamily="-109" charset="0"/>
              </a:rPr>
              <a:t>R</a:t>
            </a:r>
            <a:r>
              <a:rPr lang="en-US" sz="1000">
                <a:latin typeface="Verdana" pitchFamily="-109" charset="0"/>
              </a:rPr>
              <a:t> 238</a:t>
            </a:r>
          </a:p>
          <a:p>
            <a:r>
              <a:rPr lang="en-US" sz="1000">
                <a:solidFill>
                  <a:srgbClr val="7F7F7F"/>
                </a:solidFill>
                <a:latin typeface="Verdana" pitchFamily="-109" charset="0"/>
              </a:rPr>
              <a:t>G</a:t>
            </a:r>
            <a:r>
              <a:rPr lang="en-US" sz="1000">
                <a:latin typeface="Verdana" pitchFamily="-109" charset="0"/>
              </a:rPr>
              <a:t> 49</a:t>
            </a:r>
          </a:p>
          <a:p>
            <a:r>
              <a:rPr lang="en-US" sz="1000">
                <a:solidFill>
                  <a:srgbClr val="7F7F7F"/>
                </a:solidFill>
                <a:latin typeface="Verdana" pitchFamily="-109" charset="0"/>
              </a:rPr>
              <a:t>B</a:t>
            </a:r>
            <a:r>
              <a:rPr lang="en-US" sz="1000">
                <a:latin typeface="Verdana" pitchFamily="-109" charset="0"/>
              </a:rPr>
              <a:t> 36</a:t>
            </a:r>
            <a:endParaRPr lang="en-US" sz="1000"/>
          </a:p>
        </p:txBody>
      </p:sp>
      <p:sp>
        <p:nvSpPr>
          <p:cNvPr id="9224" name="Rectangle 8"/>
          <p:cNvSpPr>
            <a:spLocks noChangeArrowheads="1"/>
          </p:cNvSpPr>
          <p:nvPr/>
        </p:nvSpPr>
        <p:spPr bwMode="auto">
          <a:xfrm>
            <a:off x="2347913" y="3408363"/>
            <a:ext cx="609600" cy="554037"/>
          </a:xfrm>
          <a:prstGeom prst="rect">
            <a:avLst/>
          </a:prstGeom>
          <a:noFill/>
          <a:ln w="9525">
            <a:noFill/>
            <a:miter lim="800000"/>
            <a:headEnd/>
            <a:tailEnd/>
          </a:ln>
        </p:spPr>
        <p:txBody>
          <a:bodyPr>
            <a:spAutoFit/>
          </a:bodyPr>
          <a:lstStyle/>
          <a:p>
            <a:r>
              <a:rPr lang="en-US" sz="1000">
                <a:solidFill>
                  <a:srgbClr val="7F7F7F"/>
                </a:solidFill>
                <a:latin typeface="Verdana" pitchFamily="-109" charset="0"/>
              </a:rPr>
              <a:t>R</a:t>
            </a:r>
            <a:r>
              <a:rPr lang="en-US" sz="1000">
                <a:latin typeface="Verdana" pitchFamily="-109" charset="0"/>
              </a:rPr>
              <a:t> 26</a:t>
            </a:r>
          </a:p>
          <a:p>
            <a:r>
              <a:rPr lang="en-US" sz="1000">
                <a:solidFill>
                  <a:srgbClr val="7F7F7F"/>
                </a:solidFill>
                <a:latin typeface="Verdana" pitchFamily="-109" charset="0"/>
              </a:rPr>
              <a:t>G</a:t>
            </a:r>
            <a:r>
              <a:rPr lang="en-US" sz="1000">
                <a:latin typeface="Verdana" pitchFamily="-109" charset="0"/>
              </a:rPr>
              <a:t> 22</a:t>
            </a:r>
          </a:p>
          <a:p>
            <a:r>
              <a:rPr lang="en-US" sz="1000">
                <a:solidFill>
                  <a:srgbClr val="7F7F7F"/>
                </a:solidFill>
                <a:latin typeface="Verdana" pitchFamily="-109" charset="0"/>
              </a:rPr>
              <a:t>B</a:t>
            </a:r>
            <a:r>
              <a:rPr lang="en-US" sz="1000">
                <a:latin typeface="Verdana" pitchFamily="-109" charset="0"/>
              </a:rPr>
              <a:t> 23</a:t>
            </a:r>
            <a:endParaRPr lang="en-US" sz="1000"/>
          </a:p>
        </p:txBody>
      </p:sp>
      <p:sp>
        <p:nvSpPr>
          <p:cNvPr id="9225" name="Rectangle 8"/>
          <p:cNvSpPr>
            <a:spLocks noChangeArrowheads="1"/>
          </p:cNvSpPr>
          <p:nvPr/>
        </p:nvSpPr>
        <p:spPr bwMode="auto">
          <a:xfrm>
            <a:off x="3923928" y="3409950"/>
            <a:ext cx="609600" cy="554038"/>
          </a:xfrm>
          <a:prstGeom prst="rect">
            <a:avLst/>
          </a:prstGeom>
          <a:noFill/>
          <a:ln w="9525">
            <a:noFill/>
            <a:miter lim="800000"/>
            <a:headEnd/>
            <a:tailEnd/>
          </a:ln>
        </p:spPr>
        <p:txBody>
          <a:bodyPr>
            <a:spAutoFit/>
          </a:bodyPr>
          <a:lstStyle/>
          <a:p>
            <a:r>
              <a:rPr lang="en-US" sz="1000" dirty="0">
                <a:solidFill>
                  <a:srgbClr val="7F7F7F"/>
                </a:solidFill>
                <a:latin typeface="Verdana" pitchFamily="-109" charset="0"/>
              </a:rPr>
              <a:t>R</a:t>
            </a:r>
            <a:r>
              <a:rPr lang="en-US" sz="1000" dirty="0">
                <a:latin typeface="Verdana" pitchFamily="-109" charset="0"/>
              </a:rPr>
              <a:t> 150</a:t>
            </a:r>
          </a:p>
          <a:p>
            <a:r>
              <a:rPr lang="en-US" sz="1000" dirty="0">
                <a:solidFill>
                  <a:srgbClr val="7F7F7F"/>
                </a:solidFill>
                <a:latin typeface="Verdana" pitchFamily="-109" charset="0"/>
              </a:rPr>
              <a:t>G</a:t>
            </a:r>
            <a:r>
              <a:rPr lang="en-US" sz="1000" dirty="0">
                <a:latin typeface="Verdana" pitchFamily="-109" charset="0"/>
              </a:rPr>
              <a:t> 148</a:t>
            </a:r>
          </a:p>
          <a:p>
            <a:r>
              <a:rPr lang="en-US" sz="1000" dirty="0">
                <a:solidFill>
                  <a:srgbClr val="7F7F7F"/>
                </a:solidFill>
                <a:latin typeface="Verdana" pitchFamily="-109" charset="0"/>
              </a:rPr>
              <a:t>B</a:t>
            </a:r>
            <a:r>
              <a:rPr lang="en-US" sz="1000" dirty="0">
                <a:latin typeface="Verdana" pitchFamily="-109" charset="0"/>
              </a:rPr>
              <a:t> 149</a:t>
            </a:r>
            <a:endParaRPr lang="en-US" sz="1000" dirty="0"/>
          </a:p>
        </p:txBody>
      </p:sp>
      <p:sp>
        <p:nvSpPr>
          <p:cNvPr id="9226" name="Rectangle 8"/>
          <p:cNvSpPr>
            <a:spLocks noChangeArrowheads="1"/>
          </p:cNvSpPr>
          <p:nvPr/>
        </p:nvSpPr>
        <p:spPr bwMode="auto">
          <a:xfrm>
            <a:off x="2411413" y="5486400"/>
            <a:ext cx="609600" cy="554038"/>
          </a:xfrm>
          <a:prstGeom prst="rect">
            <a:avLst/>
          </a:prstGeom>
          <a:noFill/>
          <a:ln w="9525">
            <a:noFill/>
            <a:miter lim="800000"/>
            <a:headEnd/>
            <a:tailEnd/>
          </a:ln>
        </p:spPr>
        <p:txBody>
          <a:bodyPr>
            <a:spAutoFit/>
          </a:bodyPr>
          <a:lstStyle/>
          <a:p>
            <a:r>
              <a:rPr lang="en-US" sz="1000" dirty="0">
                <a:solidFill>
                  <a:srgbClr val="7F7F7F"/>
                </a:solidFill>
                <a:latin typeface="Verdana" pitchFamily="-109" charset="0"/>
              </a:rPr>
              <a:t>R</a:t>
            </a:r>
            <a:r>
              <a:rPr lang="en-US" sz="1000" dirty="0">
                <a:latin typeface="Verdana" pitchFamily="-109" charset="0"/>
              </a:rPr>
              <a:t> 187</a:t>
            </a:r>
          </a:p>
          <a:p>
            <a:r>
              <a:rPr lang="en-US" sz="1000" dirty="0">
                <a:solidFill>
                  <a:srgbClr val="7F7F7F"/>
                </a:solidFill>
                <a:latin typeface="Verdana" pitchFamily="-109" charset="0"/>
              </a:rPr>
              <a:t>G</a:t>
            </a:r>
            <a:r>
              <a:rPr lang="en-US" sz="1000" dirty="0">
                <a:latin typeface="Verdana" pitchFamily="-109" charset="0"/>
              </a:rPr>
              <a:t> 184</a:t>
            </a:r>
          </a:p>
          <a:p>
            <a:r>
              <a:rPr lang="en-US" sz="1000" dirty="0">
                <a:solidFill>
                  <a:srgbClr val="7F7F7F"/>
                </a:solidFill>
                <a:latin typeface="Verdana" pitchFamily="-109" charset="0"/>
              </a:rPr>
              <a:t>B</a:t>
            </a:r>
            <a:r>
              <a:rPr lang="en-US" sz="1000" dirty="0">
                <a:latin typeface="Verdana" pitchFamily="-109" charset="0"/>
              </a:rPr>
              <a:t> 184</a:t>
            </a:r>
            <a:endParaRPr lang="en-US" sz="1000" dirty="0"/>
          </a:p>
        </p:txBody>
      </p:sp>
      <p:sp>
        <p:nvSpPr>
          <p:cNvPr id="9227" name="Rectangle 8"/>
          <p:cNvSpPr>
            <a:spLocks noChangeArrowheads="1"/>
          </p:cNvSpPr>
          <p:nvPr/>
        </p:nvSpPr>
        <p:spPr bwMode="auto">
          <a:xfrm>
            <a:off x="855500" y="5486400"/>
            <a:ext cx="609600" cy="554038"/>
          </a:xfrm>
          <a:prstGeom prst="rect">
            <a:avLst/>
          </a:prstGeom>
          <a:noFill/>
          <a:ln w="9525">
            <a:noFill/>
            <a:miter lim="800000"/>
            <a:headEnd/>
            <a:tailEnd/>
          </a:ln>
        </p:spPr>
        <p:txBody>
          <a:bodyPr>
            <a:spAutoFit/>
          </a:bodyPr>
          <a:lstStyle/>
          <a:p>
            <a:r>
              <a:rPr lang="en-US" sz="1000" dirty="0">
                <a:solidFill>
                  <a:srgbClr val="7F7F7F"/>
                </a:solidFill>
                <a:latin typeface="Verdana" pitchFamily="-109" charset="0"/>
              </a:rPr>
              <a:t>R</a:t>
            </a:r>
            <a:r>
              <a:rPr lang="en-US" sz="1000" dirty="0">
                <a:latin typeface="Verdana" pitchFamily="-109" charset="0"/>
              </a:rPr>
              <a:t> 115 </a:t>
            </a:r>
          </a:p>
          <a:p>
            <a:r>
              <a:rPr lang="en-US" sz="1000" dirty="0">
                <a:solidFill>
                  <a:srgbClr val="7F7F7F"/>
                </a:solidFill>
                <a:latin typeface="Verdana" pitchFamily="-109" charset="0"/>
              </a:rPr>
              <a:t>G</a:t>
            </a:r>
            <a:r>
              <a:rPr lang="en-US" sz="1000" dirty="0">
                <a:latin typeface="Verdana" pitchFamily="-109" charset="0"/>
              </a:rPr>
              <a:t> 113</a:t>
            </a:r>
          </a:p>
          <a:p>
            <a:r>
              <a:rPr lang="en-US" sz="1000" dirty="0">
                <a:solidFill>
                  <a:srgbClr val="7F7F7F"/>
                </a:solidFill>
                <a:latin typeface="Verdana" pitchFamily="-109" charset="0"/>
              </a:rPr>
              <a:t>B</a:t>
            </a:r>
            <a:r>
              <a:rPr lang="en-US" sz="1000" dirty="0">
                <a:latin typeface="Verdana" pitchFamily="-109" charset="0"/>
              </a:rPr>
              <a:t> 114</a:t>
            </a:r>
            <a:endParaRPr lang="en-US" sz="1000" dirty="0"/>
          </a:p>
        </p:txBody>
      </p:sp>
      <p:sp>
        <p:nvSpPr>
          <p:cNvPr id="9228" name="Rectangle 18"/>
          <p:cNvSpPr>
            <a:spLocks noChangeArrowheads="1"/>
          </p:cNvSpPr>
          <p:nvPr/>
        </p:nvSpPr>
        <p:spPr bwMode="auto">
          <a:xfrm>
            <a:off x="2468563" y="2047875"/>
            <a:ext cx="1382712" cy="1381125"/>
          </a:xfrm>
          <a:prstGeom prst="rect">
            <a:avLst/>
          </a:prstGeom>
          <a:solidFill>
            <a:srgbClr val="000000"/>
          </a:solidFill>
          <a:ln w="9525">
            <a:noFill/>
            <a:round/>
            <a:headEnd/>
            <a:tailEnd/>
          </a:ln>
        </p:spPr>
        <p:txBody>
          <a:bodyPr/>
          <a:lstStyle/>
          <a:p>
            <a:endParaRPr lang="en-US"/>
          </a:p>
        </p:txBody>
      </p:sp>
      <p:sp>
        <p:nvSpPr>
          <p:cNvPr id="19"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B6F4D287-5F31-40C0-98B5-DDDFAD758061}"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4</a:t>
            </a:fld>
            <a:endParaRPr lang="en-US" sz="700">
              <a:solidFill>
                <a:srgbClr val="ED1C24"/>
              </a:solidFill>
              <a:latin typeface="Verdana" pitchFamily="18"/>
              <a:ea typeface="Arial Unicode MS" pitchFamily="2"/>
              <a:cs typeface="Tahoma" pitchFamily="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Box 8"/>
          <p:cNvSpPr txBox="1">
            <a:spLocks noChangeArrowheads="1"/>
          </p:cNvSpPr>
          <p:nvPr/>
        </p:nvSpPr>
        <p:spPr bwMode="auto">
          <a:xfrm>
            <a:off x="762000" y="1828800"/>
            <a:ext cx="7086600" cy="1077913"/>
          </a:xfrm>
          <a:prstGeom prst="rect">
            <a:avLst/>
          </a:prstGeom>
          <a:noFill/>
          <a:ln w="9525">
            <a:noFill/>
            <a:miter lim="800000"/>
            <a:headEnd/>
            <a:tailEnd/>
          </a:ln>
        </p:spPr>
        <p:txBody>
          <a:bodyPr>
            <a:spAutoFit/>
          </a:bodyPr>
          <a:lstStyle/>
          <a:p>
            <a:r>
              <a:rPr lang="en-US" sz="1600">
                <a:latin typeface="Verdana" pitchFamily="-109" charset="0"/>
              </a:rPr>
              <a:t>Body copy in Verdana 16pt Regular. Lorem ipsum dolor sit amet, consectetur adipiscing elit. Quisque dignissim malesuada ligula. In hac habitasse platea dictumst. Integer fringilla, lectus sit amet aliquam egestas, elit arcu mattis sapien.</a:t>
            </a:r>
          </a:p>
        </p:txBody>
      </p:sp>
      <p:sp>
        <p:nvSpPr>
          <p:cNvPr id="1029" name="Rectangle 8"/>
          <p:cNvSpPr>
            <a:spLocks noChangeArrowheads="1"/>
          </p:cNvSpPr>
          <p:nvPr/>
        </p:nvSpPr>
        <p:spPr bwMode="auto">
          <a:xfrm>
            <a:off x="762000" y="1414463"/>
            <a:ext cx="6629400" cy="338137"/>
          </a:xfrm>
          <a:prstGeom prst="rect">
            <a:avLst/>
          </a:prstGeom>
          <a:noFill/>
          <a:ln w="9525">
            <a:noFill/>
            <a:miter lim="800000"/>
            <a:headEnd/>
            <a:tailEnd/>
          </a:ln>
        </p:spPr>
        <p:txBody>
          <a:bodyPr>
            <a:spAutoFit/>
          </a:bodyPr>
          <a:lstStyle/>
          <a:p>
            <a:r>
              <a:rPr lang="en-US" sz="1600" b="1">
                <a:solidFill>
                  <a:srgbClr val="EE3124"/>
                </a:solidFill>
                <a:latin typeface="Verdana" pitchFamily="-109" charset="0"/>
              </a:rPr>
              <a:t>Sub head Verdana 16pt Bold </a:t>
            </a:r>
          </a:p>
        </p:txBody>
      </p:sp>
      <p:sp>
        <p:nvSpPr>
          <p:cNvPr id="1030" name="Rectangle 14"/>
          <p:cNvSpPr>
            <a:spLocks noChangeArrowheads="1"/>
          </p:cNvSpPr>
          <p:nvPr/>
        </p:nvSpPr>
        <p:spPr bwMode="auto">
          <a:xfrm>
            <a:off x="5751513" y="3048000"/>
            <a:ext cx="2859087" cy="554038"/>
          </a:xfrm>
          <a:prstGeom prst="rect">
            <a:avLst/>
          </a:prstGeom>
          <a:noFill/>
          <a:ln w="9525">
            <a:noFill/>
            <a:miter lim="800000"/>
            <a:headEnd/>
            <a:tailEnd/>
          </a:ln>
        </p:spPr>
        <p:txBody>
          <a:bodyPr>
            <a:spAutoFit/>
          </a:bodyPr>
          <a:lstStyle/>
          <a:p>
            <a:r>
              <a:rPr lang="en-US" sz="1000">
                <a:solidFill>
                  <a:srgbClr val="ED1C24"/>
                </a:solidFill>
                <a:latin typeface="Verdana" pitchFamily="-109" charset="0"/>
              </a:rPr>
              <a:t>Note</a:t>
            </a:r>
          </a:p>
          <a:p>
            <a:r>
              <a:rPr lang="en-US" sz="1000">
                <a:latin typeface="Verdana" pitchFamily="-109" charset="0"/>
              </a:rPr>
              <a:t>Shown here is the ideal size for a graph. Data in Verdana 10pt Regular.</a:t>
            </a:r>
            <a:endParaRPr lang="en-US" sz="1000"/>
          </a:p>
        </p:txBody>
      </p:sp>
      <p:graphicFrame>
        <p:nvGraphicFramePr>
          <p:cNvPr id="8" name="Object 2"/>
          <p:cNvGraphicFramePr>
            <a:graphicFrameLocks noChangeAspect="1"/>
          </p:cNvGraphicFramePr>
          <p:nvPr/>
        </p:nvGraphicFramePr>
        <p:xfrm>
          <a:off x="579438" y="3175000"/>
          <a:ext cx="5846762" cy="2895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738BC113-BFD8-43F5-9BAE-36D107842FEB}"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5</a:t>
            </a:fld>
            <a:endParaRPr lang="en-US" sz="700">
              <a:solidFill>
                <a:srgbClr val="ED1C24"/>
              </a:solidFill>
              <a:latin typeface="Verdana" pitchFamily="18"/>
              <a:ea typeface="Arial Unicode MS" pitchFamily="2"/>
              <a:cs typeface="Tahoma" pitchFamily="2"/>
            </a:endParaRPr>
          </a:p>
        </p:txBody>
      </p:sp>
      <p:pic>
        <p:nvPicPr>
          <p:cNvPr id="9" name="Picture 8" descr="Header-01-01.jpg"/>
          <p:cNvPicPr>
            <a:picLocks noChangeAspect="1"/>
          </p:cNvPicPr>
          <p:nvPr/>
        </p:nvPicPr>
        <p:blipFill>
          <a:blip r:embed="rId4" cstate="print"/>
          <a:srcRect t="67703" b="9283"/>
          <a:stretch>
            <a:fillRect/>
          </a:stretch>
        </p:blipFill>
        <p:spPr>
          <a:xfrm>
            <a:off x="0" y="0"/>
            <a:ext cx="9144000" cy="936104"/>
          </a:xfrm>
          <a:prstGeom prst="rect">
            <a:avLst/>
          </a:prstGeom>
        </p:spPr>
      </p:pic>
      <p:sp>
        <p:nvSpPr>
          <p:cNvPr id="11" name="Rectangle 10"/>
          <p:cNvSpPr>
            <a:spLocks noChangeArrowheads="1"/>
          </p:cNvSpPr>
          <p:nvPr/>
        </p:nvSpPr>
        <p:spPr bwMode="auto">
          <a:xfrm>
            <a:off x="762000" y="254000"/>
            <a:ext cx="7848600" cy="523220"/>
          </a:xfrm>
          <a:prstGeom prst="rect">
            <a:avLst/>
          </a:prstGeom>
          <a:noFill/>
          <a:ln w="9525">
            <a:noFill/>
            <a:miter lim="800000"/>
            <a:headEnd/>
            <a:tailEnd/>
          </a:ln>
        </p:spPr>
        <p:txBody>
          <a:bodyPr>
            <a:spAutoFit/>
          </a:bodyPr>
          <a:lstStyle/>
          <a:p>
            <a:r>
              <a:rPr lang="en-US" sz="2800" dirty="0">
                <a:solidFill>
                  <a:schemeClr val="bg1"/>
                </a:solidFill>
                <a:latin typeface="Verdana" pitchFamily="-109" charset="0"/>
              </a:rPr>
              <a:t>Example of slide with graph</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grpSp>
        <p:nvGrpSpPr>
          <p:cNvPr id="2052" name="Group 26"/>
          <p:cNvGrpSpPr>
            <a:grpSpLocks/>
          </p:cNvGrpSpPr>
          <p:nvPr/>
        </p:nvGrpSpPr>
        <p:grpSpPr bwMode="auto">
          <a:xfrm>
            <a:off x="485775" y="3113127"/>
            <a:ext cx="7340561" cy="3516235"/>
            <a:chOff x="486507" y="3113521"/>
            <a:chExt cx="6066661" cy="2906247"/>
          </a:xfrm>
        </p:grpSpPr>
        <p:graphicFrame>
          <p:nvGraphicFramePr>
            <p:cNvPr id="17" name="Object 2"/>
            <p:cNvGraphicFramePr>
              <a:graphicFrameLocks noChangeAspect="1"/>
            </p:cNvGraphicFramePr>
            <p:nvPr/>
          </p:nvGraphicFramePr>
          <p:xfrm>
            <a:off x="533433" y="3113521"/>
            <a:ext cx="6019735" cy="2906247"/>
          </p:xfrm>
          <a:graphic>
            <a:graphicData uri="http://schemas.openxmlformats.org/drawingml/2006/chart">
              <c:chart xmlns:c="http://schemas.openxmlformats.org/drawingml/2006/chart" xmlns:r="http://schemas.openxmlformats.org/officeDocument/2006/relationships" r:id="rId4"/>
            </a:graphicData>
          </a:graphic>
        </p:graphicFrame>
        <p:grpSp>
          <p:nvGrpSpPr>
            <p:cNvPr id="2060" name="Group 25"/>
            <p:cNvGrpSpPr>
              <a:grpSpLocks/>
            </p:cNvGrpSpPr>
            <p:nvPr/>
          </p:nvGrpSpPr>
          <p:grpSpPr bwMode="auto">
            <a:xfrm>
              <a:off x="486507" y="3514969"/>
              <a:ext cx="5914293" cy="1819031"/>
              <a:chOff x="486507" y="3514969"/>
              <a:chExt cx="5914293" cy="1819031"/>
            </a:xfrm>
          </p:grpSpPr>
          <p:sp>
            <p:nvSpPr>
              <p:cNvPr id="2061" name="Rectangle 21"/>
              <p:cNvSpPr>
                <a:spLocks noChangeArrowheads="1"/>
              </p:cNvSpPr>
              <p:nvPr/>
            </p:nvSpPr>
            <p:spPr bwMode="auto">
              <a:xfrm>
                <a:off x="5562600" y="4648200"/>
                <a:ext cx="838200" cy="304800"/>
              </a:xfrm>
              <a:prstGeom prst="rect">
                <a:avLst/>
              </a:prstGeom>
              <a:solidFill>
                <a:schemeClr val="bg1"/>
              </a:solidFill>
              <a:ln w="9525">
                <a:noFill/>
                <a:round/>
                <a:headEnd/>
                <a:tailEnd/>
              </a:ln>
            </p:spPr>
            <p:txBody>
              <a:bodyPr/>
              <a:lstStyle/>
              <a:p>
                <a:endParaRPr lang="en-US"/>
              </a:p>
            </p:txBody>
          </p:sp>
          <p:sp>
            <p:nvSpPr>
              <p:cNvPr id="2062" name="Rectangle 22"/>
              <p:cNvSpPr>
                <a:spLocks noChangeArrowheads="1"/>
              </p:cNvSpPr>
              <p:nvPr/>
            </p:nvSpPr>
            <p:spPr bwMode="auto">
              <a:xfrm>
                <a:off x="1096107" y="3514969"/>
                <a:ext cx="762000" cy="228600"/>
              </a:xfrm>
              <a:prstGeom prst="rect">
                <a:avLst/>
              </a:prstGeom>
              <a:solidFill>
                <a:schemeClr val="bg1"/>
              </a:solidFill>
              <a:ln w="9525">
                <a:noFill/>
                <a:round/>
                <a:headEnd/>
                <a:tailEnd/>
              </a:ln>
            </p:spPr>
            <p:txBody>
              <a:bodyPr/>
              <a:lstStyle/>
              <a:p>
                <a:endParaRPr lang="en-US"/>
              </a:p>
            </p:txBody>
          </p:sp>
          <p:sp>
            <p:nvSpPr>
              <p:cNvPr id="2063" name="Rectangle 23"/>
              <p:cNvSpPr>
                <a:spLocks noChangeArrowheads="1"/>
              </p:cNvSpPr>
              <p:nvPr/>
            </p:nvSpPr>
            <p:spPr bwMode="auto">
              <a:xfrm>
                <a:off x="486507" y="4781062"/>
                <a:ext cx="762000" cy="228600"/>
              </a:xfrm>
              <a:prstGeom prst="rect">
                <a:avLst/>
              </a:prstGeom>
              <a:solidFill>
                <a:schemeClr val="bg1"/>
              </a:solidFill>
              <a:ln w="9525">
                <a:noFill/>
                <a:round/>
                <a:headEnd/>
                <a:tailEnd/>
              </a:ln>
            </p:spPr>
            <p:txBody>
              <a:bodyPr/>
              <a:lstStyle/>
              <a:p>
                <a:endParaRPr lang="en-US"/>
              </a:p>
            </p:txBody>
          </p:sp>
          <p:sp>
            <p:nvSpPr>
              <p:cNvPr id="2064" name="Rectangle 24"/>
              <p:cNvSpPr>
                <a:spLocks noChangeArrowheads="1"/>
              </p:cNvSpPr>
              <p:nvPr/>
            </p:nvSpPr>
            <p:spPr bwMode="auto">
              <a:xfrm>
                <a:off x="1447800" y="5181600"/>
                <a:ext cx="609600" cy="152400"/>
              </a:xfrm>
              <a:prstGeom prst="rect">
                <a:avLst/>
              </a:prstGeom>
              <a:solidFill>
                <a:schemeClr val="bg1"/>
              </a:solidFill>
              <a:ln w="9525">
                <a:noFill/>
                <a:round/>
                <a:headEnd/>
                <a:tailEnd/>
              </a:ln>
            </p:spPr>
            <p:txBody>
              <a:bodyPr/>
              <a:lstStyle/>
              <a:p>
                <a:endParaRPr lang="en-US"/>
              </a:p>
            </p:txBody>
          </p:sp>
        </p:grpSp>
      </p:grpSp>
      <p:sp>
        <p:nvSpPr>
          <p:cNvPr id="2053" name="Rectangle 29"/>
          <p:cNvSpPr>
            <a:spLocks noChangeArrowheads="1"/>
          </p:cNvSpPr>
          <p:nvPr/>
        </p:nvSpPr>
        <p:spPr bwMode="auto">
          <a:xfrm>
            <a:off x="2667000" y="3962400"/>
            <a:ext cx="685800" cy="246063"/>
          </a:xfrm>
          <a:prstGeom prst="rect">
            <a:avLst/>
          </a:prstGeom>
          <a:noFill/>
          <a:ln w="9525">
            <a:noFill/>
            <a:miter lim="800000"/>
            <a:headEnd/>
            <a:tailEnd/>
          </a:ln>
        </p:spPr>
        <p:txBody>
          <a:bodyPr>
            <a:spAutoFit/>
          </a:bodyPr>
          <a:lstStyle/>
          <a:p>
            <a:r>
              <a:rPr lang="en-US" sz="1000" dirty="0">
                <a:solidFill>
                  <a:schemeClr val="bg1"/>
                </a:solidFill>
                <a:latin typeface="Verdana" pitchFamily="-109" charset="0"/>
              </a:rPr>
              <a:t>3rd Qtr</a:t>
            </a:r>
            <a:endParaRPr lang="en-US" sz="1000" dirty="0">
              <a:solidFill>
                <a:schemeClr val="bg1"/>
              </a:solidFill>
            </a:endParaRPr>
          </a:p>
        </p:txBody>
      </p:sp>
      <p:sp>
        <p:nvSpPr>
          <p:cNvPr id="2054" name="Rectangle 30"/>
          <p:cNvSpPr>
            <a:spLocks noChangeArrowheads="1"/>
          </p:cNvSpPr>
          <p:nvPr/>
        </p:nvSpPr>
        <p:spPr bwMode="auto">
          <a:xfrm>
            <a:off x="1752600" y="4343400"/>
            <a:ext cx="685800" cy="246063"/>
          </a:xfrm>
          <a:prstGeom prst="rect">
            <a:avLst/>
          </a:prstGeom>
          <a:noFill/>
          <a:ln w="9525">
            <a:noFill/>
            <a:miter lim="800000"/>
            <a:headEnd/>
            <a:tailEnd/>
          </a:ln>
        </p:spPr>
        <p:txBody>
          <a:bodyPr>
            <a:spAutoFit/>
          </a:bodyPr>
          <a:lstStyle/>
          <a:p>
            <a:r>
              <a:rPr lang="en-US" sz="1000">
                <a:solidFill>
                  <a:schemeClr val="bg1"/>
                </a:solidFill>
                <a:latin typeface="Verdana" pitchFamily="-109" charset="0"/>
              </a:rPr>
              <a:t>2nd Qtr</a:t>
            </a:r>
            <a:endParaRPr lang="en-US" sz="1000">
              <a:solidFill>
                <a:schemeClr val="bg1"/>
              </a:solidFill>
            </a:endParaRPr>
          </a:p>
        </p:txBody>
      </p:sp>
      <p:sp>
        <p:nvSpPr>
          <p:cNvPr id="2055" name="Rectangle 31"/>
          <p:cNvSpPr>
            <a:spLocks noChangeArrowheads="1"/>
          </p:cNvSpPr>
          <p:nvPr/>
        </p:nvSpPr>
        <p:spPr bwMode="auto">
          <a:xfrm>
            <a:off x="4800600" y="4343400"/>
            <a:ext cx="990600" cy="246063"/>
          </a:xfrm>
          <a:prstGeom prst="rect">
            <a:avLst/>
          </a:prstGeom>
          <a:noFill/>
          <a:ln w="9525">
            <a:noFill/>
            <a:miter lim="800000"/>
            <a:headEnd/>
            <a:tailEnd/>
          </a:ln>
        </p:spPr>
        <p:txBody>
          <a:bodyPr>
            <a:spAutoFit/>
          </a:bodyPr>
          <a:lstStyle/>
          <a:p>
            <a:r>
              <a:rPr lang="en-US" sz="1000">
                <a:latin typeface="Verdana" pitchFamily="-109" charset="0"/>
              </a:rPr>
              <a:t>4rth Qtr</a:t>
            </a:r>
            <a:endParaRPr lang="en-US" sz="1000"/>
          </a:p>
        </p:txBody>
      </p:sp>
      <p:sp>
        <p:nvSpPr>
          <p:cNvPr id="2056" name="Rectangle 32"/>
          <p:cNvSpPr>
            <a:spLocks noChangeArrowheads="1"/>
          </p:cNvSpPr>
          <p:nvPr/>
        </p:nvSpPr>
        <p:spPr bwMode="auto">
          <a:xfrm>
            <a:off x="2514600" y="4648200"/>
            <a:ext cx="685800" cy="246063"/>
          </a:xfrm>
          <a:prstGeom prst="rect">
            <a:avLst/>
          </a:prstGeom>
          <a:noFill/>
          <a:ln w="9525">
            <a:noFill/>
            <a:miter lim="800000"/>
            <a:headEnd/>
            <a:tailEnd/>
          </a:ln>
        </p:spPr>
        <p:txBody>
          <a:bodyPr>
            <a:spAutoFit/>
          </a:bodyPr>
          <a:lstStyle/>
          <a:p>
            <a:r>
              <a:rPr lang="en-US" sz="1000" dirty="0">
                <a:solidFill>
                  <a:schemeClr val="bg1"/>
                </a:solidFill>
                <a:latin typeface="Verdana" pitchFamily="-109" charset="0"/>
              </a:rPr>
              <a:t>1st Qtr</a:t>
            </a:r>
            <a:endParaRPr lang="en-US" sz="1000" dirty="0">
              <a:solidFill>
                <a:schemeClr val="bg1"/>
              </a:solidFill>
            </a:endParaRPr>
          </a:p>
        </p:txBody>
      </p:sp>
      <p:sp>
        <p:nvSpPr>
          <p:cNvPr id="2057" name="Rectangle 7"/>
          <p:cNvSpPr>
            <a:spLocks noChangeArrowheads="1"/>
          </p:cNvSpPr>
          <p:nvPr/>
        </p:nvSpPr>
        <p:spPr bwMode="auto">
          <a:xfrm>
            <a:off x="762000" y="1400175"/>
            <a:ext cx="7467600" cy="1676400"/>
          </a:xfrm>
          <a:prstGeom prst="rect">
            <a:avLst/>
          </a:prstGeom>
          <a:noFill/>
          <a:ln w="9525">
            <a:noFill/>
            <a:miter lim="800000"/>
            <a:headEnd/>
            <a:tailEnd/>
          </a:ln>
        </p:spPr>
        <p:txBody>
          <a:bodyPr/>
          <a:lstStyle/>
          <a:p>
            <a:pPr marL="342900" indent="-342900">
              <a:spcBef>
                <a:spcPct val="20000"/>
              </a:spcBef>
              <a:buClr>
                <a:srgbClr val="0067AC"/>
              </a:buClr>
            </a:pPr>
            <a:r>
              <a:rPr lang="en-US" sz="1600" b="1">
                <a:latin typeface="Verdana" pitchFamily="-109" charset="0"/>
              </a:rPr>
              <a:t>Highlighted text in Verdana 16pt Bold</a:t>
            </a:r>
          </a:p>
          <a:p>
            <a:pPr marL="342900" indent="-342900">
              <a:spcBef>
                <a:spcPct val="20000"/>
              </a:spcBef>
              <a:buClr>
                <a:srgbClr val="FF0000"/>
              </a:buClr>
              <a:buFont typeface="Wingdings" pitchFamily="-109" charset="2"/>
              <a:buChar char="§"/>
            </a:pPr>
            <a:r>
              <a:rPr lang="en-US" sz="1600">
                <a:latin typeface="Verdana" pitchFamily="-109" charset="0"/>
              </a:rPr>
              <a:t>Example for usage of bullet points</a:t>
            </a:r>
          </a:p>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a:p>
            <a:pPr marL="342900" indent="-342900">
              <a:spcBef>
                <a:spcPct val="20000"/>
              </a:spcBef>
              <a:buClr>
                <a:srgbClr val="FF0000"/>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p:txBody>
      </p:sp>
      <p:sp>
        <p:nvSpPr>
          <p:cNvPr id="2058" name="Rectangle 14"/>
          <p:cNvSpPr>
            <a:spLocks noChangeArrowheads="1"/>
          </p:cNvSpPr>
          <p:nvPr/>
        </p:nvSpPr>
        <p:spPr bwMode="auto">
          <a:xfrm>
            <a:off x="5751513" y="3048000"/>
            <a:ext cx="2859087" cy="554038"/>
          </a:xfrm>
          <a:prstGeom prst="rect">
            <a:avLst/>
          </a:prstGeom>
          <a:noFill/>
          <a:ln w="9525">
            <a:noFill/>
            <a:miter lim="800000"/>
            <a:headEnd/>
            <a:tailEnd/>
          </a:ln>
        </p:spPr>
        <p:txBody>
          <a:bodyPr>
            <a:spAutoFit/>
          </a:bodyPr>
          <a:lstStyle/>
          <a:p>
            <a:r>
              <a:rPr lang="en-US" sz="1000">
                <a:solidFill>
                  <a:srgbClr val="EE3124"/>
                </a:solidFill>
                <a:latin typeface="Verdana" pitchFamily="-109" charset="0"/>
              </a:rPr>
              <a:t>Note</a:t>
            </a:r>
          </a:p>
          <a:p>
            <a:r>
              <a:rPr lang="en-US" sz="1000">
                <a:latin typeface="Verdana" pitchFamily="-109" charset="0"/>
              </a:rPr>
              <a:t>Shown here is the ideal size for a graph. Data in Verdana 10pt Regular.</a:t>
            </a:r>
            <a:endParaRPr lang="en-US" sz="1000"/>
          </a:p>
        </p:txBody>
      </p:sp>
      <p:sp>
        <p:nvSpPr>
          <p:cNvPr id="23"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927EC7A8-CD9E-463F-8F73-BE6790D7BC5F}"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6</a:t>
            </a:fld>
            <a:endParaRPr lang="en-US" sz="700">
              <a:solidFill>
                <a:srgbClr val="ED1C24"/>
              </a:solidFill>
              <a:latin typeface="Verdana" pitchFamily="18"/>
              <a:ea typeface="Arial Unicode MS" pitchFamily="2"/>
              <a:cs typeface="Tahoma" pitchFamily="2"/>
            </a:endParaRPr>
          </a:p>
        </p:txBody>
      </p:sp>
      <p:sp>
        <p:nvSpPr>
          <p:cNvPr id="18" name="Rectangle 17"/>
          <p:cNvSpPr>
            <a:spLocks noChangeArrowheads="1"/>
          </p:cNvSpPr>
          <p:nvPr/>
        </p:nvSpPr>
        <p:spPr bwMode="auto">
          <a:xfrm>
            <a:off x="762000" y="254000"/>
            <a:ext cx="7848600" cy="523220"/>
          </a:xfrm>
          <a:prstGeom prst="rect">
            <a:avLst/>
          </a:prstGeom>
          <a:noFill/>
          <a:ln w="9525">
            <a:noFill/>
            <a:miter lim="800000"/>
            <a:headEnd/>
            <a:tailEnd/>
          </a:ln>
        </p:spPr>
        <p:txBody>
          <a:bodyPr>
            <a:spAutoFit/>
          </a:bodyPr>
          <a:lstStyle/>
          <a:p>
            <a:r>
              <a:rPr lang="en-US" sz="2800" dirty="0">
                <a:solidFill>
                  <a:schemeClr val="bg1"/>
                </a:solidFill>
                <a:latin typeface="Verdana" pitchFamily="-109" charset="0"/>
              </a:rPr>
              <a:t>Example of slide with graph 2</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sp>
        <p:nvSpPr>
          <p:cNvPr id="3076" name="Rectangle 7"/>
          <p:cNvSpPr>
            <a:spLocks noChangeArrowheads="1"/>
          </p:cNvSpPr>
          <p:nvPr/>
        </p:nvSpPr>
        <p:spPr bwMode="auto">
          <a:xfrm>
            <a:off x="762000" y="1400175"/>
            <a:ext cx="7467600" cy="1676400"/>
          </a:xfrm>
          <a:prstGeom prst="rect">
            <a:avLst/>
          </a:prstGeom>
          <a:noFill/>
          <a:ln w="9525">
            <a:noFill/>
            <a:miter lim="800000"/>
            <a:headEnd/>
            <a:tailEnd/>
          </a:ln>
        </p:spPr>
        <p:txBody>
          <a:bodyPr/>
          <a:lstStyle/>
          <a:p>
            <a:pPr marL="342900" indent="-342900">
              <a:spcBef>
                <a:spcPct val="20000"/>
              </a:spcBef>
              <a:buClr>
                <a:srgbClr val="0067AC"/>
              </a:buClr>
            </a:pPr>
            <a:r>
              <a:rPr lang="en-US" sz="1600" b="1">
                <a:latin typeface="Verdana" pitchFamily="-109" charset="0"/>
              </a:rPr>
              <a:t>Highlighted text in Verdana 16pt Bold</a:t>
            </a:r>
          </a:p>
          <a:p>
            <a:pPr marL="342900" indent="-342900">
              <a:spcBef>
                <a:spcPct val="20000"/>
              </a:spcBef>
              <a:buClr>
                <a:srgbClr val="0067AC"/>
              </a:buClr>
              <a:buFont typeface="Wingdings" pitchFamily="-109" charset="2"/>
              <a:buChar char="§"/>
            </a:pPr>
            <a:r>
              <a:rPr lang="en-US" sz="1600">
                <a:latin typeface="Verdana" pitchFamily="-109" charset="0"/>
              </a:rPr>
              <a:t>Example for usage of bullet points</a:t>
            </a:r>
          </a:p>
          <a:p>
            <a:pPr marL="342900" indent="-342900">
              <a:spcBef>
                <a:spcPct val="20000"/>
              </a:spcBef>
              <a:buClr>
                <a:srgbClr val="0067AC"/>
              </a:buClr>
              <a:buFont typeface="Wingdings" pitchFamily="-109" charset="2"/>
              <a:buChar char="§"/>
            </a:pPr>
            <a:r>
              <a:rPr lang="en-US" sz="1600">
                <a:latin typeface="Verdana" pitchFamily="-109" charset="0"/>
              </a:rPr>
              <a:t>Eneterh exero conummy niamet</a:t>
            </a:r>
          </a:p>
          <a:p>
            <a:pPr marL="342900" indent="-342900">
              <a:spcBef>
                <a:spcPct val="20000"/>
              </a:spcBef>
              <a:buClr>
                <a:srgbClr val="0067AC"/>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0067AC"/>
              </a:buClr>
              <a:buFont typeface="Wingdings" pitchFamily="-109" charset="2"/>
              <a:buChar char="§"/>
            </a:pPr>
            <a:r>
              <a:rPr lang="en-US" sz="1600">
                <a:latin typeface="Verdana" pitchFamily="-109" charset="0"/>
              </a:rPr>
              <a:t>Eneterh exero conummy niamet</a:t>
            </a:r>
          </a:p>
        </p:txBody>
      </p:sp>
      <p:graphicFrame>
        <p:nvGraphicFramePr>
          <p:cNvPr id="7" name="Object 2"/>
          <p:cNvGraphicFramePr>
            <a:graphicFrameLocks noChangeAspect="1"/>
          </p:cNvGraphicFramePr>
          <p:nvPr/>
        </p:nvGraphicFramePr>
        <p:xfrm>
          <a:off x="736600" y="3251200"/>
          <a:ext cx="5924550" cy="2935288"/>
        </p:xfrm>
        <a:graphic>
          <a:graphicData uri="http://schemas.openxmlformats.org/drawingml/2006/chart">
            <c:chart xmlns:c="http://schemas.openxmlformats.org/drawingml/2006/chart" xmlns:r="http://schemas.openxmlformats.org/officeDocument/2006/relationships" r:id="rId4"/>
          </a:graphicData>
        </a:graphic>
      </p:graphicFrame>
      <p:sp>
        <p:nvSpPr>
          <p:cNvPr id="3077" name="Rectangle 14"/>
          <p:cNvSpPr>
            <a:spLocks noChangeArrowheads="1"/>
          </p:cNvSpPr>
          <p:nvPr/>
        </p:nvSpPr>
        <p:spPr bwMode="auto">
          <a:xfrm>
            <a:off x="5980113" y="3048000"/>
            <a:ext cx="2859087" cy="554038"/>
          </a:xfrm>
          <a:prstGeom prst="rect">
            <a:avLst/>
          </a:prstGeom>
          <a:noFill/>
          <a:ln w="9525">
            <a:noFill/>
            <a:miter lim="800000"/>
            <a:headEnd/>
            <a:tailEnd/>
          </a:ln>
        </p:spPr>
        <p:txBody>
          <a:bodyPr>
            <a:spAutoFit/>
          </a:bodyPr>
          <a:lstStyle/>
          <a:p>
            <a:r>
              <a:rPr lang="en-US" sz="1000">
                <a:solidFill>
                  <a:srgbClr val="ED1C24"/>
                </a:solidFill>
                <a:latin typeface="Verdana" pitchFamily="-109" charset="0"/>
              </a:rPr>
              <a:t>Note</a:t>
            </a:r>
          </a:p>
          <a:p>
            <a:r>
              <a:rPr lang="en-US" sz="1000">
                <a:latin typeface="Verdana" pitchFamily="-109" charset="0"/>
              </a:rPr>
              <a:t>Shown here is the ideal size for a graph. Data in Verdana 10pt Regular.</a:t>
            </a:r>
            <a:endParaRPr lang="en-US" sz="1000"/>
          </a:p>
        </p:txBody>
      </p:sp>
      <p:sp>
        <p:nvSpPr>
          <p:cNvPr id="9"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4123427F-1252-4D02-A9AC-2B999A033E35}"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7</a:t>
            </a:fld>
            <a:endParaRPr lang="en-US" sz="700">
              <a:solidFill>
                <a:srgbClr val="ED1C24"/>
              </a:solidFill>
              <a:latin typeface="Verdana" pitchFamily="18"/>
              <a:ea typeface="Arial Unicode MS" pitchFamily="2"/>
              <a:cs typeface="Tahoma" pitchFamily="2"/>
            </a:endParaRPr>
          </a:p>
        </p:txBody>
      </p:sp>
      <p:sp>
        <p:nvSpPr>
          <p:cNvPr id="8" name="Rectangle 7"/>
          <p:cNvSpPr>
            <a:spLocks noChangeArrowheads="1"/>
          </p:cNvSpPr>
          <p:nvPr/>
        </p:nvSpPr>
        <p:spPr bwMode="auto">
          <a:xfrm>
            <a:off x="762000" y="254000"/>
            <a:ext cx="7848600" cy="523220"/>
          </a:xfrm>
          <a:prstGeom prst="rect">
            <a:avLst/>
          </a:prstGeom>
          <a:noFill/>
          <a:ln w="9525">
            <a:noFill/>
            <a:miter lim="800000"/>
            <a:headEnd/>
            <a:tailEnd/>
          </a:ln>
        </p:spPr>
        <p:txBody>
          <a:bodyPr>
            <a:spAutoFit/>
          </a:bodyPr>
          <a:lstStyle/>
          <a:p>
            <a:r>
              <a:rPr lang="en-US" sz="2800" dirty="0">
                <a:solidFill>
                  <a:schemeClr val="bg1"/>
                </a:solidFill>
                <a:latin typeface="Verdana" pitchFamily="-109" charset="0"/>
              </a:rPr>
              <a:t>Example of slide with graph 3</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pic>
        <p:nvPicPr>
          <p:cNvPr id="7" name="Picture 6" descr="Hyperplates intro Shop3.jpg"/>
          <p:cNvPicPr>
            <a:picLocks noChangeAspect="1"/>
          </p:cNvPicPr>
          <p:nvPr/>
        </p:nvPicPr>
        <p:blipFill>
          <a:blip r:embed="rId4" cstate="print"/>
          <a:srcRect l="8682" r="24065" b="50930"/>
          <a:stretch>
            <a:fillRect/>
          </a:stretch>
        </p:blipFill>
        <p:spPr bwMode="auto">
          <a:xfrm>
            <a:off x="0" y="1065615"/>
            <a:ext cx="9144000" cy="3227481"/>
          </a:xfrm>
          <a:prstGeom prst="rect">
            <a:avLst/>
          </a:prstGeom>
          <a:noFill/>
          <a:ln w="9525">
            <a:noFill/>
            <a:miter lim="800000"/>
            <a:headEnd/>
            <a:tailEnd/>
          </a:ln>
        </p:spPr>
      </p:pic>
      <p:sp>
        <p:nvSpPr>
          <p:cNvPr id="10242" name="Rectangle 6"/>
          <p:cNvSpPr>
            <a:spLocks noChangeArrowheads="1"/>
          </p:cNvSpPr>
          <p:nvPr/>
        </p:nvSpPr>
        <p:spPr bwMode="auto">
          <a:xfrm>
            <a:off x="762000" y="5334000"/>
            <a:ext cx="7467600" cy="1143000"/>
          </a:xfrm>
          <a:prstGeom prst="rect">
            <a:avLst/>
          </a:prstGeom>
          <a:noFill/>
          <a:ln w="9525">
            <a:noFill/>
            <a:miter lim="800000"/>
            <a:headEnd/>
            <a:tailEnd/>
          </a:ln>
        </p:spPr>
        <p:txBody>
          <a:bodyPr/>
          <a:lstStyle/>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a:p>
            <a:pPr marL="342900" indent="-342900">
              <a:spcBef>
                <a:spcPct val="20000"/>
              </a:spcBef>
              <a:buClr>
                <a:srgbClr val="FF0000"/>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p:txBody>
      </p:sp>
      <p:sp>
        <p:nvSpPr>
          <p:cNvPr id="10243" name="Rectangle 8"/>
          <p:cNvSpPr>
            <a:spLocks noChangeArrowheads="1"/>
          </p:cNvSpPr>
          <p:nvPr/>
        </p:nvSpPr>
        <p:spPr bwMode="auto">
          <a:xfrm>
            <a:off x="762000" y="254000"/>
            <a:ext cx="6629400" cy="523220"/>
          </a:xfrm>
          <a:prstGeom prst="rect">
            <a:avLst/>
          </a:prstGeom>
          <a:noFill/>
          <a:ln w="9525">
            <a:noFill/>
            <a:miter lim="800000"/>
            <a:headEnd/>
            <a:tailEnd/>
          </a:ln>
        </p:spPr>
        <p:txBody>
          <a:bodyPr>
            <a:spAutoFit/>
          </a:bodyPr>
          <a:lstStyle/>
          <a:p>
            <a:r>
              <a:rPr lang="en-US" sz="2800" dirty="0">
                <a:solidFill>
                  <a:schemeClr val="bg1"/>
                </a:solidFill>
                <a:latin typeface="Verdana" pitchFamily="-109" charset="0"/>
              </a:rPr>
              <a:t>Example of image use (single)</a:t>
            </a:r>
          </a:p>
        </p:txBody>
      </p:sp>
      <p:sp>
        <p:nvSpPr>
          <p:cNvPr id="10244" name="TextBox 7"/>
          <p:cNvSpPr txBox="1">
            <a:spLocks noChangeArrowheads="1"/>
          </p:cNvSpPr>
          <p:nvPr/>
        </p:nvSpPr>
        <p:spPr bwMode="auto">
          <a:xfrm>
            <a:off x="762000" y="4419600"/>
            <a:ext cx="7086600" cy="830263"/>
          </a:xfrm>
          <a:prstGeom prst="rect">
            <a:avLst/>
          </a:prstGeom>
          <a:noFill/>
          <a:ln w="9525">
            <a:noFill/>
            <a:miter lim="800000"/>
            <a:headEnd/>
            <a:tailEnd/>
          </a:ln>
        </p:spPr>
        <p:txBody>
          <a:bodyPr>
            <a:spAutoFit/>
          </a:bodyPr>
          <a:lstStyle/>
          <a:p>
            <a:r>
              <a:rPr lang="en-US" sz="1600" b="1">
                <a:latin typeface="Verdana" pitchFamily="-109" charset="0"/>
              </a:rPr>
              <a:t>Highlighted text, Verdana 16pt Bold</a:t>
            </a:r>
          </a:p>
          <a:p>
            <a:r>
              <a:rPr lang="en-US" sz="1600">
                <a:latin typeface="Verdana" pitchFamily="-109" charset="0"/>
              </a:rPr>
              <a:t>Body copy Verdana 16pt Regular. Integer fringilla, lectus sit amet aliquam egestas, elit arcu mattis sapien.</a:t>
            </a:r>
          </a:p>
        </p:txBody>
      </p:sp>
      <p:sp>
        <p:nvSpPr>
          <p:cNvPr id="10245" name="Rectangle 6"/>
          <p:cNvSpPr>
            <a:spLocks noChangeArrowheads="1"/>
          </p:cNvSpPr>
          <p:nvPr/>
        </p:nvSpPr>
        <p:spPr bwMode="auto">
          <a:xfrm>
            <a:off x="762000" y="4062908"/>
            <a:ext cx="2438400" cy="230188"/>
          </a:xfrm>
          <a:prstGeom prst="rect">
            <a:avLst/>
          </a:prstGeom>
          <a:noFill/>
          <a:ln w="9525">
            <a:noFill/>
            <a:miter lim="800000"/>
            <a:headEnd/>
            <a:tailEnd/>
          </a:ln>
        </p:spPr>
        <p:txBody>
          <a:bodyPr>
            <a:spAutoFit/>
          </a:bodyPr>
          <a:lstStyle/>
          <a:p>
            <a:r>
              <a:rPr lang="en-US" sz="900" dirty="0">
                <a:solidFill>
                  <a:schemeClr val="bg1"/>
                </a:solidFill>
                <a:latin typeface="Verdana" pitchFamily="-109" charset="0"/>
              </a:rPr>
              <a:t>NOTE: THIS IS AN INDICATIVE IMAGE</a:t>
            </a:r>
            <a:endParaRPr lang="en-US" sz="900" dirty="0">
              <a:solidFill>
                <a:schemeClr val="bg1"/>
              </a:solidFill>
            </a:endParaRPr>
          </a:p>
        </p:txBody>
      </p:sp>
      <p:sp>
        <p:nvSpPr>
          <p:cNvPr id="9"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F4B3BF8C-A783-44AC-B5CF-A03128D9164D}"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8</a:t>
            </a:fld>
            <a:endParaRPr lang="en-US" sz="700">
              <a:solidFill>
                <a:srgbClr val="ED1C24"/>
              </a:solidFill>
              <a:latin typeface="Verdana" pitchFamily="18"/>
              <a:ea typeface="Arial Unicode MS" pitchFamily="2"/>
              <a:cs typeface="Tahoma" pitchFamily="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Header-01-01.jpg"/>
          <p:cNvPicPr>
            <a:picLocks noChangeAspect="1"/>
          </p:cNvPicPr>
          <p:nvPr/>
        </p:nvPicPr>
        <p:blipFill>
          <a:blip r:embed="rId3" cstate="print"/>
          <a:srcRect t="67703" b="9283"/>
          <a:stretch>
            <a:fillRect/>
          </a:stretch>
        </p:blipFill>
        <p:spPr>
          <a:xfrm>
            <a:off x="0" y="0"/>
            <a:ext cx="9144000" cy="936104"/>
          </a:xfrm>
          <a:prstGeom prst="rect">
            <a:avLst/>
          </a:prstGeom>
        </p:spPr>
      </p:pic>
      <p:sp>
        <p:nvSpPr>
          <p:cNvPr id="11267" name="Rectangle 6"/>
          <p:cNvSpPr>
            <a:spLocks noChangeArrowheads="1"/>
          </p:cNvSpPr>
          <p:nvPr/>
        </p:nvSpPr>
        <p:spPr bwMode="auto">
          <a:xfrm>
            <a:off x="762000" y="4572000"/>
            <a:ext cx="7467600" cy="1905000"/>
          </a:xfrm>
          <a:prstGeom prst="rect">
            <a:avLst/>
          </a:prstGeom>
          <a:noFill/>
          <a:ln w="9525">
            <a:noFill/>
            <a:miter lim="800000"/>
            <a:headEnd/>
            <a:tailEnd/>
          </a:ln>
        </p:spPr>
        <p:txBody>
          <a:bodyPr/>
          <a:lstStyle/>
          <a:p>
            <a:pPr marL="342900" indent="-342900">
              <a:spcBef>
                <a:spcPct val="20000"/>
              </a:spcBef>
              <a:buClr>
                <a:srgbClr val="FF0000"/>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a:p>
            <a:pPr marL="342900" indent="-342900">
              <a:spcBef>
                <a:spcPct val="20000"/>
              </a:spcBef>
              <a:buClr>
                <a:srgbClr val="FF0000"/>
              </a:buClr>
              <a:buFont typeface="Wingdings" pitchFamily="-109" charset="2"/>
              <a:buChar char="§"/>
            </a:pPr>
            <a:r>
              <a:rPr lang="en-US" sz="1600">
                <a:latin typeface="Verdana" pitchFamily="-109" charset="0"/>
              </a:rPr>
              <a:t>Vulputet ilisl ea con eniam cortis faccum veliqui</a:t>
            </a:r>
          </a:p>
          <a:p>
            <a:pPr marL="342900" indent="-342900">
              <a:spcBef>
                <a:spcPct val="20000"/>
              </a:spcBef>
              <a:buClr>
                <a:srgbClr val="FF0000"/>
              </a:buClr>
              <a:buFont typeface="Wingdings" pitchFamily="-109" charset="2"/>
              <a:buChar char="§"/>
            </a:pPr>
            <a:r>
              <a:rPr lang="en-US" sz="1600">
                <a:latin typeface="Verdana" pitchFamily="-109" charset="0"/>
              </a:rPr>
              <a:t>Eneterh exero conummy niamet</a:t>
            </a:r>
          </a:p>
        </p:txBody>
      </p:sp>
      <p:sp>
        <p:nvSpPr>
          <p:cNvPr id="11269" name="Rectangle 6"/>
          <p:cNvSpPr>
            <a:spLocks noChangeArrowheads="1"/>
          </p:cNvSpPr>
          <p:nvPr/>
        </p:nvSpPr>
        <p:spPr bwMode="auto">
          <a:xfrm>
            <a:off x="6707188" y="4171950"/>
            <a:ext cx="2590800" cy="228600"/>
          </a:xfrm>
          <a:prstGeom prst="rect">
            <a:avLst/>
          </a:prstGeom>
          <a:noFill/>
          <a:ln w="9525">
            <a:noFill/>
            <a:miter lim="800000"/>
            <a:headEnd/>
            <a:tailEnd/>
          </a:ln>
        </p:spPr>
        <p:txBody>
          <a:bodyPr>
            <a:spAutoFit/>
          </a:bodyPr>
          <a:lstStyle/>
          <a:p>
            <a:r>
              <a:rPr lang="en-US" sz="900">
                <a:latin typeface="Verdana" pitchFamily="-109" charset="0"/>
              </a:rPr>
              <a:t>NOTE: THESE ARE INDICATIVE IMAGES</a:t>
            </a:r>
            <a:endParaRPr lang="en-US" sz="900"/>
          </a:p>
        </p:txBody>
      </p:sp>
      <p:sp>
        <p:nvSpPr>
          <p:cNvPr id="11270" name="Rectangle 8"/>
          <p:cNvSpPr>
            <a:spLocks noChangeArrowheads="1"/>
          </p:cNvSpPr>
          <p:nvPr/>
        </p:nvSpPr>
        <p:spPr bwMode="auto">
          <a:xfrm>
            <a:off x="762000" y="254000"/>
            <a:ext cx="7554416" cy="523220"/>
          </a:xfrm>
          <a:prstGeom prst="rect">
            <a:avLst/>
          </a:prstGeom>
          <a:noFill/>
          <a:ln w="9525">
            <a:noFill/>
            <a:miter lim="800000"/>
            <a:headEnd/>
            <a:tailEnd/>
          </a:ln>
        </p:spPr>
        <p:txBody>
          <a:bodyPr wrap="square">
            <a:spAutoFit/>
          </a:bodyPr>
          <a:lstStyle/>
          <a:p>
            <a:r>
              <a:rPr lang="en-US" sz="2800" dirty="0">
                <a:solidFill>
                  <a:schemeClr val="bg1"/>
                </a:solidFill>
                <a:latin typeface="Verdana" pitchFamily="-109" charset="0"/>
              </a:rPr>
              <a:t>Example of image use (multiple)</a:t>
            </a:r>
          </a:p>
        </p:txBody>
      </p:sp>
      <p:sp>
        <p:nvSpPr>
          <p:cNvPr id="11"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C0C29D82-E98B-40F4-B8D6-0B7B55DB206A}"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9</a:t>
            </a:fld>
            <a:endParaRPr lang="en-US" sz="700">
              <a:solidFill>
                <a:srgbClr val="ED1C24"/>
              </a:solidFill>
              <a:latin typeface="Verdana" pitchFamily="18"/>
              <a:ea typeface="Arial Unicode MS" pitchFamily="2"/>
              <a:cs typeface="Tahoma" pitchFamily="2"/>
            </a:endParaRPr>
          </a:p>
        </p:txBody>
      </p:sp>
      <p:pic>
        <p:nvPicPr>
          <p:cNvPr id="10" name="Picture 9" descr="Hyperplates intro Shop3.jpg"/>
          <p:cNvPicPr>
            <a:picLocks noChangeAspect="1"/>
          </p:cNvPicPr>
          <p:nvPr/>
        </p:nvPicPr>
        <p:blipFill>
          <a:blip r:embed="rId4" cstate="print"/>
          <a:srcRect l="8682" r="24065" b="8722"/>
          <a:stretch>
            <a:fillRect/>
          </a:stretch>
        </p:blipFill>
        <p:spPr bwMode="auto">
          <a:xfrm>
            <a:off x="0" y="1065615"/>
            <a:ext cx="4716016" cy="3096344"/>
          </a:xfrm>
          <a:prstGeom prst="rect">
            <a:avLst/>
          </a:prstGeom>
          <a:noFill/>
          <a:ln w="9525">
            <a:noFill/>
            <a:miter lim="800000"/>
            <a:headEnd/>
            <a:tailEnd/>
          </a:ln>
        </p:spPr>
      </p:pic>
      <p:grpSp>
        <p:nvGrpSpPr>
          <p:cNvPr id="13" name="Group 12"/>
          <p:cNvGrpSpPr/>
          <p:nvPr/>
        </p:nvGrpSpPr>
        <p:grpSpPr>
          <a:xfrm>
            <a:off x="4846497" y="1052735"/>
            <a:ext cx="4297503" cy="1516095"/>
            <a:chOff x="4846497" y="1052736"/>
            <a:chExt cx="3469919" cy="1224136"/>
          </a:xfrm>
        </p:grpSpPr>
        <p:pic>
          <p:nvPicPr>
            <p:cNvPr id="11266" name="Picture 9" descr="Hyperplates intro Shop3.jpg"/>
            <p:cNvPicPr>
              <a:picLocks noChangeAspect="1"/>
            </p:cNvPicPr>
            <p:nvPr/>
          </p:nvPicPr>
          <p:blipFill>
            <a:blip r:embed="rId4" cstate="print"/>
            <a:srcRect l="8682" r="24065"/>
            <a:stretch>
              <a:fillRect/>
            </a:stretch>
          </p:blipFill>
          <p:spPr bwMode="auto">
            <a:xfrm>
              <a:off x="4846497" y="1066800"/>
              <a:ext cx="1682295" cy="1210072"/>
            </a:xfrm>
            <a:prstGeom prst="rect">
              <a:avLst/>
            </a:prstGeom>
            <a:noFill/>
            <a:ln w="9525">
              <a:noFill/>
              <a:miter lim="800000"/>
              <a:headEnd/>
              <a:tailEnd/>
            </a:ln>
          </p:spPr>
        </p:pic>
        <p:pic>
          <p:nvPicPr>
            <p:cNvPr id="12" name="Picture 9" descr="Hyperplates intro Shop3.jpg"/>
            <p:cNvPicPr>
              <a:picLocks noChangeAspect="1"/>
            </p:cNvPicPr>
            <p:nvPr/>
          </p:nvPicPr>
          <p:blipFill>
            <a:blip r:embed="rId4" cstate="print"/>
            <a:srcRect l="8682" r="24065"/>
            <a:stretch>
              <a:fillRect/>
            </a:stretch>
          </p:blipFill>
          <p:spPr bwMode="auto">
            <a:xfrm>
              <a:off x="6634121" y="1052736"/>
              <a:ext cx="1682295" cy="1210072"/>
            </a:xfrm>
            <a:prstGeom prst="rect">
              <a:avLst/>
            </a:prstGeom>
            <a:noFill/>
            <a:ln w="9525">
              <a:noFill/>
              <a:miter lim="800000"/>
              <a:headEnd/>
              <a:tailEnd/>
            </a:ln>
          </p:spPr>
        </p:pic>
      </p:grpSp>
      <p:grpSp>
        <p:nvGrpSpPr>
          <p:cNvPr id="14" name="Group 13"/>
          <p:cNvGrpSpPr/>
          <p:nvPr/>
        </p:nvGrpSpPr>
        <p:grpSpPr>
          <a:xfrm>
            <a:off x="4846497" y="2658743"/>
            <a:ext cx="4297503" cy="1516095"/>
            <a:chOff x="4846497" y="1052736"/>
            <a:chExt cx="3469919" cy="1224136"/>
          </a:xfrm>
        </p:grpSpPr>
        <p:pic>
          <p:nvPicPr>
            <p:cNvPr id="15" name="Picture 9" descr="Hyperplates intro Shop3.jpg"/>
            <p:cNvPicPr>
              <a:picLocks noChangeAspect="1"/>
            </p:cNvPicPr>
            <p:nvPr/>
          </p:nvPicPr>
          <p:blipFill>
            <a:blip r:embed="rId4" cstate="print"/>
            <a:srcRect l="8682" r="24065"/>
            <a:stretch>
              <a:fillRect/>
            </a:stretch>
          </p:blipFill>
          <p:spPr bwMode="auto">
            <a:xfrm>
              <a:off x="4846497" y="1066800"/>
              <a:ext cx="1682295" cy="1210072"/>
            </a:xfrm>
            <a:prstGeom prst="rect">
              <a:avLst/>
            </a:prstGeom>
            <a:noFill/>
            <a:ln w="9525">
              <a:noFill/>
              <a:miter lim="800000"/>
              <a:headEnd/>
              <a:tailEnd/>
            </a:ln>
          </p:spPr>
        </p:pic>
        <p:pic>
          <p:nvPicPr>
            <p:cNvPr id="16" name="Picture 9" descr="Hyperplates intro Shop3.jpg"/>
            <p:cNvPicPr>
              <a:picLocks noChangeAspect="1"/>
            </p:cNvPicPr>
            <p:nvPr/>
          </p:nvPicPr>
          <p:blipFill>
            <a:blip r:embed="rId4" cstate="print"/>
            <a:srcRect l="8682" r="24065"/>
            <a:stretch>
              <a:fillRect/>
            </a:stretch>
          </p:blipFill>
          <p:spPr bwMode="auto">
            <a:xfrm>
              <a:off x="6634121" y="1052736"/>
              <a:ext cx="1682295" cy="1210072"/>
            </a:xfrm>
            <a:prstGeom prst="rect">
              <a:avLst/>
            </a:prstGeom>
            <a:noFill/>
            <a:ln w="9525">
              <a:noFill/>
              <a:miter lim="800000"/>
              <a:headEnd/>
              <a:tailEnd/>
            </a:ln>
          </p:spPr>
        </p:pic>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
          <p:cNvPicPr>
            <a:picLocks noChangeAspect="1"/>
          </p:cNvPicPr>
          <p:nvPr/>
        </p:nvPicPr>
        <p:blipFill>
          <a:blip r:embed="rId3" cstate="print"/>
          <a:srcRect/>
          <a:stretch>
            <a:fillRect/>
          </a:stretch>
        </p:blipFill>
        <p:spPr bwMode="auto">
          <a:xfrm>
            <a:off x="-4763" y="0"/>
            <a:ext cx="9144001" cy="6464300"/>
          </a:xfrm>
          <a:prstGeom prst="rect">
            <a:avLst/>
          </a:prstGeom>
          <a:noFill/>
          <a:ln w="9525">
            <a:noFill/>
            <a:miter lim="800000"/>
            <a:headEnd/>
            <a:tailEnd/>
          </a:ln>
        </p:spPr>
      </p:pic>
      <p:sp>
        <p:nvSpPr>
          <p:cNvPr id="5" name="Rectangle 11"/>
          <p:cNvSpPr/>
          <p:nvPr/>
        </p:nvSpPr>
        <p:spPr>
          <a:xfrm>
            <a:off x="838200" y="2349500"/>
            <a:ext cx="3352800" cy="12954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compatLnSpc="0"/>
          <a:lstStyle/>
          <a:p>
            <a:pPr fontAlgn="auto">
              <a:spcBef>
                <a:spcPts val="799"/>
              </a:spcBef>
              <a:spcAft>
                <a:spcPts val="0"/>
              </a:spcAft>
              <a:defRPr/>
            </a:pPr>
            <a:r>
              <a:rPr lang="en-US" sz="3200" dirty="0">
                <a:solidFill>
                  <a:srgbClr val="FFFFFF"/>
                </a:solidFill>
                <a:latin typeface="Verdana" pitchFamily="18"/>
                <a:ea typeface="Arial Unicode MS" pitchFamily="2"/>
                <a:cs typeface="Tahoma" pitchFamily="2"/>
              </a:rPr>
              <a:t>Separator Slide</a:t>
            </a:r>
          </a:p>
          <a:p>
            <a:pPr fontAlgn="auto">
              <a:spcBef>
                <a:spcPts val="799"/>
              </a:spcBef>
              <a:spcAft>
                <a:spcPts val="0"/>
              </a:spcAft>
              <a:defRPr/>
            </a:pPr>
            <a:r>
              <a:rPr lang="en-US" sz="3200" dirty="0">
                <a:solidFill>
                  <a:srgbClr val="FFFFFF"/>
                </a:solidFill>
                <a:latin typeface="Verdana" pitchFamily="18"/>
                <a:ea typeface="Arial Unicode MS" pitchFamily="2"/>
                <a:cs typeface="Tahoma" pitchFamily="2"/>
              </a:rPr>
              <a:t>Verdana 32pt</a:t>
            </a:r>
          </a:p>
        </p:txBody>
      </p:sp>
      <p:sp>
        <p:nvSpPr>
          <p:cNvPr id="8" name="Slide Number Placeholder 3"/>
          <p:cNvSpPr/>
          <p:nvPr/>
        </p:nvSpPr>
        <p:spPr>
          <a:xfrm>
            <a:off x="250825" y="6453188"/>
            <a:ext cx="2133600" cy="2079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ctr" compatLnSpc="0"/>
          <a:lstStyle/>
          <a:p>
            <a:pPr fontAlgn="auto" hangingPunct="0">
              <a:spcBef>
                <a:spcPts val="0"/>
              </a:spcBef>
              <a:spcAft>
                <a:spcPts val="0"/>
              </a:spcAft>
              <a:defRPr/>
            </a:pPr>
            <a:fld id="{E33B0A54-1BB4-49C1-A81E-362F29B0CE55}" type="slidenum">
              <a:rPr lang="en-US" sz="700">
                <a:solidFill>
                  <a:srgbClr val="ED1C24"/>
                </a:solidFill>
                <a:latin typeface="Verdana" pitchFamily="18"/>
                <a:ea typeface="Arial Unicode MS" pitchFamily="2"/>
                <a:cs typeface="Tahoma" pitchFamily="2"/>
              </a:rPr>
              <a:pPr fontAlgn="auto" hangingPunct="0">
                <a:spcBef>
                  <a:spcPts val="0"/>
                </a:spcBef>
                <a:spcAft>
                  <a:spcPts val="0"/>
                </a:spcAft>
                <a:defRPr/>
              </a:pPr>
              <a:t>10</a:t>
            </a:fld>
            <a:endParaRPr lang="en-US" sz="700">
              <a:solidFill>
                <a:srgbClr val="ED1C24"/>
              </a:solidFill>
              <a:latin typeface="Verdana" pitchFamily="18"/>
              <a:ea typeface="Arial Unicode MS" pitchFamily="2"/>
              <a:cs typeface="Tahoma" pitchFamily="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p:nvPr/>
        </p:nvSpPr>
        <p:spPr>
          <a:xfrm>
            <a:off x="0" y="5791200"/>
            <a:ext cx="1295400" cy="1066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lIns="90000" tIns="46800" rIns="90000" bIns="46800" compatLnSpc="0"/>
          <a:lstStyle/>
          <a:p>
            <a:pPr fontAlgn="auto" hangingPunct="0">
              <a:spcBef>
                <a:spcPts val="0"/>
              </a:spcBef>
              <a:spcAft>
                <a:spcPts val="0"/>
              </a:spcAft>
              <a:defRPr/>
            </a:pPr>
            <a:endParaRPr lang="en-IN" sz="2400">
              <a:latin typeface="Times New Roman" pitchFamily="18"/>
              <a:ea typeface="Arial Unicode MS" pitchFamily="2"/>
              <a:cs typeface="Tahoma" pitchFamily="2"/>
            </a:endParaRPr>
          </a:p>
        </p:txBody>
      </p:sp>
      <p:sp>
        <p:nvSpPr>
          <p:cNvPr id="4" name="Rectangle 4"/>
          <p:cNvSpPr/>
          <p:nvPr/>
        </p:nvSpPr>
        <p:spPr>
          <a:xfrm>
            <a:off x="4572000" y="2103438"/>
            <a:ext cx="3095625" cy="147002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90000" tIns="46800" rIns="90000" bIns="46800" anchor="b" compatLnSpc="0"/>
          <a:lstStyle/>
          <a:p>
            <a:pPr fontAlgn="auto">
              <a:lnSpc>
                <a:spcPct val="85000"/>
              </a:lnSpc>
              <a:spcBef>
                <a:spcPts val="0"/>
              </a:spcBef>
              <a:spcAft>
                <a:spcPts val="0"/>
              </a:spcAft>
              <a:defRPr/>
            </a:pPr>
            <a:r>
              <a:rPr lang="en-US" sz="4400" dirty="0">
                <a:solidFill>
                  <a:schemeClr val="bg1"/>
                </a:solidFill>
                <a:latin typeface="Verdana" pitchFamily="18"/>
                <a:ea typeface="Arial Unicode MS" pitchFamily="2"/>
                <a:cs typeface="Tahoma" pitchFamily="2"/>
              </a:rPr>
              <a:t>Thank You</a:t>
            </a:r>
          </a:p>
        </p:txBody>
      </p:sp>
    </p:spTree>
  </p:cSld>
  <p:clrMapOvr>
    <a:masterClrMapping/>
  </p:clrMapOvr>
  <p:transition/>
</p:sld>
</file>

<file path=ppt/theme/theme1.xml><?xml version="1.0" encoding="utf-8"?>
<a:theme xmlns:a="http://schemas.openxmlformats.org/drawingml/2006/main" name="Titl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622</Words>
  <Application>Microsoft Office PowerPoint</Application>
  <PresentationFormat>On-screen Show (4:3)</PresentationFormat>
  <Paragraphs>99</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Times New Roman</vt:lpstr>
      <vt:lpstr>Verdana</vt:lpstr>
      <vt:lpstr>Wingdings</vt:lpstr>
      <vt:lpstr>Title1</vt:lpstr>
      <vt:lpstr>Title2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Vasanth Kumar</dc:creator>
  <cp:lastModifiedBy>Vasanth Kumar</cp:lastModifiedBy>
  <cp:revision>1</cp:revision>
  <dcterms:created xsi:type="dcterms:W3CDTF">2023-03-23T09:37:10Z</dcterms:created>
  <dcterms:modified xsi:type="dcterms:W3CDTF">2023-03-23T09:37:51Z</dcterms:modified>
</cp:coreProperties>
</file>