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F534CB-D770-4E24-AB31-8CDEB159251C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8150E6-CCC1-4286-9800-B89071D923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71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B785A-ADE1-3E51-B5E5-2B4A54502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36679-9DC3-4280-6223-65D2E2F25F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F2770C-0BC9-1789-4C86-680A12922D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420B6-9D82-1720-FFF5-5C4FF2C82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18EA7F-E0C4-4A0F-AB36-4054C066578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6710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6887F-C949-7327-5C88-5B4B20F71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B1603B-A8AA-C7AB-7D57-F057DA1913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3D932-F64A-6369-C2B2-E34F82B15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2D6F9-ECBB-BF99-92B7-628D64568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1C37A-4D73-FBE6-B24E-8F675525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478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8356A-4E5B-2C1A-48B7-191072D1F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9467A-2EBF-7DA7-9C8C-D0CF3F337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90469-CE44-7B6F-7D22-43D6DC666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389846-738D-CEC6-60B3-648C7A73F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8B827-4E3C-D28A-13BA-5C1F2D7B7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73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2C3CD-F8FA-3234-0232-EBE1E582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940BA9-A57E-82C5-A28E-B987BE0F4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10096-FC0B-66A1-FEE9-C82CAD048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F3E39-5E14-2DC5-C740-ABABB6FE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CDBA4-0521-7385-7D09-75AD00130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514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0FF68-813E-CF74-C38A-5DFAE8A2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AC569-3206-00EC-4305-D3C433235C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8A8AD9-6D56-884D-291F-3B4087326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3FAFC-5F61-02FF-AAF3-CDA48062A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6C95D8-E61B-6BB8-EE6E-BB0011FC0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77B5-C0D1-6ADA-9CA6-4C7F8E7F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141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796C6-4A52-2088-E12E-6A351091D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3A1C8-D160-1328-F0C2-B8D139251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5268D-085A-47AE-A51F-9E5DA4FFD1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EC0412-FA1E-F38D-4610-C71D8C4C28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77484-CA27-4458-F97D-AAB998D86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651E8F-C06C-159A-ED6F-111AA2538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4D1A3-17E7-3ACD-4E9D-3BF1A4981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965114-41F5-4C6D-A36C-09F7C91F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084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D5765-A489-2CEA-343F-287D928BA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AC48D-E617-F1B8-2FFE-D67353A6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85E576-D14A-58A9-E83C-7981EBB9E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90064-B672-5893-AFA7-44DB570F3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6032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2E3F1B-DDF4-E362-FF27-54E9BCF1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A7612D-32FB-5F4C-C493-B7CA9EBCD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6E121-C727-5E0C-F4E3-0F93912F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661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4C876-7EBE-8A66-BFEC-4E91F1F4D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731C-FF9C-5C0E-F492-FD93FDB50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5E95C-C307-DCDE-DD4C-8667AB277B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93D36-7584-010F-D843-785F624AE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3B9C38-025C-2F79-350B-7E42B9DEC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730DF6-0DB6-16B0-4CDB-2846B02D4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432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BCC76-EAF5-424E-3C41-4A5D76521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D4ACF0-15D1-2EB6-48CD-2E3EFB4E39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8B961-3019-9A20-DBD2-C764C5C437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33E3A-74BE-99D2-3A28-2736C5A3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BD6A7-8DCE-F033-33A7-A03F69557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253962-A9A1-08FF-7153-C551E96A9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922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5FCC4-3771-E32C-0884-64417CCC3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FA84AF-4641-C2F2-E7FD-7064F68CE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DCD35-D6D8-2262-B7D0-BD81916D5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4C7B7-0A0E-A74C-1F22-03B59EAD7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0D865-B715-3CF8-78A5-A7B65B871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7779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796C6B-A234-E0DE-A07D-205C480C0A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543D48-BB4C-41D9-577D-58DA5E8C1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43A87-AF55-F88E-19F3-5D0F0C57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B7D6-767B-4A92-74D4-38C142EBC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07BD6-C8E4-7C25-33F2-38FDE220E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55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EF62658-28B2-4AC5-B9D0-7445AB2BFF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1480" y="275646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975" b="1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86252" y="696423"/>
            <a:ext cx="1101949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07837AC-A8F8-834F-D00B-5F5A3B22A9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1480" y="751441"/>
            <a:ext cx="10588959" cy="365760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600" b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157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2pPr>
            <a:lvl3pPr marL="903153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3pPr>
            <a:lvl4pPr marL="1354729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4pPr>
            <a:lvl5pPr marL="1806306" indent="0">
              <a:buNone/>
              <a:defRPr sz="2766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5pPr>
          </a:lstStyle>
          <a:p>
            <a:pPr lvl="0"/>
            <a:r>
              <a:rPr lang="en-US"/>
              <a:t>Slide Title Verdana 28 Pt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127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4BDEAC-E274-0204-E895-43C309433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29E7B1-0A90-8FCE-60B3-A1722268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CC960-93DA-1581-6C36-B79065D9E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7948D-4070-463D-A228-6F95DE824993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554C7-B152-9149-9209-B3C95B3FD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7C63C-CA82-7B3B-053D-18023A4D2D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EC226F-AFCB-4391-A105-7C7D51F74CF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93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A3FF3-6B69-6FC0-9531-BE45EE72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BACB6D-C7D9-A97A-ED14-91B1AA69F1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0" tIns="45720" rIns="91440" bIns="45720" anchor="t"/>
          <a:lstStyle/>
          <a:p>
            <a:r>
              <a:rPr lang="en-US" sz="2000">
                <a:latin typeface="Verdana"/>
                <a:ea typeface="Verdana"/>
              </a:rPr>
              <a:t>Project Organization</a:t>
            </a:r>
            <a:endParaRPr lang="en-US" sz="200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AC8870B-A1BA-E89E-9067-10592BE9E1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1479" y="793389"/>
            <a:ext cx="10588959" cy="365760"/>
          </a:xfrm>
        </p:spPr>
        <p:txBody>
          <a:bodyPr/>
          <a:lstStyle/>
          <a:p>
            <a:r>
              <a:rPr lang="en-US" sz="1400"/>
              <a:t>Visually depicts governance and team structure, highlighting key roles, reporting lines, and leadership accountability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B17F48-BBEA-761C-6632-7AF64DB76A47}"/>
              </a:ext>
            </a:extLst>
          </p:cNvPr>
          <p:cNvSpPr/>
          <p:nvPr/>
        </p:nvSpPr>
        <p:spPr bwMode="gray">
          <a:xfrm>
            <a:off x="1722021" y="1270002"/>
            <a:ext cx="8336306" cy="1471923"/>
          </a:xfrm>
          <a:prstGeom prst="roundRect">
            <a:avLst>
              <a:gd name="adj" fmla="val 3097"/>
            </a:avLst>
          </a:prstGeom>
          <a:solidFill>
            <a:srgbClr val="FFF0F0"/>
          </a:solidFill>
          <a:ln w="19050" algn="ctr">
            <a:solidFill>
              <a:srgbClr val="FF0000"/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CABD14-2BC5-9EE7-A4C3-B3D013EBC98F}"/>
              </a:ext>
            </a:extLst>
          </p:cNvPr>
          <p:cNvSpPr/>
          <p:nvPr/>
        </p:nvSpPr>
        <p:spPr>
          <a:xfrm>
            <a:off x="1932155" y="2126169"/>
            <a:ext cx="7916039" cy="498677"/>
          </a:xfrm>
          <a:prstGeom prst="rect">
            <a:avLst/>
          </a:prstGeom>
          <a:solidFill>
            <a:srgbClr val="FF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E2BFF1-F00C-854C-D48B-D1B2B1A30552}"/>
              </a:ext>
            </a:extLst>
          </p:cNvPr>
          <p:cNvSpPr txBox="1"/>
          <p:nvPr/>
        </p:nvSpPr>
        <p:spPr>
          <a:xfrm>
            <a:off x="1908504" y="1107348"/>
            <a:ext cx="1462019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Calibri"/>
                <a:cs typeface="Calibri"/>
              </a:rPr>
              <a:t>Steering Committee</a:t>
            </a:r>
            <a:endParaRPr lang="en-US" sz="12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701B014-5054-1CA5-02F6-0F4AB85FE184}"/>
              </a:ext>
            </a:extLst>
          </p:cNvPr>
          <p:cNvSpPr/>
          <p:nvPr/>
        </p:nvSpPr>
        <p:spPr>
          <a:xfrm>
            <a:off x="3738581" y="1461916"/>
            <a:ext cx="4303187" cy="429558"/>
          </a:xfrm>
          <a:prstGeom prst="rect">
            <a:avLst/>
          </a:prstGeom>
          <a:solidFill>
            <a:srgbClr val="FFF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Leader </a:t>
            </a:r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17984-8B43-88A8-80CD-A23CB4F63961}"/>
              </a:ext>
            </a:extLst>
          </p:cNvPr>
          <p:cNvSpPr txBox="1"/>
          <p:nvPr/>
        </p:nvSpPr>
        <p:spPr>
          <a:xfrm>
            <a:off x="5225909" y="1332314"/>
            <a:ext cx="1324835" cy="276999"/>
          </a:xfrm>
          <a:prstGeom prst="rect">
            <a:avLst/>
          </a:prstGeom>
          <a:solidFill>
            <a:srgbClr val="FFF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ea typeface="Calibri"/>
                <a:cs typeface="Calibri"/>
              </a:rPr>
              <a:t>Executive Team</a:t>
            </a:r>
            <a:endParaRPr lang="en-US" sz="1200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FD3A45-E328-1944-5B2D-2567D5D549F6}"/>
              </a:ext>
            </a:extLst>
          </p:cNvPr>
          <p:cNvSpPr txBox="1"/>
          <p:nvPr/>
        </p:nvSpPr>
        <p:spPr>
          <a:xfrm>
            <a:off x="4996698" y="1993058"/>
            <a:ext cx="1783257" cy="276999"/>
          </a:xfrm>
          <a:prstGeom prst="rect">
            <a:avLst/>
          </a:prstGeom>
          <a:solidFill>
            <a:srgbClr val="FFF0F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ea typeface="Calibri"/>
                <a:cs typeface="Calibri"/>
              </a:rPr>
              <a:t>Senior Leadership Team</a:t>
            </a:r>
          </a:p>
        </p:txBody>
      </p:sp>
      <p:sp>
        <p:nvSpPr>
          <p:cNvPr id="32" name="TextBox 13">
            <a:extLst>
              <a:ext uri="{FF2B5EF4-FFF2-40B4-BE49-F238E27FC236}">
                <a16:creationId xmlns:a16="http://schemas.microsoft.com/office/drawing/2014/main" id="{05662BA8-252D-6A1E-E242-C94B7AA47EFE}"/>
              </a:ext>
            </a:extLst>
          </p:cNvPr>
          <p:cNvSpPr txBox="1"/>
          <p:nvPr/>
        </p:nvSpPr>
        <p:spPr>
          <a:xfrm>
            <a:off x="2116175" y="2237008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IT Capability Heads </a:t>
            </a:r>
          </a:p>
        </p:txBody>
      </p:sp>
      <p:sp>
        <p:nvSpPr>
          <p:cNvPr id="40" name="TextBox 17">
            <a:extLst>
              <a:ext uri="{FF2B5EF4-FFF2-40B4-BE49-F238E27FC236}">
                <a16:creationId xmlns:a16="http://schemas.microsoft.com/office/drawing/2014/main" id="{865A4EBE-0ABE-A90F-89F0-32CCC431990C}"/>
              </a:ext>
            </a:extLst>
          </p:cNvPr>
          <p:cNvSpPr txBox="1"/>
          <p:nvPr/>
        </p:nvSpPr>
        <p:spPr>
          <a:xfrm>
            <a:off x="6095999" y="2237008"/>
            <a:ext cx="1634767" cy="461665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ea typeface="Calibri"/>
                <a:cs typeface="Calibri"/>
              </a:rPr>
              <a:t>Vendor Product Leader</a:t>
            </a:r>
            <a:endParaRPr lang="en-US" dirty="0"/>
          </a:p>
        </p:txBody>
      </p:sp>
      <p:sp>
        <p:nvSpPr>
          <p:cNvPr id="44" name="TextBox 16">
            <a:extLst>
              <a:ext uri="{FF2B5EF4-FFF2-40B4-BE49-F238E27FC236}">
                <a16:creationId xmlns:a16="http://schemas.microsoft.com/office/drawing/2014/main" id="{572A9F7C-86DF-57FC-D061-4956B8E5C3B6}"/>
              </a:ext>
            </a:extLst>
          </p:cNvPr>
          <p:cNvSpPr txBox="1"/>
          <p:nvPr/>
        </p:nvSpPr>
        <p:spPr>
          <a:xfrm>
            <a:off x="4054791" y="2237008"/>
            <a:ext cx="1518884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ea typeface="Calibri"/>
                <a:cs typeface="Calibri"/>
              </a:rPr>
              <a:t>Business Champion</a:t>
            </a:r>
            <a:endParaRPr lang="en-US" dirty="0"/>
          </a:p>
        </p:txBody>
      </p:sp>
      <p:sp>
        <p:nvSpPr>
          <p:cNvPr id="45" name="TextBox 16">
            <a:extLst>
              <a:ext uri="{FF2B5EF4-FFF2-40B4-BE49-F238E27FC236}">
                <a16:creationId xmlns:a16="http://schemas.microsoft.com/office/drawing/2014/main" id="{E6590A0C-5947-810C-B735-6793CAFCD46B}"/>
              </a:ext>
            </a:extLst>
          </p:cNvPr>
          <p:cNvSpPr txBox="1"/>
          <p:nvPr/>
        </p:nvSpPr>
        <p:spPr>
          <a:xfrm>
            <a:off x="7940900" y="2260128"/>
            <a:ext cx="1783256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dirty="0">
                <a:ea typeface="Calibri"/>
                <a:cs typeface="Calibri"/>
              </a:rPr>
              <a:t>Implementation Partner </a:t>
            </a:r>
          </a:p>
        </p:txBody>
      </p:sp>
      <p:sp>
        <p:nvSpPr>
          <p:cNvPr id="52" name="TextBox 10">
            <a:extLst>
              <a:ext uri="{FF2B5EF4-FFF2-40B4-BE49-F238E27FC236}">
                <a16:creationId xmlns:a16="http://schemas.microsoft.com/office/drawing/2014/main" id="{49F1ECA7-C39C-3F47-4337-C48B51D72751}"/>
              </a:ext>
            </a:extLst>
          </p:cNvPr>
          <p:cNvSpPr txBox="1"/>
          <p:nvPr/>
        </p:nvSpPr>
        <p:spPr>
          <a:xfrm>
            <a:off x="4138387" y="1600658"/>
            <a:ext cx="3505200" cy="276999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Project Sponsor , CIDO, Functional  Heads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72BE6F87-53FC-5A78-B90B-4A10C9063E83}"/>
              </a:ext>
            </a:extLst>
          </p:cNvPr>
          <p:cNvSpPr/>
          <p:nvPr/>
        </p:nvSpPr>
        <p:spPr bwMode="gray">
          <a:xfrm>
            <a:off x="1733394" y="2932780"/>
            <a:ext cx="8313560" cy="1244461"/>
          </a:xfrm>
          <a:prstGeom prst="roundRect">
            <a:avLst>
              <a:gd name="adj" fmla="val 3097"/>
            </a:avLst>
          </a:prstGeom>
          <a:solidFill>
            <a:schemeClr val="bg1">
              <a:lumMod val="95000"/>
            </a:schemeClr>
          </a:solidFill>
          <a:ln w="190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AE055E6-6E36-A208-990C-1AE456E899C9}"/>
              </a:ext>
            </a:extLst>
          </p:cNvPr>
          <p:cNvCxnSpPr>
            <a:cxnSpLocks/>
          </p:cNvCxnSpPr>
          <p:nvPr/>
        </p:nvCxnSpPr>
        <p:spPr>
          <a:xfrm>
            <a:off x="5574072" y="3058281"/>
            <a:ext cx="0" cy="22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10EF9F4-B418-CA8A-4C5E-DC8A9DE90ADB}"/>
              </a:ext>
            </a:extLst>
          </p:cNvPr>
          <p:cNvSpPr txBox="1"/>
          <p:nvPr/>
        </p:nvSpPr>
        <p:spPr>
          <a:xfrm>
            <a:off x="1908504" y="2792161"/>
            <a:ext cx="1712229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dirty="0">
                <a:ea typeface="Calibri"/>
                <a:cs typeface="Calibri"/>
              </a:rPr>
              <a:t>Project Execution Leads</a:t>
            </a:r>
            <a:endParaRPr lang="en-US" sz="1200" b="1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29CA6B2-96C8-0953-516E-7B9226CD404B}"/>
              </a:ext>
            </a:extLst>
          </p:cNvPr>
          <p:cNvSpPr/>
          <p:nvPr/>
        </p:nvSpPr>
        <p:spPr>
          <a:xfrm>
            <a:off x="3926237" y="3072395"/>
            <a:ext cx="3927874" cy="53677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F7D14D-756B-E3E5-9ACF-0592E676B507}"/>
              </a:ext>
            </a:extLst>
          </p:cNvPr>
          <p:cNvSpPr txBox="1"/>
          <p:nvPr/>
        </p:nvSpPr>
        <p:spPr>
          <a:xfrm>
            <a:off x="5111887" y="3024414"/>
            <a:ext cx="1556574" cy="1846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ea typeface="Calibri"/>
                <a:cs typeface="Calibri"/>
              </a:rPr>
              <a:t>Project Managers</a:t>
            </a:r>
          </a:p>
        </p:txBody>
      </p:sp>
      <p:sp>
        <p:nvSpPr>
          <p:cNvPr id="50" name="TextBox 13">
            <a:extLst>
              <a:ext uri="{FF2B5EF4-FFF2-40B4-BE49-F238E27FC236}">
                <a16:creationId xmlns:a16="http://schemas.microsoft.com/office/drawing/2014/main" id="{A3CC2003-2071-C63B-E3DD-E3D47A0EF275}"/>
              </a:ext>
            </a:extLst>
          </p:cNvPr>
          <p:cNvSpPr txBox="1"/>
          <p:nvPr/>
        </p:nvSpPr>
        <p:spPr>
          <a:xfrm>
            <a:off x="4013283" y="3268005"/>
            <a:ext cx="1560392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Project Manager </a:t>
            </a:r>
          </a:p>
        </p:txBody>
      </p:sp>
      <p:sp>
        <p:nvSpPr>
          <p:cNvPr id="51" name="TextBox 16">
            <a:extLst>
              <a:ext uri="{FF2B5EF4-FFF2-40B4-BE49-F238E27FC236}">
                <a16:creationId xmlns:a16="http://schemas.microsoft.com/office/drawing/2014/main" id="{8A6228A4-CA0D-1E01-D90B-B73D1FFDDD0D}"/>
              </a:ext>
            </a:extLst>
          </p:cNvPr>
          <p:cNvSpPr txBox="1"/>
          <p:nvPr/>
        </p:nvSpPr>
        <p:spPr>
          <a:xfrm>
            <a:off x="5821611" y="3256630"/>
            <a:ext cx="1890214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Vendor Project Manager </a:t>
            </a:r>
            <a:endParaRPr lang="en-US"/>
          </a:p>
        </p:txBody>
      </p:sp>
      <p:sp>
        <p:nvSpPr>
          <p:cNvPr id="64" name="TextBox 13">
            <a:extLst>
              <a:ext uri="{FF2B5EF4-FFF2-40B4-BE49-F238E27FC236}">
                <a16:creationId xmlns:a16="http://schemas.microsoft.com/office/drawing/2014/main" id="{9372A803-3ECF-470E-7B6A-B346B8369A02}"/>
              </a:ext>
            </a:extLst>
          </p:cNvPr>
          <p:cNvSpPr txBox="1"/>
          <p:nvPr/>
        </p:nvSpPr>
        <p:spPr>
          <a:xfrm>
            <a:off x="193215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IT Leads</a:t>
            </a:r>
          </a:p>
        </p:txBody>
      </p:sp>
      <p:sp>
        <p:nvSpPr>
          <p:cNvPr id="65" name="TextBox 17">
            <a:extLst>
              <a:ext uri="{FF2B5EF4-FFF2-40B4-BE49-F238E27FC236}">
                <a16:creationId xmlns:a16="http://schemas.microsoft.com/office/drawing/2014/main" id="{5801E255-604E-FC08-9D81-AA117D8D835A}"/>
              </a:ext>
            </a:extLst>
          </p:cNvPr>
          <p:cNvSpPr txBox="1"/>
          <p:nvPr/>
        </p:nvSpPr>
        <p:spPr>
          <a:xfrm>
            <a:off x="605127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Integration lead</a:t>
            </a:r>
            <a:endParaRPr lang="en-US"/>
          </a:p>
        </p:txBody>
      </p:sp>
      <p:sp>
        <p:nvSpPr>
          <p:cNvPr id="67" name="TextBox 16">
            <a:extLst>
              <a:ext uri="{FF2B5EF4-FFF2-40B4-BE49-F238E27FC236}">
                <a16:creationId xmlns:a16="http://schemas.microsoft.com/office/drawing/2014/main" id="{A730AF77-4C79-E02D-A2FB-CB4F5BC9EC3A}"/>
              </a:ext>
            </a:extLst>
          </p:cNvPr>
          <p:cNvSpPr txBox="1"/>
          <p:nvPr/>
        </p:nvSpPr>
        <p:spPr>
          <a:xfrm>
            <a:off x="399171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Business Leads</a:t>
            </a:r>
            <a:endParaRPr lang="en-US"/>
          </a:p>
        </p:txBody>
      </p:sp>
      <p:sp>
        <p:nvSpPr>
          <p:cNvPr id="68" name="TextBox 16">
            <a:extLst>
              <a:ext uri="{FF2B5EF4-FFF2-40B4-BE49-F238E27FC236}">
                <a16:creationId xmlns:a16="http://schemas.microsoft.com/office/drawing/2014/main" id="{0187AC6B-5681-270E-9CA8-8E8C5B56DA3E}"/>
              </a:ext>
            </a:extLst>
          </p:cNvPr>
          <p:cNvSpPr txBox="1"/>
          <p:nvPr/>
        </p:nvSpPr>
        <p:spPr>
          <a:xfrm>
            <a:off x="8110835" y="3764556"/>
            <a:ext cx="1737360" cy="276999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>
                <a:ea typeface="Calibri"/>
                <a:cs typeface="Calibri"/>
              </a:rPr>
              <a:t>Architect</a:t>
            </a:r>
            <a:endParaRPr lang="en-US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BBEABCD4-45F7-7626-8732-BFB02F43426D}"/>
              </a:ext>
            </a:extLst>
          </p:cNvPr>
          <p:cNvSpPr/>
          <p:nvPr/>
        </p:nvSpPr>
        <p:spPr bwMode="gray">
          <a:xfrm>
            <a:off x="1735242" y="4337568"/>
            <a:ext cx="8324933" cy="1392309"/>
          </a:xfrm>
          <a:prstGeom prst="roundRect">
            <a:avLst>
              <a:gd name="adj" fmla="val 3097"/>
            </a:avLst>
          </a:prstGeom>
          <a:noFill/>
          <a:ln w="19050" algn="ctr">
            <a:solidFill>
              <a:schemeClr val="tx1"/>
            </a:solidFill>
            <a:prstDash val="sysDash"/>
            <a:miter lim="800000"/>
            <a:headEnd/>
            <a:tailEnd/>
          </a:ln>
        </p:spPr>
        <p:txBody>
          <a:bodyPr rot="0" spcFirstLastPara="0" vertOverflow="overflow" horzOverflow="overflow" vert="horz" wrap="square" lIns="88900" tIns="88900" rIns="88900" bIns="889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6000"/>
              </a:lnSpc>
              <a:buFont typeface="Wingdings 2" pitchFamily="18" charset="2"/>
              <a:buNone/>
            </a:pPr>
            <a:endParaRPr lang="en-US" sz="1600" b="1" noProof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01D6E1-ABA3-6179-7BDE-76894FCB6569}"/>
              </a:ext>
            </a:extLst>
          </p:cNvPr>
          <p:cNvSpPr txBox="1"/>
          <p:nvPr/>
        </p:nvSpPr>
        <p:spPr>
          <a:xfrm>
            <a:off x="1908504" y="4227478"/>
            <a:ext cx="1560393" cy="276999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>
                <a:ea typeface="Calibri"/>
                <a:cs typeface="Calibri"/>
              </a:rPr>
              <a:t>Key Team members </a:t>
            </a:r>
            <a:endParaRPr lang="en-US" b="1">
              <a:ea typeface="Calibri"/>
              <a:cs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9052A1D-DF04-F512-D4BC-0549EDF61BCC}"/>
              </a:ext>
            </a:extLst>
          </p:cNvPr>
          <p:cNvGrpSpPr/>
          <p:nvPr/>
        </p:nvGrpSpPr>
        <p:grpSpPr>
          <a:xfrm>
            <a:off x="1932155" y="4542407"/>
            <a:ext cx="1757878" cy="970760"/>
            <a:chOff x="2239073" y="4542407"/>
            <a:chExt cx="1757878" cy="970760"/>
          </a:xfrm>
        </p:grpSpPr>
        <p:sp>
          <p:nvSpPr>
            <p:cNvPr id="72" name="TextBox 13">
              <a:extLst>
                <a:ext uri="{FF2B5EF4-FFF2-40B4-BE49-F238E27FC236}">
                  <a16:creationId xmlns:a16="http://schemas.microsoft.com/office/drawing/2014/main" id="{1AC14D3C-8B4C-CEE9-CD07-8F0B3B3E838B}"/>
                </a:ext>
              </a:extLst>
            </p:cNvPr>
            <p:cNvSpPr txBox="1"/>
            <p:nvPr/>
          </p:nvSpPr>
          <p:spPr>
            <a:xfrm>
              <a:off x="2239073" y="4542407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</a:p>
          </p:txBody>
        </p:sp>
        <p:sp>
          <p:nvSpPr>
            <p:cNvPr id="76" name="TextBox 13">
              <a:extLst>
                <a:ext uri="{FF2B5EF4-FFF2-40B4-BE49-F238E27FC236}">
                  <a16:creationId xmlns:a16="http://schemas.microsoft.com/office/drawing/2014/main" id="{A92D3C72-ED54-87EE-E434-A354C1737CFB}"/>
                </a:ext>
              </a:extLst>
            </p:cNvPr>
            <p:cNvSpPr txBox="1"/>
            <p:nvPr/>
          </p:nvSpPr>
          <p:spPr>
            <a:xfrm>
              <a:off x="2250447" y="4883601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0" name="TextBox 13">
              <a:extLst>
                <a:ext uri="{FF2B5EF4-FFF2-40B4-BE49-F238E27FC236}">
                  <a16:creationId xmlns:a16="http://schemas.microsoft.com/office/drawing/2014/main" id="{04363AE2-5E46-746D-A411-FC28605D959B}"/>
                </a:ext>
              </a:extLst>
            </p:cNvPr>
            <p:cNvSpPr txBox="1"/>
            <p:nvPr/>
          </p:nvSpPr>
          <p:spPr>
            <a:xfrm>
              <a:off x="2250446" y="5236168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DB4448C5-A0E8-8C7D-6C94-E5B01FDC0F38}"/>
              </a:ext>
            </a:extLst>
          </p:cNvPr>
          <p:cNvGrpSpPr/>
          <p:nvPr/>
        </p:nvGrpSpPr>
        <p:grpSpPr>
          <a:xfrm>
            <a:off x="6045179" y="4542405"/>
            <a:ext cx="1757878" cy="970760"/>
            <a:chOff x="5878475" y="4542405"/>
            <a:chExt cx="1757878" cy="970760"/>
          </a:xfrm>
        </p:grpSpPr>
        <p:sp>
          <p:nvSpPr>
            <p:cNvPr id="73" name="TextBox 17">
              <a:extLst>
                <a:ext uri="{FF2B5EF4-FFF2-40B4-BE49-F238E27FC236}">
                  <a16:creationId xmlns:a16="http://schemas.microsoft.com/office/drawing/2014/main" id="{674B6380-D0FC-A132-F5FD-A6DE076F872C}"/>
                </a:ext>
              </a:extLst>
            </p:cNvPr>
            <p:cNvSpPr txBox="1"/>
            <p:nvPr/>
          </p:nvSpPr>
          <p:spPr>
            <a:xfrm>
              <a:off x="5878475" y="4542405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77" name="TextBox 17">
              <a:extLst>
                <a:ext uri="{FF2B5EF4-FFF2-40B4-BE49-F238E27FC236}">
                  <a16:creationId xmlns:a16="http://schemas.microsoft.com/office/drawing/2014/main" id="{6CB395A1-1B57-25B4-AB36-583E5CDFA52E}"/>
                </a:ext>
              </a:extLst>
            </p:cNvPr>
            <p:cNvSpPr txBox="1"/>
            <p:nvPr/>
          </p:nvSpPr>
          <p:spPr>
            <a:xfrm>
              <a:off x="5889849" y="4883599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1" name="TextBox 17">
              <a:extLst>
                <a:ext uri="{FF2B5EF4-FFF2-40B4-BE49-F238E27FC236}">
                  <a16:creationId xmlns:a16="http://schemas.microsoft.com/office/drawing/2014/main" id="{F50A2EAC-F7C0-302F-F864-7D63FDC7781B}"/>
                </a:ext>
              </a:extLst>
            </p:cNvPr>
            <p:cNvSpPr txBox="1"/>
            <p:nvPr/>
          </p:nvSpPr>
          <p:spPr>
            <a:xfrm>
              <a:off x="5889847" y="5236166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5CF88A7-98B8-3702-4D55-6FFE6BCA8E67}"/>
              </a:ext>
            </a:extLst>
          </p:cNvPr>
          <p:cNvGrpSpPr/>
          <p:nvPr/>
        </p:nvGrpSpPr>
        <p:grpSpPr>
          <a:xfrm>
            <a:off x="3988667" y="4542406"/>
            <a:ext cx="1757878" cy="970760"/>
            <a:chOff x="4024654" y="4542406"/>
            <a:chExt cx="1757878" cy="970760"/>
          </a:xfrm>
        </p:grpSpPr>
        <p:sp>
          <p:nvSpPr>
            <p:cNvPr id="74" name="TextBox 16">
              <a:extLst>
                <a:ext uri="{FF2B5EF4-FFF2-40B4-BE49-F238E27FC236}">
                  <a16:creationId xmlns:a16="http://schemas.microsoft.com/office/drawing/2014/main" id="{DC13641C-16E9-6007-5DD0-FFC0019BB7CB}"/>
                </a:ext>
              </a:extLst>
            </p:cNvPr>
            <p:cNvSpPr txBox="1"/>
            <p:nvPr/>
          </p:nvSpPr>
          <p:spPr>
            <a:xfrm>
              <a:off x="4024654" y="4542406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78" name="TextBox 16">
              <a:extLst>
                <a:ext uri="{FF2B5EF4-FFF2-40B4-BE49-F238E27FC236}">
                  <a16:creationId xmlns:a16="http://schemas.microsoft.com/office/drawing/2014/main" id="{95850B19-3CB8-9A61-7116-C93E24263EF4}"/>
                </a:ext>
              </a:extLst>
            </p:cNvPr>
            <p:cNvSpPr txBox="1"/>
            <p:nvPr/>
          </p:nvSpPr>
          <p:spPr>
            <a:xfrm>
              <a:off x="4036028" y="4883600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2" name="TextBox 16">
              <a:extLst>
                <a:ext uri="{FF2B5EF4-FFF2-40B4-BE49-F238E27FC236}">
                  <a16:creationId xmlns:a16="http://schemas.microsoft.com/office/drawing/2014/main" id="{23F41503-EC65-F421-745E-4C6603461D02}"/>
                </a:ext>
              </a:extLst>
            </p:cNvPr>
            <p:cNvSpPr txBox="1"/>
            <p:nvPr/>
          </p:nvSpPr>
          <p:spPr>
            <a:xfrm>
              <a:off x="4036026" y="5236167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58D7002-1BBD-5202-FBBD-4BB2E46AB493}"/>
              </a:ext>
            </a:extLst>
          </p:cNvPr>
          <p:cNvGrpSpPr/>
          <p:nvPr/>
        </p:nvGrpSpPr>
        <p:grpSpPr>
          <a:xfrm>
            <a:off x="8101691" y="4542405"/>
            <a:ext cx="1746504" cy="970760"/>
            <a:chOff x="7923863" y="4542405"/>
            <a:chExt cx="1746504" cy="970760"/>
          </a:xfrm>
        </p:grpSpPr>
        <p:sp>
          <p:nvSpPr>
            <p:cNvPr id="75" name="TextBox 16">
              <a:extLst>
                <a:ext uri="{FF2B5EF4-FFF2-40B4-BE49-F238E27FC236}">
                  <a16:creationId xmlns:a16="http://schemas.microsoft.com/office/drawing/2014/main" id="{C9504868-88BA-4023-69AE-FD8FFAE0743E}"/>
                </a:ext>
              </a:extLst>
            </p:cNvPr>
            <p:cNvSpPr txBox="1"/>
            <p:nvPr/>
          </p:nvSpPr>
          <p:spPr>
            <a:xfrm>
              <a:off x="7923863" y="4542405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79" name="TextBox 16">
              <a:extLst>
                <a:ext uri="{FF2B5EF4-FFF2-40B4-BE49-F238E27FC236}">
                  <a16:creationId xmlns:a16="http://schemas.microsoft.com/office/drawing/2014/main" id="{70F4E31C-CE86-B3D6-A28D-1A9EAD4F4A56}"/>
                </a:ext>
              </a:extLst>
            </p:cNvPr>
            <p:cNvSpPr txBox="1"/>
            <p:nvPr/>
          </p:nvSpPr>
          <p:spPr>
            <a:xfrm>
              <a:off x="7923863" y="4883599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  <p:sp>
          <p:nvSpPr>
            <p:cNvPr id="83" name="TextBox 16">
              <a:extLst>
                <a:ext uri="{FF2B5EF4-FFF2-40B4-BE49-F238E27FC236}">
                  <a16:creationId xmlns:a16="http://schemas.microsoft.com/office/drawing/2014/main" id="{76E7B4D6-6B78-5CC3-E063-F958238D910D}"/>
                </a:ext>
              </a:extLst>
            </p:cNvPr>
            <p:cNvSpPr txBox="1"/>
            <p:nvPr/>
          </p:nvSpPr>
          <p:spPr>
            <a:xfrm>
              <a:off x="7923863" y="5236166"/>
              <a:ext cx="1746504" cy="276999"/>
            </a:xfrm>
            <a:prstGeom prst="rect">
              <a:avLst/>
            </a:prstGeom>
            <a:noFill/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200">
                  <a:ea typeface="Calibri"/>
                  <a:cs typeface="Calibri"/>
                </a:rPr>
                <a:t>Team Member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3632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BF662C8E6B1B4FB44BD71793BD93DB" ma:contentTypeVersion="12" ma:contentTypeDescription="Create a new document." ma:contentTypeScope="" ma:versionID="359edbd54b91f89f7b5967e5868cf57f">
  <xsd:schema xmlns:xsd="http://www.w3.org/2001/XMLSchema" xmlns:xs="http://www.w3.org/2001/XMLSchema" xmlns:p="http://schemas.microsoft.com/office/2006/metadata/properties" xmlns:ns2="567ba4dc-eaa4-4764-9078-86fe8f265db1" xmlns:ns3="7819852d-30be-49c4-8858-6cbc4a1ff376" targetNamespace="http://schemas.microsoft.com/office/2006/metadata/properties" ma:root="true" ma:fieldsID="0ca917debac4bbcfce4d1e996a62dbea" ns2:_="" ns3:_="">
    <xsd:import namespace="567ba4dc-eaa4-4764-9078-86fe8f265db1"/>
    <xsd:import namespace="7819852d-30be-49c4-8858-6cbc4a1ff3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7ba4dc-eaa4-4764-9078-86fe8f265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f1a0d83-9611-4640-8550-972b60db5c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819852d-30be-49c4-8858-6cbc4a1ff37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3b2544d4-0065-4ae2-a6d8-b9fecf82731d}" ma:internalName="TaxCatchAll" ma:showField="CatchAllData" ma:web="7819852d-30be-49c4-8858-6cbc4a1ff37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819852d-30be-49c4-8858-6cbc4a1ff376" xsi:nil="true"/>
    <lcf76f155ced4ddcb4097134ff3c332f xmlns="567ba4dc-eaa4-4764-9078-86fe8f265db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B25C857-5E3B-4313-98C9-53864A6DB234}"/>
</file>

<file path=customXml/itemProps2.xml><?xml version="1.0" encoding="utf-8"?>
<ds:datastoreItem xmlns:ds="http://schemas.openxmlformats.org/officeDocument/2006/customXml" ds:itemID="{11C954D2-2AEE-4673-A2CE-6665AB3D4A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0C0E054-9092-41D6-8573-33547FFCCE3B}">
  <ds:schemaRefs>
    <ds:schemaRef ds:uri="http://schemas.microsoft.com/office/2006/documentManagement/types"/>
    <ds:schemaRef ds:uri="567ba4dc-eaa4-4764-9078-86fe8f265db1"/>
    <ds:schemaRef ds:uri="http://purl.org/dc/elements/1.1/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89</Words>
  <Application>Microsoft Office PowerPoint</Application>
  <PresentationFormat>Widescreen</PresentationFormat>
  <Paragraphs>33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Verdana</vt:lpstr>
      <vt:lpstr>Wingdings 2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Pappachan</dc:creator>
  <cp:lastModifiedBy>Anish Pappachan</cp:lastModifiedBy>
  <cp:revision>1</cp:revision>
  <dcterms:created xsi:type="dcterms:W3CDTF">2025-12-10T12:34:18Z</dcterms:created>
  <dcterms:modified xsi:type="dcterms:W3CDTF">2025-12-10T12:36:31Z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0x01010055BF662C8E6B1B4FB44BD71793BD93DB</vt:lpwstr>
  </property>
</Properties>
</file>