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-882" y="-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2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3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9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8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2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4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9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79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8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B611D-37E7-47E8-9565-2BF707482E1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FFF7-457D-467D-840B-8922648A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1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65" y="1150208"/>
            <a:ext cx="68199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86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Nanda, Kedar</dc:creator>
  <cp:lastModifiedBy>vasanth kumar</cp:lastModifiedBy>
  <cp:revision>6</cp:revision>
  <dcterms:created xsi:type="dcterms:W3CDTF">2020-05-18T21:27:01Z</dcterms:created>
  <dcterms:modified xsi:type="dcterms:W3CDTF">2026-07-24T00:06:53Z</dcterms:modified>
</cp:coreProperties>
</file>