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F0C28-37A0-4C1A-989B-2893B6D5E128}" v="4" dt="2026-10-22T09:03:43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h Kumar" userId="3489f436-c3e9-41c0-80d7-83a98f4a7d92" providerId="ADAL" clId="{676F0C28-37A0-4C1A-989B-2893B6D5E128}"/>
    <pc:docChg chg="custSel addSld modSld">
      <pc:chgData name="Vasanth Kumar" userId="3489f436-c3e9-41c0-80d7-83a98f4a7d92" providerId="ADAL" clId="{676F0C28-37A0-4C1A-989B-2893B6D5E128}" dt="2026-10-22T09:07:23.694" v="96" actId="1076"/>
      <pc:docMkLst>
        <pc:docMk/>
      </pc:docMkLst>
      <pc:sldChg chg="addSp delSp modSp new mod">
        <pc:chgData name="Vasanth Kumar" userId="3489f436-c3e9-41c0-80d7-83a98f4a7d92" providerId="ADAL" clId="{676F0C28-37A0-4C1A-989B-2893B6D5E128}" dt="2026-10-22T09:07:23.694" v="96" actId="1076"/>
        <pc:sldMkLst>
          <pc:docMk/>
          <pc:sldMk cId="1813473938" sldId="256"/>
        </pc:sldMkLst>
        <pc:spChg chg="del">
          <ac:chgData name="Vasanth Kumar" userId="3489f436-c3e9-41c0-80d7-83a98f4a7d92" providerId="ADAL" clId="{676F0C28-37A0-4C1A-989B-2893B6D5E128}" dt="2026-10-22T09:02:09.984" v="1" actId="478"/>
          <ac:spMkLst>
            <pc:docMk/>
            <pc:sldMk cId="1813473938" sldId="256"/>
            <ac:spMk id="2" creationId="{8FADFBEA-8ACD-9573-29EA-2FB475F0E92F}"/>
          </ac:spMkLst>
        </pc:spChg>
        <pc:spChg chg="del">
          <ac:chgData name="Vasanth Kumar" userId="3489f436-c3e9-41c0-80d7-83a98f4a7d92" providerId="ADAL" clId="{676F0C28-37A0-4C1A-989B-2893B6D5E128}" dt="2026-10-22T09:02:11.577" v="2" actId="478"/>
          <ac:spMkLst>
            <pc:docMk/>
            <pc:sldMk cId="1813473938" sldId="256"/>
            <ac:spMk id="3" creationId="{F41EB3AE-21AD-0E3F-A52D-EFB1405A1E2E}"/>
          </ac:spMkLst>
        </pc:spChg>
        <pc:spChg chg="add mod">
          <ac:chgData name="Vasanth Kumar" userId="3489f436-c3e9-41c0-80d7-83a98f4a7d92" providerId="ADAL" clId="{676F0C28-37A0-4C1A-989B-2893B6D5E128}" dt="2026-10-22T09:04:29.397" v="57" actId="1076"/>
          <ac:spMkLst>
            <pc:docMk/>
            <pc:sldMk cId="1813473938" sldId="256"/>
            <ac:spMk id="4" creationId="{9E46D1B3-DECA-336E-E3F9-EB8603B7A1CF}"/>
          </ac:spMkLst>
        </pc:spChg>
        <pc:spChg chg="add mod">
          <ac:chgData name="Vasanth Kumar" userId="3489f436-c3e9-41c0-80d7-83a98f4a7d92" providerId="ADAL" clId="{676F0C28-37A0-4C1A-989B-2893B6D5E128}" dt="2026-10-22T09:02:56.591" v="33" actId="20577"/>
          <ac:spMkLst>
            <pc:docMk/>
            <pc:sldMk cId="1813473938" sldId="256"/>
            <ac:spMk id="5" creationId="{1B878E9D-90F3-9DF7-7EF6-9A425207E9CF}"/>
          </ac:spMkLst>
        </pc:spChg>
        <pc:spChg chg="add mod">
          <ac:chgData name="Vasanth Kumar" userId="3489f436-c3e9-41c0-80d7-83a98f4a7d92" providerId="ADAL" clId="{676F0C28-37A0-4C1A-989B-2893B6D5E128}" dt="2026-10-22T09:07:23.694" v="96" actId="1076"/>
          <ac:spMkLst>
            <pc:docMk/>
            <pc:sldMk cId="1813473938" sldId="256"/>
            <ac:spMk id="6" creationId="{F6C159FF-92B1-C525-43BE-A0D3504575DC}"/>
          </ac:spMkLst>
        </pc:spChg>
        <pc:cxnChg chg="add mod">
          <ac:chgData name="Vasanth Kumar" userId="3489f436-c3e9-41c0-80d7-83a98f4a7d92" providerId="ADAL" clId="{676F0C28-37A0-4C1A-989B-2893B6D5E128}" dt="2026-10-22T09:04:29.397" v="57" actId="1076"/>
          <ac:cxnSpMkLst>
            <pc:docMk/>
            <pc:sldMk cId="1813473938" sldId="256"/>
            <ac:cxnSpMk id="8" creationId="{99DB6DE5-1744-2C2D-57E2-8398FD96F2D3}"/>
          </ac:cxnSpMkLst>
        </pc:cxnChg>
        <pc:cxnChg chg="add mod">
          <ac:chgData name="Vasanth Kumar" userId="3489f436-c3e9-41c0-80d7-83a98f4a7d92" providerId="ADAL" clId="{676F0C28-37A0-4C1A-989B-2893B6D5E128}" dt="2026-10-22T09:07:23.694" v="96" actId="1076"/>
          <ac:cxnSpMkLst>
            <pc:docMk/>
            <pc:sldMk cId="1813473938" sldId="256"/>
            <ac:cxnSpMk id="9" creationId="{33C2B5BA-7F26-A564-7646-9A1F3E3BBFD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F0E1-F9FE-AA07-DED0-876E70849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01448-F8EF-3457-F320-C39E2BAFA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A2848-54A9-AEBD-7B15-C874D27A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5B9B5-901D-6DC3-DC01-34B8D65B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A55F2-DCE9-F1A0-F585-9C03C562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93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85C7-247F-0382-B1B9-96076BE8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BE2A5-F8CA-CB11-305A-5DBC4A229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30736-98F3-55E1-D13A-4F0D85B1D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D12AD-8CB8-B2E5-0BDA-2D899909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05B3A-B355-751C-F706-0D76E096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41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A728-5957-271D-8B02-448318BD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DCF43-2226-88AE-2E6C-ABA3C0BD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C96E-8335-79CA-0723-86806A447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A439-FCA8-F6D0-FEB3-93144755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8374-3238-123E-CD64-2212E0C6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17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3F33-7EC5-832E-C285-EF0C7BC1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3B32-000F-7936-732C-11851D2E7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F7834-FB4F-237B-CC1B-48E551862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C49AB-6DDB-69B9-570A-B9FC5614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20744-F9A3-5174-B5A8-3B529B91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2B381-AD57-29DF-8139-215C61A8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0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0311-E021-3C8A-D3D8-609A0901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CFA60-04D3-0BDD-F66F-855A6D3DD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0397B-AEB8-88EE-E671-0ADBFFAF1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1D208-9589-CC84-CF4C-10F3A0C1C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B4508-F576-59C1-4121-871460C9F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535F5-FB46-3F8E-AEBA-BA583CBE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E4752-6A75-4832-4B17-F182109E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4A939-8EAF-FAC6-A45A-79ACCDF8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27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77FC-826D-1A22-AF4D-C1116E65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B0102-093F-AF02-8E8B-1CEF9FB6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7EAFF-B364-9BC6-893C-E752FAB8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F963C-13DE-ED6A-EFAC-D9EDB7A7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2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BD0CC-7F0E-2C1E-53C6-440B7CFAA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4311D9-9645-9623-6CD6-CE0ED39B4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9649A-C12B-D571-4443-8C467AEC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9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3722-C53D-2C13-3271-CAF223E9F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34AC1-6F57-4053-B15A-28C7D0A85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4854F-64CE-F97A-98CC-3C3EF437D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56D6F-5010-2350-CF21-4EFDBF3B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8D12D-699F-39F9-C9FB-A0C4F9DA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1D937-B0FE-45A0-37B0-158713AF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3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D0C2-1CF3-E6CD-4575-2535DCE3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EE660-A72C-5183-1B4E-3967F2287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7E61C-4B9A-D5BE-FD5C-7CB404964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2E27B-9000-4DCF-1AFA-6C2351FD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9F806-69B1-5352-F902-29150429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94F72-0F5F-CB83-388B-086D84E3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05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9D67-275A-0EC9-1C50-47818787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FFEF6-9FA0-2E61-9DC8-AA7D8AF0A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24F7C-8FB2-3D98-E7B4-EE1041EB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C95AC-8531-5FFF-1661-82AC5716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B69BF-E6DA-9021-833F-40839DFE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286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1717D-97F0-FE8D-8958-94A5466D4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A3FB0-987A-6920-C1FE-B62D06567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3501-BCB0-5287-CD81-AFB4FE14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A1C68-4EA9-A4D3-54E5-26EC2A93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3CBB6-CA43-D172-DFF8-1345EDDF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4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5ADEBA-C2D6-5FE1-6997-05EF6B67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5E678-5823-4B66-ED22-8B63216E1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F32D-D5CD-6F5F-315E-C0CE59858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CBB1B-3852-444A-A175-214DCE59500F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E5804-FB56-040B-7368-ED64DE472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5DA50-25E0-D368-F2E0-88E0D4296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19FAC-98A6-443A-A62E-536176AE34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72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46D1B3-DECA-336E-E3F9-EB8603B7A1CF}"/>
              </a:ext>
            </a:extLst>
          </p:cNvPr>
          <p:cNvSpPr txBox="1"/>
          <p:nvPr/>
        </p:nvSpPr>
        <p:spPr>
          <a:xfrm>
            <a:off x="4846681" y="2131102"/>
            <a:ext cx="201895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Access Connector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78E9D-90F3-9DF7-7EF6-9A425207E9CF}"/>
              </a:ext>
            </a:extLst>
          </p:cNvPr>
          <p:cNvSpPr txBox="1"/>
          <p:nvPr/>
        </p:nvSpPr>
        <p:spPr>
          <a:xfrm>
            <a:off x="2850630" y="2131102"/>
            <a:ext cx="1266757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Databricks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159FF-92B1-C525-43BE-A0D3504575DC}"/>
              </a:ext>
            </a:extLst>
          </p:cNvPr>
          <p:cNvSpPr txBox="1"/>
          <p:nvPr/>
        </p:nvSpPr>
        <p:spPr>
          <a:xfrm>
            <a:off x="7656100" y="1992602"/>
            <a:ext cx="2000804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Azure Data lake</a:t>
            </a:r>
          </a:p>
          <a:p>
            <a:r>
              <a:rPr lang="en-US" dirty="0"/>
              <a:t>(Storage account)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DB6DE5-1744-2C2D-57E2-8398FD96F2D3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4117387" y="2315768"/>
            <a:ext cx="7292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C2B5BA-7F26-A564-7646-9A1F3E3BBFD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6865632" y="2315768"/>
            <a:ext cx="7904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473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5d643d-5daa-4182-b4ec-05c4e602cf56}" enabled="1" method="Privileged" siteId="{50f40674-931c-4d09-ae8a-bb8fde36b91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Vasanth Kumar</dc:creator>
  <cp:lastModifiedBy>Vasanth Kumar</cp:lastModifiedBy>
  <cp:revision>1</cp:revision>
  <dcterms:created xsi:type="dcterms:W3CDTF">2026-10-22T09:01:57Z</dcterms:created>
  <dcterms:modified xsi:type="dcterms:W3CDTF">2026-10-22T09:07:31Z</dcterms:modified>
</cp:coreProperties>
</file>