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427AD-CD3A-4721-9B10-1CC0AE946FB3}" v="19" dt="2026-09-10T06:19:58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h Kumar" userId="3489f436-c3e9-41c0-80d7-83a98f4a7d92" providerId="ADAL" clId="{172427AD-CD3A-4721-9B10-1CC0AE946FB3}"/>
    <pc:docChg chg="undo custSel addSld delSld modSld">
      <pc:chgData name="Vasanth Kumar" userId="3489f436-c3e9-41c0-80d7-83a98f4a7d92" providerId="ADAL" clId="{172427AD-CD3A-4721-9B10-1CC0AE946FB3}" dt="2026-09-10T06:20:09.666" v="377" actId="14100"/>
      <pc:docMkLst>
        <pc:docMk/>
      </pc:docMkLst>
      <pc:sldChg chg="new del">
        <pc:chgData name="Vasanth Kumar" userId="3489f436-c3e9-41c0-80d7-83a98f4a7d92" providerId="ADAL" clId="{172427AD-CD3A-4721-9B10-1CC0AE946FB3}" dt="2026-09-10T06:05:44.776" v="1" actId="680"/>
        <pc:sldMkLst>
          <pc:docMk/>
          <pc:sldMk cId="328787114" sldId="256"/>
        </pc:sldMkLst>
      </pc:sldChg>
      <pc:sldChg chg="addSp delSp modSp new mod">
        <pc:chgData name="Vasanth Kumar" userId="3489f436-c3e9-41c0-80d7-83a98f4a7d92" providerId="ADAL" clId="{172427AD-CD3A-4721-9B10-1CC0AE946FB3}" dt="2026-09-10T06:20:09.666" v="377" actId="14100"/>
        <pc:sldMkLst>
          <pc:docMk/>
          <pc:sldMk cId="3026782964" sldId="256"/>
        </pc:sldMkLst>
        <pc:spChg chg="add mod">
          <ac:chgData name="Vasanth Kumar" userId="3489f436-c3e9-41c0-80d7-83a98f4a7d92" providerId="ADAL" clId="{172427AD-CD3A-4721-9B10-1CC0AE946FB3}" dt="2026-09-10T06:15:33.440" v="319" actId="1076"/>
          <ac:spMkLst>
            <pc:docMk/>
            <pc:sldMk cId="3026782964" sldId="256"/>
            <ac:spMk id="2" creationId="{60097D66-5B37-D761-450A-3458FAF7882B}"/>
          </ac:spMkLst>
        </pc:spChg>
        <pc:spChg chg="add del mod">
          <ac:chgData name="Vasanth Kumar" userId="3489f436-c3e9-41c0-80d7-83a98f4a7d92" providerId="ADAL" clId="{172427AD-CD3A-4721-9B10-1CC0AE946FB3}" dt="2026-09-10T06:11:26.039" v="71" actId="21"/>
          <ac:spMkLst>
            <pc:docMk/>
            <pc:sldMk cId="3026782964" sldId="256"/>
            <ac:spMk id="3" creationId="{1576F1EB-5613-9A21-4C41-9878227DD259}"/>
          </ac:spMkLst>
        </pc:spChg>
        <pc:spChg chg="add mod">
          <ac:chgData name="Vasanth Kumar" userId="3489f436-c3e9-41c0-80d7-83a98f4a7d92" providerId="ADAL" clId="{172427AD-CD3A-4721-9B10-1CC0AE946FB3}" dt="2026-09-10T06:15:07.195" v="315" actId="1076"/>
          <ac:spMkLst>
            <pc:docMk/>
            <pc:sldMk cId="3026782964" sldId="256"/>
            <ac:spMk id="10" creationId="{2A90BDB5-3E78-A029-BB76-4BDDADEC228E}"/>
          </ac:spMkLst>
        </pc:spChg>
        <pc:spChg chg="add mod">
          <ac:chgData name="Vasanth Kumar" userId="3489f436-c3e9-41c0-80d7-83a98f4a7d92" providerId="ADAL" clId="{172427AD-CD3A-4721-9B10-1CC0AE946FB3}" dt="2026-09-10T06:15:07.195" v="315" actId="1076"/>
          <ac:spMkLst>
            <pc:docMk/>
            <pc:sldMk cId="3026782964" sldId="256"/>
            <ac:spMk id="11" creationId="{159E0FAB-3DB2-85EE-308A-D31CCE5A1B7E}"/>
          </ac:spMkLst>
        </pc:spChg>
        <pc:spChg chg="add mod">
          <ac:chgData name="Vasanth Kumar" userId="3489f436-c3e9-41c0-80d7-83a98f4a7d92" providerId="ADAL" clId="{172427AD-CD3A-4721-9B10-1CC0AE946FB3}" dt="2026-09-10T06:15:07.195" v="315" actId="1076"/>
          <ac:spMkLst>
            <pc:docMk/>
            <pc:sldMk cId="3026782964" sldId="256"/>
            <ac:spMk id="12" creationId="{1576F1EB-5613-9A21-4C41-9878227DD259}"/>
          </ac:spMkLst>
        </pc:spChg>
        <pc:spChg chg="add mod">
          <ac:chgData name="Vasanth Kumar" userId="3489f436-c3e9-41c0-80d7-83a98f4a7d92" providerId="ADAL" clId="{172427AD-CD3A-4721-9B10-1CC0AE946FB3}" dt="2026-09-10T06:15:07.195" v="315" actId="1076"/>
          <ac:spMkLst>
            <pc:docMk/>
            <pc:sldMk cId="3026782964" sldId="256"/>
            <ac:spMk id="13" creationId="{31A15135-5715-3291-7DA7-ACDB9DD97FEE}"/>
          </ac:spMkLst>
        </pc:spChg>
        <pc:spChg chg="add mod">
          <ac:chgData name="Vasanth Kumar" userId="3489f436-c3e9-41c0-80d7-83a98f4a7d92" providerId="ADAL" clId="{172427AD-CD3A-4721-9B10-1CC0AE946FB3}" dt="2026-09-10T06:15:07.195" v="315" actId="1076"/>
          <ac:spMkLst>
            <pc:docMk/>
            <pc:sldMk cId="3026782964" sldId="256"/>
            <ac:spMk id="14" creationId="{D653BB30-931D-DCC7-4068-FAE397DE7B03}"/>
          </ac:spMkLst>
        </pc:spChg>
        <pc:spChg chg="add mod">
          <ac:chgData name="Vasanth Kumar" userId="3489f436-c3e9-41c0-80d7-83a98f4a7d92" providerId="ADAL" clId="{172427AD-CD3A-4721-9B10-1CC0AE946FB3}" dt="2026-09-10T06:15:07.195" v="315" actId="1076"/>
          <ac:spMkLst>
            <pc:docMk/>
            <pc:sldMk cId="3026782964" sldId="256"/>
            <ac:spMk id="15" creationId="{F9058DB6-B3F9-B95C-FC0F-6AC148A447A3}"/>
          </ac:spMkLst>
        </pc:spChg>
        <pc:spChg chg="add mod">
          <ac:chgData name="Vasanth Kumar" userId="3489f436-c3e9-41c0-80d7-83a98f4a7d92" providerId="ADAL" clId="{172427AD-CD3A-4721-9B10-1CC0AE946FB3}" dt="2026-09-10T06:15:07.195" v="315" actId="1076"/>
          <ac:spMkLst>
            <pc:docMk/>
            <pc:sldMk cId="3026782964" sldId="256"/>
            <ac:spMk id="16" creationId="{85FA7D48-A90C-396C-4BD8-530B80EA60BF}"/>
          </ac:spMkLst>
        </pc:spChg>
        <pc:spChg chg="add mod">
          <ac:chgData name="Vasanth Kumar" userId="3489f436-c3e9-41c0-80d7-83a98f4a7d92" providerId="ADAL" clId="{172427AD-CD3A-4721-9B10-1CC0AE946FB3}" dt="2026-09-10T06:18:38.214" v="374" actId="1076"/>
          <ac:spMkLst>
            <pc:docMk/>
            <pc:sldMk cId="3026782964" sldId="256"/>
            <ac:spMk id="34" creationId="{030990E9-FCBE-3493-AB41-2DFB23151FC8}"/>
          </ac:spMkLst>
        </pc:spChg>
        <pc:spChg chg="add mod">
          <ac:chgData name="Vasanth Kumar" userId="3489f436-c3e9-41c0-80d7-83a98f4a7d92" providerId="ADAL" clId="{172427AD-CD3A-4721-9B10-1CC0AE946FB3}" dt="2026-09-10T06:18:38.214" v="374" actId="1076"/>
          <ac:spMkLst>
            <pc:docMk/>
            <pc:sldMk cId="3026782964" sldId="256"/>
            <ac:spMk id="45" creationId="{38121255-6201-C106-DC45-3FA4D63CCB0C}"/>
          </ac:spMkLst>
        </pc:spChg>
        <pc:spChg chg="add mod">
          <ac:chgData name="Vasanth Kumar" userId="3489f436-c3e9-41c0-80d7-83a98f4a7d92" providerId="ADAL" clId="{172427AD-CD3A-4721-9B10-1CC0AE946FB3}" dt="2026-09-10T06:18:19.090" v="370" actId="1076"/>
          <ac:spMkLst>
            <pc:docMk/>
            <pc:sldMk cId="3026782964" sldId="256"/>
            <ac:spMk id="46" creationId="{9546ED00-67B7-BA03-DF2E-7C13B3C41CD9}"/>
          </ac:spMkLst>
        </pc:spChg>
        <pc:spChg chg="add mod">
          <ac:chgData name="Vasanth Kumar" userId="3489f436-c3e9-41c0-80d7-83a98f4a7d92" providerId="ADAL" clId="{172427AD-CD3A-4721-9B10-1CC0AE946FB3}" dt="2026-09-10T06:18:15.982" v="369" actId="14100"/>
          <ac:spMkLst>
            <pc:docMk/>
            <pc:sldMk cId="3026782964" sldId="256"/>
            <ac:spMk id="48" creationId="{3BDA7F1C-69D8-E241-F48B-8108EF8BAE35}"/>
          </ac:spMkLst>
        </pc:spChg>
        <pc:cxnChg chg="add mod">
          <ac:chgData name="Vasanth Kumar" userId="3489f436-c3e9-41c0-80d7-83a98f4a7d92" providerId="ADAL" clId="{172427AD-CD3A-4721-9B10-1CC0AE946FB3}" dt="2026-09-10T06:15:33.440" v="319" actId="1076"/>
          <ac:cxnSpMkLst>
            <pc:docMk/>
            <pc:sldMk cId="3026782964" sldId="256"/>
            <ac:cxnSpMk id="5" creationId="{34A21E59-0774-D6ED-CBC5-4D4FDD08B482}"/>
          </ac:cxnSpMkLst>
        </pc:cxnChg>
        <pc:cxnChg chg="add mod">
          <ac:chgData name="Vasanth Kumar" userId="3489f436-c3e9-41c0-80d7-83a98f4a7d92" providerId="ADAL" clId="{172427AD-CD3A-4721-9B10-1CC0AE946FB3}" dt="2026-09-10T06:15:07.195" v="315" actId="1076"/>
          <ac:cxnSpMkLst>
            <pc:docMk/>
            <pc:sldMk cId="3026782964" sldId="256"/>
            <ac:cxnSpMk id="17" creationId="{181FE461-0676-F870-3391-D872B647B74C}"/>
          </ac:cxnSpMkLst>
        </pc:cxnChg>
        <pc:cxnChg chg="add mod">
          <ac:chgData name="Vasanth Kumar" userId="3489f436-c3e9-41c0-80d7-83a98f4a7d92" providerId="ADAL" clId="{172427AD-CD3A-4721-9B10-1CC0AE946FB3}" dt="2026-09-10T06:15:07.195" v="315" actId="1076"/>
          <ac:cxnSpMkLst>
            <pc:docMk/>
            <pc:sldMk cId="3026782964" sldId="256"/>
            <ac:cxnSpMk id="21" creationId="{7212FBD4-7A90-1A64-5C76-18D8B09951C5}"/>
          </ac:cxnSpMkLst>
        </pc:cxnChg>
        <pc:cxnChg chg="add mod">
          <ac:chgData name="Vasanth Kumar" userId="3489f436-c3e9-41c0-80d7-83a98f4a7d92" providerId="ADAL" clId="{172427AD-CD3A-4721-9B10-1CC0AE946FB3}" dt="2026-09-10T06:14:16.071" v="309" actId="14100"/>
          <ac:cxnSpMkLst>
            <pc:docMk/>
            <pc:sldMk cId="3026782964" sldId="256"/>
            <ac:cxnSpMk id="24" creationId="{0B1BAEAB-AE93-7237-895E-964920BFAAD4}"/>
          </ac:cxnSpMkLst>
        </pc:cxnChg>
        <pc:cxnChg chg="add mod">
          <ac:chgData name="Vasanth Kumar" userId="3489f436-c3e9-41c0-80d7-83a98f4a7d92" providerId="ADAL" clId="{172427AD-CD3A-4721-9B10-1CC0AE946FB3}" dt="2026-09-10T06:15:07.195" v="315" actId="1076"/>
          <ac:cxnSpMkLst>
            <pc:docMk/>
            <pc:sldMk cId="3026782964" sldId="256"/>
            <ac:cxnSpMk id="27" creationId="{62980CE1-A5DA-8F31-784C-69E5FC5332C1}"/>
          </ac:cxnSpMkLst>
        </pc:cxnChg>
        <pc:cxnChg chg="add mod">
          <ac:chgData name="Vasanth Kumar" userId="3489f436-c3e9-41c0-80d7-83a98f4a7d92" providerId="ADAL" clId="{172427AD-CD3A-4721-9B10-1CC0AE946FB3}" dt="2026-09-10T06:18:38.214" v="374" actId="1076"/>
          <ac:cxnSpMkLst>
            <pc:docMk/>
            <pc:sldMk cId="3026782964" sldId="256"/>
            <ac:cxnSpMk id="35" creationId="{5ADC6A35-5958-6B82-0CEA-0535A495081A}"/>
          </ac:cxnSpMkLst>
        </pc:cxnChg>
        <pc:cxnChg chg="add mod">
          <ac:chgData name="Vasanth Kumar" userId="3489f436-c3e9-41c0-80d7-83a98f4a7d92" providerId="ADAL" clId="{172427AD-CD3A-4721-9B10-1CC0AE946FB3}" dt="2026-09-10T06:18:38.214" v="374" actId="1076"/>
          <ac:cxnSpMkLst>
            <pc:docMk/>
            <pc:sldMk cId="3026782964" sldId="256"/>
            <ac:cxnSpMk id="41" creationId="{23BD21D0-6EAF-B5AC-6140-9A4AF812F69F}"/>
          </ac:cxnSpMkLst>
        </pc:cxnChg>
        <pc:cxnChg chg="add del mod">
          <ac:chgData name="Vasanth Kumar" userId="3489f436-c3e9-41c0-80d7-83a98f4a7d92" providerId="ADAL" clId="{172427AD-CD3A-4721-9B10-1CC0AE946FB3}" dt="2026-09-10T06:17:36.029" v="353" actId="478"/>
          <ac:cxnSpMkLst>
            <pc:docMk/>
            <pc:sldMk cId="3026782964" sldId="256"/>
            <ac:cxnSpMk id="47" creationId="{D306D443-FA2F-C52C-6C11-94C09FFB0C26}"/>
          </ac:cxnSpMkLst>
        </pc:cxnChg>
        <pc:cxnChg chg="add mod">
          <ac:chgData name="Vasanth Kumar" userId="3489f436-c3e9-41c0-80d7-83a98f4a7d92" providerId="ADAL" clId="{172427AD-CD3A-4721-9B10-1CC0AE946FB3}" dt="2026-09-10T06:18:19.090" v="370" actId="1076"/>
          <ac:cxnSpMkLst>
            <pc:docMk/>
            <pc:sldMk cId="3026782964" sldId="256"/>
            <ac:cxnSpMk id="49" creationId="{02FD977D-96EE-FF8B-678B-0C0AE4F8AB88}"/>
          </ac:cxnSpMkLst>
        </pc:cxnChg>
        <pc:cxnChg chg="add mod">
          <ac:chgData name="Vasanth Kumar" userId="3489f436-c3e9-41c0-80d7-83a98f4a7d92" providerId="ADAL" clId="{172427AD-CD3A-4721-9B10-1CC0AE946FB3}" dt="2026-09-10T06:18:29.183" v="373" actId="14100"/>
          <ac:cxnSpMkLst>
            <pc:docMk/>
            <pc:sldMk cId="3026782964" sldId="256"/>
            <ac:cxnSpMk id="56" creationId="{E95B3303-9482-E61A-62CD-D357FDEBCA54}"/>
          </ac:cxnSpMkLst>
        </pc:cxnChg>
        <pc:cxnChg chg="add mod">
          <ac:chgData name="Vasanth Kumar" userId="3489f436-c3e9-41c0-80d7-83a98f4a7d92" providerId="ADAL" clId="{172427AD-CD3A-4721-9B10-1CC0AE946FB3}" dt="2026-09-10T06:20:09.666" v="377" actId="14100"/>
          <ac:cxnSpMkLst>
            <pc:docMk/>
            <pc:sldMk cId="3026782964" sldId="256"/>
            <ac:cxnSpMk id="60" creationId="{A5EA51BF-1E8E-B209-3B1D-E6D8D0BB5FC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E499-0067-0B06-72AC-620CA1B4C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4C3CA-93D2-CF0B-E5BB-3AD19C5B0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5FBFB-6098-341D-BD33-6DA3B2FF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5A44-2B18-9F15-406C-B494834C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8832F-FE0E-7FC3-C3B0-DC4DBAC2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9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B3C0-C300-E082-3BD5-15103440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4FB2-EA33-B28B-F846-7BA471411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B425B-6E5C-8B6C-1235-B6D09EDC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A85A6-2334-47DD-41CA-9B609A54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01258-EF05-0A24-C98D-35A99932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74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5BD1-218B-93C7-3926-8683F5EEA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E1A22-0729-AD67-3ABC-11D0FF72A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24CED-CA83-32CE-CD27-74DDFE393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B7CFA-F1F5-A143-2285-297F941F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D86A3-AC1E-265C-BA81-CC6133EB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63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5E5D-ECCD-311D-04CC-ECE24B2E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3CE12-D90C-A86D-58AC-E96F5F807A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F7BC3-A436-313E-EE94-0172A04E2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E4CC2-9E61-2B86-B9BD-374D4083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09AEA-0B2B-8DAE-92B9-FAF1BE242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64EBD-A732-5596-F4D1-AF98BED6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95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A714-180B-1763-B81A-FF404472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20B15-0155-EE11-BA1F-90361FCB0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12131-32DB-7BF1-1C2B-91E0E379A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73975-7AA1-A54E-F7C0-88BDFF137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3E7CC-8F40-4430-3B43-6B0564CB8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B82A11-568B-7D10-D523-2583C7E8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A5E07-675D-C898-0A59-174E64EA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CC2DC-5883-6D12-EF82-688B97FE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64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FEEAF-36C0-7EE3-58E3-03BE4A5C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12D84-16CD-228D-15CC-36BF2986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C7A02-4DE3-DDC4-0C17-2BE11C5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2945F-86D0-5826-6DD6-6F3BDD07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21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702F7D-11D5-6030-B12B-3CC3D577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EAA68-4C17-9496-330D-F597F1AB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42BE3-90DC-F450-399B-A2E57BEC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BD78-762A-5351-37AC-B632A94A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EA3B6-6DC8-1CE9-AA82-268EE591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10293-9577-6649-FEDE-5091A1EDA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14B27-EBCF-1656-4477-81CAE7E8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B71BF-437D-9DEE-8E65-804252A49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5CFC4-3664-FA6E-B825-619C87AA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35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F2E4-5904-35A5-2F22-4D7434E01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09E82-D96C-1521-C7E2-CCDA22993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D88E6-1551-D30F-1906-B203F4CF6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96770-15D5-F91E-3D29-E8938B9E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1CAFC-D8AA-8879-C8C3-82E30A28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90113-D385-5400-E280-9F8DA41A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92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9B15-BD87-BC40-395C-C15BBD38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D54EA-BD88-E63F-D763-1A9B8745B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A740E-DFD7-C373-D0A8-FD005AC8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53EFA-62C2-F84B-3E23-51CD063F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C027F-60C5-68EF-3F7A-0313333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6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EE9C4-0D4D-28EE-A3AD-A8ACDE83D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2C58A-F2C2-BBB3-9890-9FB65D65F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E6F1A-8067-2CEF-DD97-85A718CE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08828-225B-5CF1-9AE7-8FC49BBB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C7F1F-2CFF-B4FD-8E52-37DBC300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4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76700B-6992-B763-FC99-5A1472712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BECFB-ADFD-C5EA-4B51-7315D59AB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A6A03-5416-8F20-2FD6-7E34549EA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DE9E9-1FB6-4166-857E-567E97FA2F4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ABF99-7F05-61E9-BB07-DAC93EA1C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6D1AA-1185-882C-2601-67DE1059D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F54E6-CB67-48F7-A31A-3EC478A03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4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97D66-5B37-D761-450A-3458FAF7882B}"/>
              </a:ext>
            </a:extLst>
          </p:cNvPr>
          <p:cNvSpPr/>
          <p:nvPr/>
        </p:nvSpPr>
        <p:spPr>
          <a:xfrm>
            <a:off x="968724" y="2974646"/>
            <a:ext cx="1940011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LN SOAP API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A21E59-0774-D6ED-CBC5-4D4FDD08B482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2908735" y="3252673"/>
            <a:ext cx="9700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A90BDB5-3E78-A029-BB76-4BDDADEC228E}"/>
              </a:ext>
            </a:extLst>
          </p:cNvPr>
          <p:cNvSpPr/>
          <p:nvPr/>
        </p:nvSpPr>
        <p:spPr>
          <a:xfrm>
            <a:off x="3878739" y="629046"/>
            <a:ext cx="3312826" cy="5247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E0FAB-3DB2-85EE-308A-D31CCE5A1B7E}"/>
              </a:ext>
            </a:extLst>
          </p:cNvPr>
          <p:cNvSpPr txBox="1"/>
          <p:nvPr/>
        </p:nvSpPr>
        <p:spPr>
          <a:xfrm>
            <a:off x="3969240" y="711876"/>
            <a:ext cx="1213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Azure ADF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76F1EB-5613-9A21-4C41-9878227DD259}"/>
              </a:ext>
            </a:extLst>
          </p:cNvPr>
          <p:cNvSpPr/>
          <p:nvPr/>
        </p:nvSpPr>
        <p:spPr>
          <a:xfrm>
            <a:off x="4565147" y="1248102"/>
            <a:ext cx="1940011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Activity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15135-5715-3291-7DA7-ACDB9DD97FEE}"/>
              </a:ext>
            </a:extLst>
          </p:cNvPr>
          <p:cNvSpPr/>
          <p:nvPr/>
        </p:nvSpPr>
        <p:spPr>
          <a:xfrm>
            <a:off x="4565147" y="2181410"/>
            <a:ext cx="1940011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XML Response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53BB30-931D-DCC7-4068-FAE397DE7B03}"/>
              </a:ext>
            </a:extLst>
          </p:cNvPr>
          <p:cNvSpPr/>
          <p:nvPr/>
        </p:nvSpPr>
        <p:spPr>
          <a:xfrm>
            <a:off x="4565147" y="3145749"/>
            <a:ext cx="1940011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 Function Activity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058DB6-B3F9-B95C-FC0F-6AC148A447A3}"/>
              </a:ext>
            </a:extLst>
          </p:cNvPr>
          <p:cNvSpPr/>
          <p:nvPr/>
        </p:nvSpPr>
        <p:spPr>
          <a:xfrm>
            <a:off x="4565147" y="4170040"/>
            <a:ext cx="1940011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ADLS Storage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FA7D48-A90C-396C-4BD8-530B80EA60BF}"/>
              </a:ext>
            </a:extLst>
          </p:cNvPr>
          <p:cNvSpPr/>
          <p:nvPr/>
        </p:nvSpPr>
        <p:spPr>
          <a:xfrm>
            <a:off x="4565147" y="5178227"/>
            <a:ext cx="1940011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Azure SQL DB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1FE461-0676-F870-3391-D872B647B74C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5535153" y="1804156"/>
            <a:ext cx="0" cy="377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212FBD4-7A90-1A64-5C76-18D8B09951C5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5535153" y="2737464"/>
            <a:ext cx="0" cy="408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1BAEAB-AE93-7237-895E-964920BFAAD4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5535153" y="3701803"/>
            <a:ext cx="0" cy="468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980CE1-A5DA-8F31-784C-69E5FC5332C1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535153" y="4726094"/>
            <a:ext cx="0" cy="452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30990E9-FCBE-3493-AB41-2DFB23151FC8}"/>
              </a:ext>
            </a:extLst>
          </p:cNvPr>
          <p:cNvSpPr/>
          <p:nvPr/>
        </p:nvSpPr>
        <p:spPr>
          <a:xfrm>
            <a:off x="8267365" y="2409934"/>
            <a:ext cx="1427203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Power APPS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DC6A35-5958-6B82-0CEA-0535A495081A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 flipV="1">
            <a:off x="7191565" y="2687961"/>
            <a:ext cx="1075800" cy="564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BD21D0-6EAF-B5AC-6140-9A4AF812F69F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9694568" y="2687961"/>
            <a:ext cx="633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38121255-6201-C106-DC45-3FA4D63CCB0C}"/>
              </a:ext>
            </a:extLst>
          </p:cNvPr>
          <p:cNvSpPr/>
          <p:nvPr/>
        </p:nvSpPr>
        <p:spPr>
          <a:xfrm>
            <a:off x="10328224" y="2428527"/>
            <a:ext cx="793548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546ED00-67B7-BA03-DF2E-7C13B3C41CD9}"/>
              </a:ext>
            </a:extLst>
          </p:cNvPr>
          <p:cNvSpPr/>
          <p:nvPr/>
        </p:nvSpPr>
        <p:spPr>
          <a:xfrm>
            <a:off x="8267365" y="4031025"/>
            <a:ext cx="1427203" cy="556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Power APPS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DA7F1C-69D8-E241-F48B-8108EF8BAE35}"/>
              </a:ext>
            </a:extLst>
          </p:cNvPr>
          <p:cNvSpPr/>
          <p:nvPr/>
        </p:nvSpPr>
        <p:spPr>
          <a:xfrm>
            <a:off x="10373594" y="3892012"/>
            <a:ext cx="793548" cy="834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File I/P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2FD977D-96EE-FF8B-678B-0C0AE4F8AB88}"/>
              </a:ext>
            </a:extLst>
          </p:cNvPr>
          <p:cNvCxnSpPr>
            <a:cxnSpLocks/>
            <a:stCxn id="48" idx="1"/>
            <a:endCxn id="46" idx="3"/>
          </p:cNvCxnSpPr>
          <p:nvPr/>
        </p:nvCxnSpPr>
        <p:spPr>
          <a:xfrm flipH="1" flipV="1">
            <a:off x="9694568" y="4309052"/>
            <a:ext cx="6790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95B3303-9482-E61A-62CD-D357FDEBCA54}"/>
              </a:ext>
            </a:extLst>
          </p:cNvPr>
          <p:cNvCxnSpPr>
            <a:cxnSpLocks/>
            <a:stCxn id="46" idx="1"/>
            <a:endCxn id="10" idx="3"/>
          </p:cNvCxnSpPr>
          <p:nvPr/>
        </p:nvCxnSpPr>
        <p:spPr>
          <a:xfrm flipH="1" flipV="1">
            <a:off x="7191565" y="3252673"/>
            <a:ext cx="1075800" cy="1056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5EA51BF-1E8E-B209-3B1D-E6D8D0BB5FC9}"/>
              </a:ext>
            </a:extLst>
          </p:cNvPr>
          <p:cNvCxnSpPr>
            <a:cxnSpLocks/>
          </p:cNvCxnSpPr>
          <p:nvPr/>
        </p:nvCxnSpPr>
        <p:spPr>
          <a:xfrm flipH="1" flipV="1">
            <a:off x="2908735" y="3429000"/>
            <a:ext cx="970004" cy="5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78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5d643d-5daa-4182-b4ec-05c4e602cf56}" enabled="1" method="Privileged" siteId="{50f40674-931c-4d09-ae8a-bb8fde36b91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Vasanth Kumar</dc:creator>
  <cp:lastModifiedBy>Vasanth Kumar</cp:lastModifiedBy>
  <cp:revision>1</cp:revision>
  <dcterms:created xsi:type="dcterms:W3CDTF">2026-09-10T06:05:07Z</dcterms:created>
  <dcterms:modified xsi:type="dcterms:W3CDTF">2026-09-10T06:20:20Z</dcterms:modified>
</cp:coreProperties>
</file>