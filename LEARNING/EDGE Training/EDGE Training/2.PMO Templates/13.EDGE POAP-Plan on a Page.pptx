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147483646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4B4C6-B818-49E2-B0E2-8741872CC5C7}" v="3" dt="2026-05-18T09:19:42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Pappachan" userId="2d70ecc5-9cd0-4397-9ed1-27ae228e3b94" providerId="ADAL" clId="{3B79B3F8-BEFD-4B4E-A9FE-497879FC565E}"/>
    <pc:docChg chg="custSel addSld modSld">
      <pc:chgData name="Anish Pappachan" userId="2d70ecc5-9cd0-4397-9ed1-27ae228e3b94" providerId="ADAL" clId="{3B79B3F8-BEFD-4B4E-A9FE-497879FC565E}" dt="2025-12-16T05:48:40.756" v="1" actId="27636"/>
      <pc:docMkLst>
        <pc:docMk/>
      </pc:docMkLst>
      <pc:sldChg chg="modSp add mod">
        <pc:chgData name="Anish Pappachan" userId="2d70ecc5-9cd0-4397-9ed1-27ae228e3b94" providerId="ADAL" clId="{3B79B3F8-BEFD-4B4E-A9FE-497879FC565E}" dt="2025-12-16T05:48:40.756" v="1" actId="27636"/>
        <pc:sldMkLst>
          <pc:docMk/>
          <pc:sldMk cId="4173197075" sldId="2147483646"/>
        </pc:sldMkLst>
      </pc:sldChg>
    </pc:docChg>
  </pc:docChgLst>
  <pc:docChgLst>
    <pc:chgData name="Vasanth Kumar" userId="3489f436-c3e9-41c0-80d7-83a98f4a7d92" providerId="ADAL" clId="{F414B4C6-B818-49E2-B0E2-8741872CC5C7}"/>
    <pc:docChg chg="modSld">
      <pc:chgData name="Vasanth Kumar" userId="3489f436-c3e9-41c0-80d7-83a98f4a7d92" providerId="ADAL" clId="{F414B4C6-B818-49E2-B0E2-8741872CC5C7}" dt="2026-05-18T09:19:42.938" v="1" actId="207"/>
      <pc:docMkLst>
        <pc:docMk/>
      </pc:docMkLst>
      <pc:sldChg chg="modSp">
        <pc:chgData name="Vasanth Kumar" userId="3489f436-c3e9-41c0-80d7-83a98f4a7d92" providerId="ADAL" clId="{F414B4C6-B818-49E2-B0E2-8741872CC5C7}" dt="2026-05-18T09:19:42.938" v="1" actId="207"/>
        <pc:sldMkLst>
          <pc:docMk/>
          <pc:sldMk cId="4173197075" sldId="2147483646"/>
        </pc:sldMkLst>
        <pc:spChg chg="mod">
          <ac:chgData name="Vasanth Kumar" userId="3489f436-c3e9-41c0-80d7-83a98f4a7d92" providerId="ADAL" clId="{F414B4C6-B818-49E2-B0E2-8741872CC5C7}" dt="2026-05-18T09:19:42.938" v="1" actId="207"/>
          <ac:spMkLst>
            <pc:docMk/>
            <pc:sldMk cId="4173197075" sldId="2147483646"/>
            <ac:spMk id="71" creationId="{6526C988-A0C7-4396-AACF-C9C934E7CBFB}"/>
          </ac:spMkLst>
        </pc:spChg>
        <pc:grpChg chg="mod">
          <ac:chgData name="Vasanth Kumar" userId="3489f436-c3e9-41c0-80d7-83a98f4a7d92" providerId="ADAL" clId="{F414B4C6-B818-49E2-B0E2-8741872CC5C7}" dt="2026-05-18T09:19:17.258" v="0" actId="13926"/>
          <ac:grpSpMkLst>
            <pc:docMk/>
            <pc:sldMk cId="4173197075" sldId="2147483646"/>
            <ac:grpSpMk id="79" creationId="{8C078309-FDC5-94D6-27FD-59F276EAE83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17627-35B4-4ECF-9BA6-2A00030DB2A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3118-A6B8-49D4-A764-61CCCA76D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303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549E-C124-5B50-570D-7C868A30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0EF4F-788C-DF03-674D-EF56C5F18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905C2-B646-6960-2B42-C50B246F7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0D31B-6949-E617-EC27-6E1265D98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996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0B2E-7E68-E4BD-6D9B-DBDCE46C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15F4B-B5FA-DA57-38C4-553EBC280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50338-CBE2-1C9D-A73E-D349A382F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9903A-E97E-50B2-89F6-7C9E0FE1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733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12A4-C70D-446C-6B93-D38741090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55B84-7B33-85B8-085A-E2481E7A5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14581-3963-1310-197E-20C1E47C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0AFA-8026-39BF-D4C5-0D2661AC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6DF04-8A6B-DF15-3408-A2099373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3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0B5A-2240-920E-8C08-75C8BB796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6A716-B731-EB97-11DD-AFDEA5410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3924D-BE37-7D96-64B5-DDBDBF70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5CC97-A914-C507-DC50-FADC5E22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CAAD6-6D3F-C4F4-D158-9202A2F3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06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528F-8A4C-19C5-EC78-ACB2138E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CA848-D135-A812-AC75-D2D40D476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8DA3E-8D9E-8434-AED0-3C0CBD9D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21BA-18A6-1247-1D30-C582339A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15877-194B-AB79-CF40-835949B2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74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A597-07FE-5051-BF28-B717A3F07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A58BB-CB8A-DC87-AF09-B36889908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947AB-42E1-59FD-9544-5D455EE0F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0E17D-C0EE-0E4C-A3A4-4C524520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28008-2332-93F1-8E9A-7B8B26AF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D2722-6308-A0DD-A5F6-0C0A3C34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16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6597-16D9-27D9-2A99-F1EB47BE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81D86-43B1-1FA9-7F47-1EF06FBC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F7B14-D742-C996-D28F-F5919F82D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47989-4FED-0645-9149-6353685EA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1FBB6-30B3-42E3-06FD-CEEE11473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6305A-3D2A-8528-70C7-58054689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EECE4-1178-6FD0-1B38-542A98FC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CE12F-42DB-5E8D-FF83-B3401FE2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37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9D66-CDF3-6CED-68F8-E2A6572B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7A143-0D62-6921-9AB0-40CBAF9D0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DBB4E-886E-1291-9579-A1BA3F47F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0E847-2D16-5640-3A43-F328EBE4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75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A2E9D-913E-9801-316E-63516E46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164B4-25F3-BBFB-B58B-C9FF0F87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F5C13-7926-A036-D971-09C039F8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5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0F8C6-523F-D6BA-4140-A6DD1CD6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C398E-948C-141B-917D-11C755984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B891B-9E44-523D-3744-930A752AE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794C4-5EDF-A414-4CD6-F5398146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407DA-F42B-46A9-0910-3A9BE79C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83CFD-7D91-ACEB-917C-8FAABFB7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6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7898-961C-0F68-11C3-E5246C31A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49936-64EA-C632-BC0A-0A0083A8E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2C9AC-999F-8C79-7400-16A30E43B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A9E11-1918-AD7F-438B-939130B9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8F009-0B92-3D63-ED45-C83C93E9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B4B75-F659-E9C1-3501-AFA0BBD1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7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7E6E-577B-FAFF-A6C5-77971940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E0F48-B9C2-B9D6-9AFB-DB7D311A6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843C4-D244-C40B-33ED-5A9A81758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70098-9B28-CEBC-1833-8DE5EB65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F3733-301B-09E6-F70B-1414FD26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53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1C3DB-2534-6474-B678-EC6C2FAAB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BA05A-80FE-C6EE-125D-19301C370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9967C-633E-3304-F234-48E557EC0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C3C39-521D-B41B-DDF7-BD371834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AA730-B407-0C7B-560E-C23DDC8A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64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6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1CFAA-626B-51C7-6432-0E48104D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225DF-E838-F8AA-DB3F-7AFF25F88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A272-A91C-068A-A2EC-E8A6F2B9D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2E867-FBD9-42D6-A672-D1817CA5E219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2693-311C-2C5E-A913-2CB10F5F0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27266-8770-E633-675F-469C23BD3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0748E-1686-42F6-9DBF-9E29737A3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28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936F-AA33-2BB1-09E1-94D20834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52CB6-8275-B0F8-779C-8051792265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480" y="286132"/>
            <a:ext cx="10588959" cy="36576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latin typeface="+mn-lt"/>
              </a:rPr>
              <a:t>Plan on a Page</a:t>
            </a:r>
            <a:endParaRPr lang="en-IN" sz="2100" b="1" dirty="0">
              <a:latin typeface="+mn-lt"/>
              <a:ea typeface="Verdana" panose="020B060403050404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C41003-EB34-BA4A-6739-5D6480B37885}"/>
              </a:ext>
            </a:extLst>
          </p:cNvPr>
          <p:cNvSpPr/>
          <p:nvPr/>
        </p:nvSpPr>
        <p:spPr>
          <a:xfrm>
            <a:off x="10640415" y="79818"/>
            <a:ext cx="1408195" cy="2916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Illustrative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63F529-019E-F82D-6581-94A4491B0806}"/>
              </a:ext>
            </a:extLst>
          </p:cNvPr>
          <p:cNvSpPr txBox="1"/>
          <p:nvPr/>
        </p:nvSpPr>
        <p:spPr>
          <a:xfrm>
            <a:off x="1458941" y="6607823"/>
            <a:ext cx="4738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Note-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 only, can be customized for ELGI based on requirements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FEE285-66A1-E10C-42BC-C416AABBA025}"/>
              </a:ext>
            </a:extLst>
          </p:cNvPr>
          <p:cNvGrpSpPr/>
          <p:nvPr/>
        </p:nvGrpSpPr>
        <p:grpSpPr>
          <a:xfrm>
            <a:off x="609600" y="844061"/>
            <a:ext cx="10958512" cy="278537"/>
            <a:chOff x="1198799" y="1070386"/>
            <a:chExt cx="10607040" cy="2743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2513358-5DEF-46F7-7ED9-FF30618B125B}"/>
                </a:ext>
              </a:extLst>
            </p:cNvPr>
            <p:cNvGrpSpPr/>
            <p:nvPr/>
          </p:nvGrpSpPr>
          <p:grpSpPr>
            <a:xfrm>
              <a:off x="1198799" y="1070386"/>
              <a:ext cx="3163087" cy="274320"/>
              <a:chOff x="1198800" y="1070386"/>
              <a:chExt cx="2853943" cy="27432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B782D44-2238-FF29-5D6C-55D003F377D3}"/>
                  </a:ext>
                </a:extLst>
              </p:cNvPr>
              <p:cNvSpPr/>
              <p:nvPr/>
            </p:nvSpPr>
            <p:spPr>
              <a:xfrm>
                <a:off x="1198800" y="1070386"/>
                <a:ext cx="1188720" cy="274320"/>
              </a:xfrm>
              <a:prstGeom prst="rect">
                <a:avLst/>
              </a:prstGeom>
              <a:solidFill>
                <a:srgbClr val="F9BEB9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Unilever Shilling" panose="020B0502020202020204" pitchFamily="34" charset="0"/>
                  </a:rPr>
                  <a:t>Project Name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5432D55-AD89-50E2-39C9-3D08A557228F}"/>
                  </a:ext>
                </a:extLst>
              </p:cNvPr>
              <p:cNvSpPr/>
              <p:nvPr/>
            </p:nvSpPr>
            <p:spPr>
              <a:xfrm>
                <a:off x="2402681" y="1070386"/>
                <a:ext cx="1650062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81667A-CCF4-3D4F-4147-2D5E46D8B3EA}"/>
                </a:ext>
              </a:extLst>
            </p:cNvPr>
            <p:cNvGrpSpPr/>
            <p:nvPr/>
          </p:nvGrpSpPr>
          <p:grpSpPr>
            <a:xfrm>
              <a:off x="4414764" y="1070386"/>
              <a:ext cx="4572761" cy="274320"/>
              <a:chOff x="4353794" y="1070386"/>
              <a:chExt cx="4125837" cy="27432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DC3892-827A-BE10-B609-AF76367561B4}"/>
                  </a:ext>
                </a:extLst>
              </p:cNvPr>
              <p:cNvSpPr/>
              <p:nvPr/>
            </p:nvSpPr>
            <p:spPr>
              <a:xfrm>
                <a:off x="4353794" y="1070386"/>
                <a:ext cx="1188720" cy="274320"/>
              </a:xfrm>
              <a:prstGeom prst="rect">
                <a:avLst/>
              </a:prstGeom>
              <a:solidFill>
                <a:srgbClr val="F9BEB9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Unilever Shilling" panose="020B0502020202020204" pitchFamily="34" charset="0"/>
                  </a:rPr>
                  <a:t>Project Sponsor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F19057C-F06A-71FD-9D0D-246BB811EF44}"/>
                  </a:ext>
                </a:extLst>
              </p:cNvPr>
              <p:cNvSpPr/>
              <p:nvPr/>
            </p:nvSpPr>
            <p:spPr>
              <a:xfrm>
                <a:off x="5553354" y="1070386"/>
                <a:ext cx="2926277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5EEFA7-F486-6C14-4375-A9613AC51BC4}"/>
                </a:ext>
              </a:extLst>
            </p:cNvPr>
            <p:cNvGrpSpPr/>
            <p:nvPr/>
          </p:nvGrpSpPr>
          <p:grpSpPr>
            <a:xfrm>
              <a:off x="9040410" y="1070386"/>
              <a:ext cx="2765429" cy="274320"/>
              <a:chOff x="1198800" y="1070386"/>
              <a:chExt cx="3489881" cy="27432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3D90497-3D89-F90E-01ED-50F0B6BBB91F}"/>
                  </a:ext>
                </a:extLst>
              </p:cNvPr>
              <p:cNvSpPr/>
              <p:nvPr/>
            </p:nvSpPr>
            <p:spPr>
              <a:xfrm>
                <a:off x="1198800" y="1070386"/>
                <a:ext cx="1188720" cy="274320"/>
              </a:xfrm>
              <a:prstGeom prst="rect">
                <a:avLst/>
              </a:prstGeom>
              <a:solidFill>
                <a:srgbClr val="F9BEB9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Unilever Shilling" panose="020B0502020202020204" pitchFamily="34" charset="0"/>
                  </a:rPr>
                  <a:t>Project Lead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6FD47CC-E9BA-5675-412C-FE5ADD018721}"/>
                  </a:ext>
                </a:extLst>
              </p:cNvPr>
              <p:cNvSpPr/>
              <p:nvPr/>
            </p:nvSpPr>
            <p:spPr>
              <a:xfrm>
                <a:off x="2402681" y="1070386"/>
                <a:ext cx="228600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endParaRPr>
              </a:p>
            </p:txBody>
          </p:sp>
        </p:grp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D020DD9-5D03-4BBB-8278-35F4F4B9A7F9}"/>
              </a:ext>
            </a:extLst>
          </p:cNvPr>
          <p:cNvGraphicFramePr>
            <a:graphicFrameLocks noGrp="1"/>
          </p:cNvGraphicFramePr>
          <p:nvPr/>
        </p:nvGraphicFramePr>
        <p:xfrm>
          <a:off x="609601" y="1314766"/>
          <a:ext cx="10958506" cy="4781567"/>
        </p:xfrm>
        <a:graphic>
          <a:graphicData uri="http://schemas.openxmlformats.org/drawingml/2006/table">
            <a:tbl>
              <a:tblPr firstRow="1" bandRow="1"/>
              <a:tblGrid>
                <a:gridCol w="827056">
                  <a:extLst>
                    <a:ext uri="{9D8B030D-6E8A-4147-A177-3AD203B41FA5}">
                      <a16:colId xmlns:a16="http://schemas.microsoft.com/office/drawing/2014/main" val="3027172186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469083278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207030173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919840228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161748572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265321862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65246900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542031226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85030112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10792065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695650380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51486449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558531148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64610377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898165950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19939333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179387534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94508123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80138853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402389299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402315472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31453284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60805398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19033703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429880645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4047877792"/>
                    </a:ext>
                  </a:extLst>
                </a:gridCol>
              </a:tblGrid>
              <a:tr h="3334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September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71B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January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February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April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21635"/>
                  </a:ext>
                </a:extLst>
              </a:tr>
              <a:tr h="333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 sz="1100" b="1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12/06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12/13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12/20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12/27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01/03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01/10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01/17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01/24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01/31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02/07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02/14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02/21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02/28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03/28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23917"/>
                  </a:ext>
                </a:extLst>
              </a:tr>
              <a:tr h="8133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Discovery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15997"/>
                  </a:ext>
                </a:extLst>
              </a:tr>
              <a:tr h="8615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Initiation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67715"/>
                  </a:ext>
                </a:extLst>
              </a:tr>
              <a:tr h="8133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Planning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685087"/>
                  </a:ext>
                </a:extLst>
              </a:tr>
              <a:tr h="8133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Execute / Control 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778304"/>
                  </a:ext>
                </a:extLst>
              </a:tr>
              <a:tr h="8133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Closure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388841"/>
                  </a:ext>
                </a:extLst>
              </a:tr>
            </a:tbl>
          </a:graphicData>
        </a:graphic>
      </p:graphicFrame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862F8AA8-1C00-A1E2-6AAA-9C9A91AE6E08}"/>
              </a:ext>
            </a:extLst>
          </p:cNvPr>
          <p:cNvSpPr/>
          <p:nvPr/>
        </p:nvSpPr>
        <p:spPr>
          <a:xfrm>
            <a:off x="4356472" y="3895370"/>
            <a:ext cx="173736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7744BCD7-8768-E3EB-9EE8-68C46900F423}"/>
              </a:ext>
            </a:extLst>
          </p:cNvPr>
          <p:cNvSpPr/>
          <p:nvPr/>
        </p:nvSpPr>
        <p:spPr>
          <a:xfrm>
            <a:off x="6058973" y="4733999"/>
            <a:ext cx="356616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37" name="Arrow: Pentagon 36">
            <a:extLst>
              <a:ext uri="{FF2B5EF4-FFF2-40B4-BE49-F238E27FC236}">
                <a16:creationId xmlns:a16="http://schemas.microsoft.com/office/drawing/2014/main" id="{416651A6-C7C5-EE13-8FE9-3FC151969198}"/>
              </a:ext>
            </a:extLst>
          </p:cNvPr>
          <p:cNvSpPr/>
          <p:nvPr/>
        </p:nvSpPr>
        <p:spPr>
          <a:xfrm>
            <a:off x="9830747" y="5568247"/>
            <a:ext cx="173736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CC32EFCE-6DE8-828C-B1C1-1D4C89A3ADD9}"/>
              </a:ext>
            </a:extLst>
          </p:cNvPr>
          <p:cNvSpPr/>
          <p:nvPr/>
        </p:nvSpPr>
        <p:spPr>
          <a:xfrm>
            <a:off x="1556203" y="2178346"/>
            <a:ext cx="128016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39" name="Arrow: Pentagon 38">
            <a:extLst>
              <a:ext uri="{FF2B5EF4-FFF2-40B4-BE49-F238E27FC236}">
                <a16:creationId xmlns:a16="http://schemas.microsoft.com/office/drawing/2014/main" id="{7EF6E47F-65A9-9A11-F54C-C9E00B30FC7B}"/>
              </a:ext>
            </a:extLst>
          </p:cNvPr>
          <p:cNvSpPr/>
          <p:nvPr/>
        </p:nvSpPr>
        <p:spPr>
          <a:xfrm>
            <a:off x="2918676" y="3079136"/>
            <a:ext cx="137160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4C31BAF-CD2B-C877-2326-599F4689FFB0}"/>
              </a:ext>
            </a:extLst>
          </p:cNvPr>
          <p:cNvGrpSpPr/>
          <p:nvPr/>
        </p:nvGrpSpPr>
        <p:grpSpPr>
          <a:xfrm>
            <a:off x="6089260" y="6587832"/>
            <a:ext cx="4867752" cy="198278"/>
            <a:chOff x="6672942" y="6513699"/>
            <a:chExt cx="4867752" cy="198278"/>
          </a:xfrm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271BBCD4-0FD3-80E6-726C-FD0B3E5A796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903764" y="6518070"/>
              <a:ext cx="193907" cy="193907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3BC831C-7E4B-5210-D532-F32BA19F9481}"/>
                </a:ext>
              </a:extLst>
            </p:cNvPr>
            <p:cNvSpPr txBox="1"/>
            <p:nvPr/>
          </p:nvSpPr>
          <p:spPr>
            <a:xfrm>
              <a:off x="9129995" y="6538079"/>
              <a:ext cx="485789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On track</a:t>
              </a:r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561E238D-F9A2-F36D-48FF-4CD5D73DF80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868638" y="6518070"/>
              <a:ext cx="193907" cy="193907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772CFBA-BF81-9669-DDEC-622155437AA8}"/>
                </a:ext>
              </a:extLst>
            </p:cNvPr>
            <p:cNvSpPr txBox="1"/>
            <p:nvPr/>
          </p:nvSpPr>
          <p:spPr>
            <a:xfrm>
              <a:off x="8094869" y="6538079"/>
              <a:ext cx="788066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Completed</a:t>
              </a: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48147A1D-1A54-F471-E7F4-161159C9950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693562" y="6518070"/>
              <a:ext cx="193907" cy="193907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bg2">
                <a:lumMod val="90000"/>
              </a:schemeClr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64B165F-1415-E18F-D04F-FFDB767E1855}"/>
                </a:ext>
              </a:extLst>
            </p:cNvPr>
            <p:cNvSpPr txBox="1"/>
            <p:nvPr/>
          </p:nvSpPr>
          <p:spPr>
            <a:xfrm>
              <a:off x="9920198" y="6538079"/>
              <a:ext cx="731520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Yet to Start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524F913-C5E3-F226-1353-BA37523318D4}"/>
                </a:ext>
              </a:extLst>
            </p:cNvPr>
            <p:cNvSpPr/>
            <p:nvPr/>
          </p:nvSpPr>
          <p:spPr>
            <a:xfrm>
              <a:off x="6672942" y="6519011"/>
              <a:ext cx="192024" cy="1920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9B086F9-74D2-7542-B533-699174896EB5}"/>
                </a:ext>
              </a:extLst>
            </p:cNvPr>
            <p:cNvSpPr txBox="1"/>
            <p:nvPr/>
          </p:nvSpPr>
          <p:spPr>
            <a:xfrm>
              <a:off x="6918638" y="6538079"/>
              <a:ext cx="940124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Critical Activities</a:t>
              </a:r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89E6BBA0-85D3-3561-AD59-24D6A9A0607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582538" y="6513699"/>
              <a:ext cx="193907" cy="193907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C00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332734F-69AA-ACBF-BFA6-4943B40337CC}"/>
                </a:ext>
              </a:extLst>
            </p:cNvPr>
            <p:cNvSpPr txBox="1"/>
            <p:nvPr/>
          </p:nvSpPr>
          <p:spPr>
            <a:xfrm>
              <a:off x="10809174" y="6533708"/>
              <a:ext cx="731520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Delayed</a:t>
              </a:r>
            </a:p>
          </p:txBody>
        </p:sp>
      </p:grpSp>
      <p:sp>
        <p:nvSpPr>
          <p:cNvPr id="42" name="Arc 41">
            <a:extLst>
              <a:ext uri="{FF2B5EF4-FFF2-40B4-BE49-F238E27FC236}">
                <a16:creationId xmlns:a16="http://schemas.microsoft.com/office/drawing/2014/main" id="{C6DEACB9-3DD9-5F4A-15AA-C5747915440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710062" y="6590018"/>
            <a:ext cx="193907" cy="193907"/>
          </a:xfrm>
          <a:prstGeom prst="arc">
            <a:avLst>
              <a:gd name="adj1" fmla="val 16200000"/>
              <a:gd name="adj2" fmla="val 16200000"/>
            </a:avLst>
          </a:prstGeom>
          <a:solidFill>
            <a:srgbClr val="FFFF00"/>
          </a:solidFill>
          <a:ln w="6350" cap="flat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BC0D">
                  <a:lumMod val="20000"/>
                  <a:lumOff val="8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8EE4DA-EAFC-8A8B-4150-D5C77893CA4D}"/>
              </a:ext>
            </a:extLst>
          </p:cNvPr>
          <p:cNvSpPr txBox="1"/>
          <p:nvPr/>
        </p:nvSpPr>
        <p:spPr>
          <a:xfrm>
            <a:off x="10936698" y="6610027"/>
            <a:ext cx="73152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Speedee" panose="020B0603030502020204" pitchFamily="34" charset="0"/>
                <a:cs typeface="Arial" panose="020B0604020202020204" pitchFamily="34" charset="0"/>
                <a:sym typeface="Speedee" panose="020B06030305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rPr>
              <a:t>At risk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E1668A-572D-13FE-2639-BE5042793809}"/>
              </a:ext>
            </a:extLst>
          </p:cNvPr>
          <p:cNvGrpSpPr/>
          <p:nvPr/>
        </p:nvGrpSpPr>
        <p:grpSpPr>
          <a:xfrm>
            <a:off x="6885909" y="1581068"/>
            <a:ext cx="365760" cy="4721307"/>
            <a:chOff x="6394258" y="1625458"/>
            <a:chExt cx="365760" cy="500710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04E049B-F5E2-73FE-0F99-1CB739805314}"/>
                </a:ext>
              </a:extLst>
            </p:cNvPr>
            <p:cNvGrpSpPr/>
            <p:nvPr/>
          </p:nvGrpSpPr>
          <p:grpSpPr>
            <a:xfrm>
              <a:off x="6508300" y="1625458"/>
              <a:ext cx="182880" cy="4812446"/>
              <a:chOff x="5399488" y="1566002"/>
              <a:chExt cx="182880" cy="481244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556D7344-D0FF-C40D-0093-6E5BA43FED89}"/>
                  </a:ext>
                </a:extLst>
              </p:cNvPr>
              <p:cNvGrpSpPr/>
              <p:nvPr/>
            </p:nvGrpSpPr>
            <p:grpSpPr>
              <a:xfrm>
                <a:off x="5399488" y="1571625"/>
                <a:ext cx="182880" cy="4806823"/>
                <a:chOff x="5395216" y="1571625"/>
                <a:chExt cx="182880" cy="4806823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0113BC55-A1D6-7658-1D41-76B7D53F94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7780" y="1571625"/>
                  <a:ext cx="0" cy="48068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ED7D31"/>
                  </a:solidFill>
                  <a:prstDash val="dash"/>
                  <a:miter lim="800000"/>
                </a:ln>
                <a:effectLst/>
              </p:spPr>
            </p:cxnSp>
            <p:sp>
              <p:nvSpPr>
                <p:cNvPr id="60" name="Isosceles Triangle 59">
                  <a:extLst>
                    <a:ext uri="{FF2B5EF4-FFF2-40B4-BE49-F238E27FC236}">
                      <a16:creationId xmlns:a16="http://schemas.microsoft.com/office/drawing/2014/main" id="{1B7AD9DB-8EC5-41A1-0723-70D606C8668B}"/>
                    </a:ext>
                  </a:extLst>
                </p:cNvPr>
                <p:cNvSpPr/>
                <p:nvPr/>
              </p:nvSpPr>
              <p:spPr>
                <a:xfrm>
                  <a:off x="5395216" y="6281385"/>
                  <a:ext cx="182880" cy="91440"/>
                </a:xfrm>
                <a:prstGeom prst="triangle">
                  <a:avLst/>
                </a:prstGeom>
                <a:solidFill>
                  <a:srgbClr val="ED7D31"/>
                </a:solidFill>
                <a:ln w="12700" cap="flat" cmpd="sng" algn="ctr">
                  <a:solidFill>
                    <a:srgbClr val="ED7D3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peedee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D8AB685C-7653-B4CB-1E85-3E3BA3B0B0E0}"/>
                  </a:ext>
                </a:extLst>
              </p:cNvPr>
              <p:cNvSpPr/>
              <p:nvPr/>
            </p:nvSpPr>
            <p:spPr>
              <a:xfrm rot="10800000">
                <a:off x="5399488" y="1566002"/>
                <a:ext cx="182880" cy="91440"/>
              </a:xfrm>
              <a:prstGeom prst="triangle">
                <a:avLst/>
              </a:prstGeom>
              <a:solidFill>
                <a:srgbClr val="ED7D31"/>
              </a:solidFill>
              <a:ln w="1270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peedee"/>
                  <a:ea typeface="+mn-ea"/>
                  <a:cs typeface="+mn-cs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C3C259-AF40-7F69-2798-3FE24F99AAA7}"/>
                </a:ext>
              </a:extLst>
            </p:cNvPr>
            <p:cNvSpPr txBox="1"/>
            <p:nvPr/>
          </p:nvSpPr>
          <p:spPr>
            <a:xfrm>
              <a:off x="6394258" y="6470979"/>
              <a:ext cx="365760" cy="16158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peedee"/>
                  <a:ea typeface="+mn-ea"/>
                  <a:cs typeface="+mn-cs"/>
                </a:rPr>
                <a:t>Today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545E69-5436-0F6B-6829-EA9455661B40}"/>
              </a:ext>
            </a:extLst>
          </p:cNvPr>
          <p:cNvGrpSpPr/>
          <p:nvPr/>
        </p:nvGrpSpPr>
        <p:grpSpPr>
          <a:xfrm>
            <a:off x="1626078" y="2126865"/>
            <a:ext cx="689324" cy="540399"/>
            <a:chOff x="1626078" y="2126865"/>
            <a:chExt cx="689324" cy="540399"/>
          </a:xfrm>
        </p:grpSpPr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24ED69A8-D7BA-4F25-11F4-E05F2449E0B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B02788D-9AEE-4238-7553-4E79E2A7AA95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1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3D23E96-B141-C636-635E-42C89A17CB2E}"/>
              </a:ext>
            </a:extLst>
          </p:cNvPr>
          <p:cNvGrpSpPr/>
          <p:nvPr/>
        </p:nvGrpSpPr>
        <p:grpSpPr>
          <a:xfrm>
            <a:off x="2308821" y="2134080"/>
            <a:ext cx="689324" cy="540399"/>
            <a:chOff x="1626078" y="2126865"/>
            <a:chExt cx="689324" cy="540399"/>
          </a:xfrm>
        </p:grpSpPr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52B8B0AB-311F-70B4-8018-5A7E0D2F777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F592DBB-5599-5D3E-88F8-F71929FD2EF7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D4C89D-1B35-EE1C-8641-9FE17A506C0F}"/>
              </a:ext>
            </a:extLst>
          </p:cNvPr>
          <p:cNvGrpSpPr/>
          <p:nvPr/>
        </p:nvGrpSpPr>
        <p:grpSpPr>
          <a:xfrm>
            <a:off x="3584082" y="3073208"/>
            <a:ext cx="689324" cy="540399"/>
            <a:chOff x="1626078" y="2126865"/>
            <a:chExt cx="689324" cy="540399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6BAA4C57-8F34-38E9-B520-32C7DC2D553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F304E6A-688E-BEF3-5A07-0EDC58352E34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3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2B9AA83-5BED-F4EA-A7A6-3E7C65A39974}"/>
              </a:ext>
            </a:extLst>
          </p:cNvPr>
          <p:cNvGrpSpPr/>
          <p:nvPr/>
        </p:nvGrpSpPr>
        <p:grpSpPr>
          <a:xfrm>
            <a:off x="4334284" y="3852599"/>
            <a:ext cx="689324" cy="540399"/>
            <a:chOff x="1626078" y="2126865"/>
            <a:chExt cx="689324" cy="540399"/>
          </a:xfrm>
        </p:grpSpPr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6526C988-A0C7-4396-AACF-C9C934E7CBF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C00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BF55924-3203-1B67-13D6-A3C484BB800B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4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D54EEB-83D6-4E1E-2002-C040D538504F}"/>
              </a:ext>
            </a:extLst>
          </p:cNvPr>
          <p:cNvGrpSpPr/>
          <p:nvPr/>
        </p:nvGrpSpPr>
        <p:grpSpPr>
          <a:xfrm>
            <a:off x="5399530" y="3862163"/>
            <a:ext cx="689324" cy="540399"/>
            <a:chOff x="1626078" y="2126865"/>
            <a:chExt cx="689324" cy="540399"/>
          </a:xfrm>
        </p:grpSpPr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352CB151-E187-66C2-5E16-7F139C4F13B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729F30C-582F-E7F3-A36E-DE930B805028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4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47F9D68-AD40-622D-E7CE-6F7AA0870A0B}"/>
              </a:ext>
            </a:extLst>
          </p:cNvPr>
          <p:cNvGrpSpPr/>
          <p:nvPr/>
        </p:nvGrpSpPr>
        <p:grpSpPr>
          <a:xfrm>
            <a:off x="6058973" y="4655386"/>
            <a:ext cx="689324" cy="540399"/>
            <a:chOff x="1626078" y="2126865"/>
            <a:chExt cx="689324" cy="540399"/>
          </a:xfrm>
        </p:grpSpPr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63CC69EF-6095-B9BC-FF1A-23C6227FDE9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58CA09B-C964-3CB3-8631-29C1D680F30C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5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C078309-FDC5-94D6-27FD-59F276EAE83C}"/>
              </a:ext>
            </a:extLst>
          </p:cNvPr>
          <p:cNvGrpSpPr/>
          <p:nvPr/>
        </p:nvGrpSpPr>
        <p:grpSpPr>
          <a:xfrm>
            <a:off x="6748297" y="4655386"/>
            <a:ext cx="689324" cy="540399"/>
            <a:chOff x="1626078" y="2126865"/>
            <a:chExt cx="689324" cy="540399"/>
          </a:xfrm>
        </p:grpSpPr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CE9504BA-37F9-A7B2-962E-2507322A919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C00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C719CF5-053B-2DF7-4C53-3DEFC26DF962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6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2454769-8BD5-BA6A-06C4-E84EE2EB17E4}"/>
              </a:ext>
            </a:extLst>
          </p:cNvPr>
          <p:cNvGrpSpPr/>
          <p:nvPr/>
        </p:nvGrpSpPr>
        <p:grpSpPr>
          <a:xfrm>
            <a:off x="7698663" y="4655386"/>
            <a:ext cx="689324" cy="540399"/>
            <a:chOff x="1626078" y="2126865"/>
            <a:chExt cx="689324" cy="540399"/>
          </a:xfrm>
        </p:grpSpPr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785F1DA5-0FC1-EF99-3676-480CC221BEF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B95CC8D-BB16-AD52-BFAE-A02E0BF2BDEE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7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A8F2687-8A3D-C7AC-9C13-29BA1C018F68}"/>
              </a:ext>
            </a:extLst>
          </p:cNvPr>
          <p:cNvGrpSpPr/>
          <p:nvPr/>
        </p:nvGrpSpPr>
        <p:grpSpPr>
          <a:xfrm>
            <a:off x="9024952" y="4655386"/>
            <a:ext cx="689324" cy="540399"/>
            <a:chOff x="1626078" y="2126865"/>
            <a:chExt cx="689324" cy="540399"/>
          </a:xfrm>
        </p:grpSpPr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90FE6641-8F09-8208-7440-BD586694D1D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EA05C94-7CFB-F5E8-7097-04F5C023F7AE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8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EF47937-E8DD-80A9-1EEA-9399A9D888A9}"/>
              </a:ext>
            </a:extLst>
          </p:cNvPr>
          <p:cNvGrpSpPr/>
          <p:nvPr/>
        </p:nvGrpSpPr>
        <p:grpSpPr>
          <a:xfrm>
            <a:off x="9848101" y="5521833"/>
            <a:ext cx="689324" cy="540399"/>
            <a:chOff x="1626078" y="2126865"/>
            <a:chExt cx="689324" cy="540399"/>
          </a:xfrm>
        </p:grpSpPr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32BA0872-C50B-380B-FBBD-4DB8C7CBC46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45CB385-4DEE-2856-78C3-B478B4385FA7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9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FBA5411-52AE-D89B-6337-44BD16D97B58}"/>
              </a:ext>
            </a:extLst>
          </p:cNvPr>
          <p:cNvGrpSpPr/>
          <p:nvPr/>
        </p:nvGrpSpPr>
        <p:grpSpPr>
          <a:xfrm>
            <a:off x="10689344" y="5521833"/>
            <a:ext cx="758256" cy="540399"/>
            <a:chOff x="1591612" y="2126865"/>
            <a:chExt cx="758256" cy="540399"/>
          </a:xfrm>
        </p:grpSpPr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A2A29C1F-A7C4-D389-EA38-6698F06E75E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A3A2685-5B83-4E0A-1E2E-866020B62175}"/>
                </a:ext>
              </a:extLst>
            </p:cNvPr>
            <p:cNvSpPr/>
            <p:nvPr/>
          </p:nvSpPr>
          <p:spPr>
            <a:xfrm>
              <a:off x="1591612" y="2496932"/>
              <a:ext cx="758256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Activity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319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56A9D-D7C7-14BE-E397-B04215F8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87591-C366-94DE-9BF0-267D815B5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sz="2100">
                <a:latin typeface="+mn-lt"/>
              </a:rPr>
              <a:t>Project Status Update: </a:t>
            </a:r>
            <a:r>
              <a:rPr lang="en-US" sz="1600" b="0">
                <a:latin typeface="+mn-lt"/>
              </a:rPr>
              <a:t>&lt;Project Name&gt; </a:t>
            </a:r>
            <a:r>
              <a:rPr lang="en-US" sz="1600">
                <a:latin typeface="+mn-lt"/>
              </a:rPr>
              <a:t>(Option 3)</a:t>
            </a:r>
          </a:p>
          <a:p>
            <a:endParaRPr lang="en-IN" sz="1600" b="0">
              <a:latin typeface="+mn-lt"/>
              <a:ea typeface="Verdana" panose="020B0604030504040204" pitchFamily="34" charset="0"/>
            </a:endParaRP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08E6FA60-6E74-CAE9-CCD3-854AE976A5EC}"/>
              </a:ext>
            </a:extLst>
          </p:cNvPr>
          <p:cNvGraphicFramePr>
            <a:graphicFrameLocks noGrp="1"/>
          </p:cNvGraphicFramePr>
          <p:nvPr/>
        </p:nvGraphicFramePr>
        <p:xfrm>
          <a:off x="577953" y="4458080"/>
          <a:ext cx="11042547" cy="1747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386">
                  <a:extLst>
                    <a:ext uri="{9D8B030D-6E8A-4147-A177-3AD203B41FA5}">
                      <a16:colId xmlns:a16="http://schemas.microsoft.com/office/drawing/2014/main" val="84720519"/>
                    </a:ext>
                  </a:extLst>
                </a:gridCol>
                <a:gridCol w="4131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270">
                  <a:extLst>
                    <a:ext uri="{9D8B030D-6E8A-4147-A177-3AD203B41FA5}">
                      <a16:colId xmlns:a16="http://schemas.microsoft.com/office/drawing/2014/main" val="3995409898"/>
                    </a:ext>
                  </a:extLst>
                </a:gridCol>
              </a:tblGrid>
              <a:tr h="244238">
                <a:tc gridSpan="5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Key Risks and Support Required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373"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Risk/Support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  Action Plan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Due Date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r>
                        <a:rPr lang="en-US" sz="11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36855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402086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134649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742809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821518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3F1FD101-FDE9-D604-480F-9BC52A0C3494}"/>
              </a:ext>
            </a:extLst>
          </p:cNvPr>
          <p:cNvGraphicFramePr>
            <a:graphicFrameLocks noGrp="1"/>
          </p:cNvGraphicFramePr>
          <p:nvPr/>
        </p:nvGraphicFramePr>
        <p:xfrm>
          <a:off x="577954" y="2821439"/>
          <a:ext cx="5486400" cy="1604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555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Key Accomplishments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7229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Test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 1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 2</a:t>
                      </a: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88E09A2-01FA-CD29-3A1A-6C2466A7C7DB}"/>
              </a:ext>
            </a:extLst>
          </p:cNvPr>
          <p:cNvGraphicFramePr>
            <a:graphicFrameLocks noGrp="1"/>
          </p:cNvGraphicFramePr>
          <p:nvPr/>
        </p:nvGraphicFramePr>
        <p:xfrm>
          <a:off x="6129333" y="2815037"/>
          <a:ext cx="5486400" cy="1611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99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Upcoming Activities/Deliverables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4189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Test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 2</a:t>
                      </a: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74F79C-89EF-D4E8-0E45-7A718586F020}"/>
              </a:ext>
            </a:extLst>
          </p:cNvPr>
          <p:cNvGraphicFramePr>
            <a:graphicFrameLocks noGrp="1"/>
          </p:cNvGraphicFramePr>
          <p:nvPr/>
        </p:nvGraphicFramePr>
        <p:xfrm>
          <a:off x="586596" y="738628"/>
          <a:ext cx="1440615" cy="2039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5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758173"/>
                  </a:ext>
                </a:extLst>
              </a:tr>
              <a:tr h="417101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33195"/>
                  </a:ext>
                </a:extLst>
              </a:tr>
              <a:tr h="405510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Schedule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382035"/>
                  </a:ext>
                </a:extLst>
              </a:tr>
              <a:tr h="405510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Risks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97223"/>
                  </a:ext>
                </a:extLst>
              </a:tr>
              <a:tr h="405510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Benefits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96993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C1270BE-6079-1F02-EC15-89AF8665AFF9}"/>
              </a:ext>
            </a:extLst>
          </p:cNvPr>
          <p:cNvGrpSpPr/>
          <p:nvPr/>
        </p:nvGrpSpPr>
        <p:grpSpPr>
          <a:xfrm>
            <a:off x="3857479" y="1496518"/>
            <a:ext cx="251516" cy="243746"/>
            <a:chOff x="6183149" y="5596614"/>
            <a:chExt cx="1308038" cy="126763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381E02B-C804-0522-4991-B205FF999899}"/>
                </a:ext>
              </a:extLst>
            </p:cNvPr>
            <p:cNvSpPr/>
            <p:nvPr/>
          </p:nvSpPr>
          <p:spPr>
            <a:xfrm>
              <a:off x="6566982" y="5943317"/>
              <a:ext cx="583894" cy="5663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" name="Freeform 195">
              <a:extLst>
                <a:ext uri="{FF2B5EF4-FFF2-40B4-BE49-F238E27FC236}">
                  <a16:creationId xmlns:a16="http://schemas.microsoft.com/office/drawing/2014/main" id="{BED4E39B-FCC7-8552-8349-474E2A2ED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3776" y="5878813"/>
              <a:ext cx="709000" cy="687681"/>
            </a:xfrm>
            <a:custGeom>
              <a:avLst/>
              <a:gdLst>
                <a:gd name="T0" fmla="*/ 312 w 659"/>
                <a:gd name="T1" fmla="*/ 657 h 657"/>
                <a:gd name="T2" fmla="*/ 264 w 659"/>
                <a:gd name="T3" fmla="*/ 650 h 657"/>
                <a:gd name="T4" fmla="*/ 202 w 659"/>
                <a:gd name="T5" fmla="*/ 631 h 657"/>
                <a:gd name="T6" fmla="*/ 120 w 659"/>
                <a:gd name="T7" fmla="*/ 582 h 657"/>
                <a:gd name="T8" fmla="*/ 57 w 659"/>
                <a:gd name="T9" fmla="*/ 512 h 657"/>
                <a:gd name="T10" fmla="*/ 15 w 659"/>
                <a:gd name="T11" fmla="*/ 426 h 657"/>
                <a:gd name="T12" fmla="*/ 4 w 659"/>
                <a:gd name="T13" fmla="*/ 379 h 657"/>
                <a:gd name="T14" fmla="*/ 0 w 659"/>
                <a:gd name="T15" fmla="*/ 328 h 657"/>
                <a:gd name="T16" fmla="*/ 3 w 659"/>
                <a:gd name="T17" fmla="*/ 294 h 657"/>
                <a:gd name="T18" fmla="*/ 11 w 659"/>
                <a:gd name="T19" fmla="*/ 246 h 657"/>
                <a:gd name="T20" fmla="*/ 41 w 659"/>
                <a:gd name="T21" fmla="*/ 172 h 657"/>
                <a:gd name="T22" fmla="*/ 97 w 659"/>
                <a:gd name="T23" fmla="*/ 95 h 657"/>
                <a:gd name="T24" fmla="*/ 172 w 659"/>
                <a:gd name="T25" fmla="*/ 39 h 657"/>
                <a:gd name="T26" fmla="*/ 248 w 659"/>
                <a:gd name="T27" fmla="*/ 9 h 657"/>
                <a:gd name="T28" fmla="*/ 296 w 659"/>
                <a:gd name="T29" fmla="*/ 1 h 657"/>
                <a:gd name="T30" fmla="*/ 330 w 659"/>
                <a:gd name="T31" fmla="*/ 0 h 657"/>
                <a:gd name="T32" fmla="*/ 379 w 659"/>
                <a:gd name="T33" fmla="*/ 2 h 657"/>
                <a:gd name="T34" fmla="*/ 428 w 659"/>
                <a:gd name="T35" fmla="*/ 15 h 657"/>
                <a:gd name="T36" fmla="*/ 514 w 659"/>
                <a:gd name="T37" fmla="*/ 55 h 657"/>
                <a:gd name="T38" fmla="*/ 583 w 659"/>
                <a:gd name="T39" fmla="*/ 119 h 657"/>
                <a:gd name="T40" fmla="*/ 633 w 659"/>
                <a:gd name="T41" fmla="*/ 200 h 657"/>
                <a:gd name="T42" fmla="*/ 652 w 659"/>
                <a:gd name="T43" fmla="*/ 262 h 657"/>
                <a:gd name="T44" fmla="*/ 657 w 659"/>
                <a:gd name="T45" fmla="*/ 311 h 657"/>
                <a:gd name="T46" fmla="*/ 657 w 659"/>
                <a:gd name="T47" fmla="*/ 345 h 657"/>
                <a:gd name="T48" fmla="*/ 652 w 659"/>
                <a:gd name="T49" fmla="*/ 395 h 657"/>
                <a:gd name="T50" fmla="*/ 633 w 659"/>
                <a:gd name="T51" fmla="*/ 457 h 657"/>
                <a:gd name="T52" fmla="*/ 583 w 659"/>
                <a:gd name="T53" fmla="*/ 537 h 657"/>
                <a:gd name="T54" fmla="*/ 514 w 659"/>
                <a:gd name="T55" fmla="*/ 600 h 657"/>
                <a:gd name="T56" fmla="*/ 428 w 659"/>
                <a:gd name="T57" fmla="*/ 642 h 657"/>
                <a:gd name="T58" fmla="*/ 379 w 659"/>
                <a:gd name="T59" fmla="*/ 653 h 657"/>
                <a:gd name="T60" fmla="*/ 330 w 659"/>
                <a:gd name="T61" fmla="*/ 657 h 657"/>
                <a:gd name="T62" fmla="*/ 330 w 659"/>
                <a:gd name="T63" fmla="*/ 37 h 657"/>
                <a:gd name="T64" fmla="*/ 244 w 659"/>
                <a:gd name="T65" fmla="*/ 49 h 657"/>
                <a:gd name="T66" fmla="*/ 167 w 659"/>
                <a:gd name="T67" fmla="*/ 87 h 657"/>
                <a:gd name="T68" fmla="*/ 105 w 659"/>
                <a:gd name="T69" fmla="*/ 144 h 657"/>
                <a:gd name="T70" fmla="*/ 61 w 659"/>
                <a:gd name="T71" fmla="*/ 215 h 657"/>
                <a:gd name="T72" fmla="*/ 39 w 659"/>
                <a:gd name="T73" fmla="*/ 298 h 657"/>
                <a:gd name="T74" fmla="*/ 39 w 659"/>
                <a:gd name="T75" fmla="*/ 357 h 657"/>
                <a:gd name="T76" fmla="*/ 61 w 659"/>
                <a:gd name="T77" fmla="*/ 442 h 657"/>
                <a:gd name="T78" fmla="*/ 105 w 659"/>
                <a:gd name="T79" fmla="*/ 513 h 657"/>
                <a:gd name="T80" fmla="*/ 167 w 659"/>
                <a:gd name="T81" fmla="*/ 569 h 657"/>
                <a:gd name="T82" fmla="*/ 244 w 659"/>
                <a:gd name="T83" fmla="*/ 606 h 657"/>
                <a:gd name="T84" fmla="*/ 330 w 659"/>
                <a:gd name="T85" fmla="*/ 619 h 657"/>
                <a:gd name="T86" fmla="*/ 389 w 659"/>
                <a:gd name="T87" fmla="*/ 614 h 657"/>
                <a:gd name="T88" fmla="*/ 468 w 659"/>
                <a:gd name="T89" fmla="*/ 584 h 657"/>
                <a:gd name="T90" fmla="*/ 535 w 659"/>
                <a:gd name="T91" fmla="*/ 535 h 657"/>
                <a:gd name="T92" fmla="*/ 586 w 659"/>
                <a:gd name="T93" fmla="*/ 467 h 657"/>
                <a:gd name="T94" fmla="*/ 614 w 659"/>
                <a:gd name="T95" fmla="*/ 387 h 657"/>
                <a:gd name="T96" fmla="*/ 621 w 659"/>
                <a:gd name="T97" fmla="*/ 328 h 657"/>
                <a:gd name="T98" fmla="*/ 608 w 659"/>
                <a:gd name="T99" fmla="*/ 242 h 657"/>
                <a:gd name="T100" fmla="*/ 571 w 659"/>
                <a:gd name="T101" fmla="*/ 165 h 657"/>
                <a:gd name="T102" fmla="*/ 515 w 659"/>
                <a:gd name="T103" fmla="*/ 103 h 657"/>
                <a:gd name="T104" fmla="*/ 442 w 659"/>
                <a:gd name="T105" fmla="*/ 60 h 657"/>
                <a:gd name="T106" fmla="*/ 359 w 659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7">
                  <a:moveTo>
                    <a:pt x="330" y="657"/>
                  </a:moveTo>
                  <a:lnTo>
                    <a:pt x="330" y="657"/>
                  </a:lnTo>
                  <a:lnTo>
                    <a:pt x="312" y="657"/>
                  </a:lnTo>
                  <a:lnTo>
                    <a:pt x="296" y="655"/>
                  </a:lnTo>
                  <a:lnTo>
                    <a:pt x="280" y="653"/>
                  </a:lnTo>
                  <a:lnTo>
                    <a:pt x="264" y="650"/>
                  </a:lnTo>
                  <a:lnTo>
                    <a:pt x="248" y="646"/>
                  </a:lnTo>
                  <a:lnTo>
                    <a:pt x="231" y="642"/>
                  </a:lnTo>
                  <a:lnTo>
                    <a:pt x="202" y="631"/>
                  </a:lnTo>
                  <a:lnTo>
                    <a:pt x="172" y="618"/>
                  </a:lnTo>
                  <a:lnTo>
                    <a:pt x="145" y="600"/>
                  </a:lnTo>
                  <a:lnTo>
                    <a:pt x="120" y="582"/>
                  </a:lnTo>
                  <a:lnTo>
                    <a:pt x="97" y="560"/>
                  </a:lnTo>
                  <a:lnTo>
                    <a:pt x="76" y="537"/>
                  </a:lnTo>
                  <a:lnTo>
                    <a:pt x="57" y="512"/>
                  </a:lnTo>
                  <a:lnTo>
                    <a:pt x="41" y="485"/>
                  </a:lnTo>
                  <a:lnTo>
                    <a:pt x="27" y="457"/>
                  </a:lnTo>
                  <a:lnTo>
                    <a:pt x="15" y="426"/>
                  </a:lnTo>
                  <a:lnTo>
                    <a:pt x="11" y="410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3" y="361"/>
                  </a:lnTo>
                  <a:lnTo>
                    <a:pt x="2" y="345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2" y="311"/>
                  </a:lnTo>
                  <a:lnTo>
                    <a:pt x="3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27" y="200"/>
                  </a:lnTo>
                  <a:lnTo>
                    <a:pt x="41" y="172"/>
                  </a:lnTo>
                  <a:lnTo>
                    <a:pt x="57" y="145"/>
                  </a:lnTo>
                  <a:lnTo>
                    <a:pt x="76" y="119"/>
                  </a:lnTo>
                  <a:lnTo>
                    <a:pt x="97" y="95"/>
                  </a:lnTo>
                  <a:lnTo>
                    <a:pt x="120" y="75"/>
                  </a:lnTo>
                  <a:lnTo>
                    <a:pt x="145" y="55"/>
                  </a:lnTo>
                  <a:lnTo>
                    <a:pt x="172" y="39"/>
                  </a:lnTo>
                  <a:lnTo>
                    <a:pt x="202" y="25"/>
                  </a:lnTo>
                  <a:lnTo>
                    <a:pt x="231" y="15"/>
                  </a:lnTo>
                  <a:lnTo>
                    <a:pt x="248" y="9"/>
                  </a:lnTo>
                  <a:lnTo>
                    <a:pt x="264" y="6"/>
                  </a:lnTo>
                  <a:lnTo>
                    <a:pt x="280" y="2"/>
                  </a:lnTo>
                  <a:lnTo>
                    <a:pt x="296" y="1"/>
                  </a:lnTo>
                  <a:lnTo>
                    <a:pt x="312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7" y="0"/>
                  </a:lnTo>
                  <a:lnTo>
                    <a:pt x="363" y="1"/>
                  </a:lnTo>
                  <a:lnTo>
                    <a:pt x="379" y="2"/>
                  </a:lnTo>
                  <a:lnTo>
                    <a:pt x="395" y="6"/>
                  </a:lnTo>
                  <a:lnTo>
                    <a:pt x="411" y="9"/>
                  </a:lnTo>
                  <a:lnTo>
                    <a:pt x="428" y="15"/>
                  </a:lnTo>
                  <a:lnTo>
                    <a:pt x="457" y="25"/>
                  </a:lnTo>
                  <a:lnTo>
                    <a:pt x="487" y="39"/>
                  </a:lnTo>
                  <a:lnTo>
                    <a:pt x="514" y="55"/>
                  </a:lnTo>
                  <a:lnTo>
                    <a:pt x="539" y="75"/>
                  </a:lnTo>
                  <a:lnTo>
                    <a:pt x="562" y="95"/>
                  </a:lnTo>
                  <a:lnTo>
                    <a:pt x="583" y="119"/>
                  </a:lnTo>
                  <a:lnTo>
                    <a:pt x="602" y="145"/>
                  </a:lnTo>
                  <a:lnTo>
                    <a:pt x="618" y="172"/>
                  </a:lnTo>
                  <a:lnTo>
                    <a:pt x="633" y="200"/>
                  </a:lnTo>
                  <a:lnTo>
                    <a:pt x="644" y="231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8"/>
                  </a:lnTo>
                  <a:lnTo>
                    <a:pt x="657" y="294"/>
                  </a:lnTo>
                  <a:lnTo>
                    <a:pt x="657" y="311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7" y="345"/>
                  </a:lnTo>
                  <a:lnTo>
                    <a:pt x="657" y="361"/>
                  </a:lnTo>
                  <a:lnTo>
                    <a:pt x="655" y="379"/>
                  </a:lnTo>
                  <a:lnTo>
                    <a:pt x="652" y="395"/>
                  </a:lnTo>
                  <a:lnTo>
                    <a:pt x="648" y="410"/>
                  </a:lnTo>
                  <a:lnTo>
                    <a:pt x="644" y="426"/>
                  </a:lnTo>
                  <a:lnTo>
                    <a:pt x="633" y="457"/>
                  </a:lnTo>
                  <a:lnTo>
                    <a:pt x="618" y="485"/>
                  </a:lnTo>
                  <a:lnTo>
                    <a:pt x="602" y="512"/>
                  </a:lnTo>
                  <a:lnTo>
                    <a:pt x="583" y="537"/>
                  </a:lnTo>
                  <a:lnTo>
                    <a:pt x="562" y="560"/>
                  </a:lnTo>
                  <a:lnTo>
                    <a:pt x="539" y="582"/>
                  </a:lnTo>
                  <a:lnTo>
                    <a:pt x="514" y="600"/>
                  </a:lnTo>
                  <a:lnTo>
                    <a:pt x="487" y="618"/>
                  </a:lnTo>
                  <a:lnTo>
                    <a:pt x="457" y="631"/>
                  </a:lnTo>
                  <a:lnTo>
                    <a:pt x="428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3" y="655"/>
                  </a:lnTo>
                  <a:lnTo>
                    <a:pt x="347" y="657"/>
                  </a:lnTo>
                  <a:lnTo>
                    <a:pt x="330" y="657"/>
                  </a:lnTo>
                  <a:lnTo>
                    <a:pt x="330" y="657"/>
                  </a:lnTo>
                  <a:close/>
                  <a:moveTo>
                    <a:pt x="330" y="37"/>
                  </a:moveTo>
                  <a:lnTo>
                    <a:pt x="330" y="37"/>
                  </a:lnTo>
                  <a:lnTo>
                    <a:pt x="300" y="39"/>
                  </a:lnTo>
                  <a:lnTo>
                    <a:pt x="270" y="43"/>
                  </a:lnTo>
                  <a:lnTo>
                    <a:pt x="244" y="49"/>
                  </a:lnTo>
                  <a:lnTo>
                    <a:pt x="217" y="60"/>
                  </a:lnTo>
                  <a:lnTo>
                    <a:pt x="191" y="72"/>
                  </a:lnTo>
                  <a:lnTo>
                    <a:pt x="167" y="87"/>
                  </a:lnTo>
                  <a:lnTo>
                    <a:pt x="144" y="103"/>
                  </a:lnTo>
                  <a:lnTo>
                    <a:pt x="124" y="122"/>
                  </a:lnTo>
                  <a:lnTo>
                    <a:pt x="105" y="144"/>
                  </a:lnTo>
                  <a:lnTo>
                    <a:pt x="88" y="165"/>
                  </a:lnTo>
                  <a:lnTo>
                    <a:pt x="73" y="189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7"/>
                  </a:lnTo>
                  <a:lnTo>
                    <a:pt x="45" y="387"/>
                  </a:lnTo>
                  <a:lnTo>
                    <a:pt x="51" y="415"/>
                  </a:lnTo>
                  <a:lnTo>
                    <a:pt x="61" y="442"/>
                  </a:lnTo>
                  <a:lnTo>
                    <a:pt x="73" y="467"/>
                  </a:lnTo>
                  <a:lnTo>
                    <a:pt x="88" y="490"/>
                  </a:lnTo>
                  <a:lnTo>
                    <a:pt x="105" y="513"/>
                  </a:lnTo>
                  <a:lnTo>
                    <a:pt x="124" y="535"/>
                  </a:lnTo>
                  <a:lnTo>
                    <a:pt x="144" y="553"/>
                  </a:lnTo>
                  <a:lnTo>
                    <a:pt x="167" y="569"/>
                  </a:lnTo>
                  <a:lnTo>
                    <a:pt x="191" y="584"/>
                  </a:lnTo>
                  <a:lnTo>
                    <a:pt x="217" y="596"/>
                  </a:lnTo>
                  <a:lnTo>
                    <a:pt x="244" y="606"/>
                  </a:lnTo>
                  <a:lnTo>
                    <a:pt x="270" y="614"/>
                  </a:lnTo>
                  <a:lnTo>
                    <a:pt x="300" y="618"/>
                  </a:lnTo>
                  <a:lnTo>
                    <a:pt x="330" y="619"/>
                  </a:lnTo>
                  <a:lnTo>
                    <a:pt x="330" y="619"/>
                  </a:lnTo>
                  <a:lnTo>
                    <a:pt x="359" y="618"/>
                  </a:lnTo>
                  <a:lnTo>
                    <a:pt x="389" y="614"/>
                  </a:lnTo>
                  <a:lnTo>
                    <a:pt x="415" y="606"/>
                  </a:lnTo>
                  <a:lnTo>
                    <a:pt x="442" y="596"/>
                  </a:lnTo>
                  <a:lnTo>
                    <a:pt x="468" y="584"/>
                  </a:lnTo>
                  <a:lnTo>
                    <a:pt x="492" y="569"/>
                  </a:lnTo>
                  <a:lnTo>
                    <a:pt x="515" y="553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1" y="490"/>
                  </a:lnTo>
                  <a:lnTo>
                    <a:pt x="586" y="467"/>
                  </a:lnTo>
                  <a:lnTo>
                    <a:pt x="598" y="442"/>
                  </a:lnTo>
                  <a:lnTo>
                    <a:pt x="608" y="415"/>
                  </a:lnTo>
                  <a:lnTo>
                    <a:pt x="614" y="387"/>
                  </a:lnTo>
                  <a:lnTo>
                    <a:pt x="620" y="357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8"/>
                  </a:lnTo>
                  <a:lnTo>
                    <a:pt x="614" y="270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6" y="189"/>
                  </a:lnTo>
                  <a:lnTo>
                    <a:pt x="571" y="165"/>
                  </a:lnTo>
                  <a:lnTo>
                    <a:pt x="554" y="144"/>
                  </a:lnTo>
                  <a:lnTo>
                    <a:pt x="535" y="122"/>
                  </a:lnTo>
                  <a:lnTo>
                    <a:pt x="515" y="103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2" y="60"/>
                  </a:lnTo>
                  <a:lnTo>
                    <a:pt x="415" y="49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30" y="37"/>
                  </a:lnTo>
                  <a:lnTo>
                    <a:pt x="330" y="37"/>
                  </a:ln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3F6F161-08A9-2EE2-2313-C0A02843189B}"/>
                </a:ext>
              </a:extLst>
            </p:cNvPr>
            <p:cNvGrpSpPr/>
            <p:nvPr/>
          </p:nvGrpSpPr>
          <p:grpSpPr>
            <a:xfrm>
              <a:off x="6636674" y="6047428"/>
              <a:ext cx="411817" cy="361839"/>
              <a:chOff x="6670972" y="6125666"/>
              <a:chExt cx="309070" cy="271563"/>
            </a:xfrm>
          </p:grpSpPr>
          <p:sp>
            <p:nvSpPr>
              <p:cNvPr id="16" name="Freeform 203">
                <a:extLst>
                  <a:ext uri="{FF2B5EF4-FFF2-40B4-BE49-F238E27FC236}">
                    <a16:creationId xmlns:a16="http://schemas.microsoft.com/office/drawing/2014/main" id="{EDA0FE5A-C22F-CF58-8DF1-7B1E9CB50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0972" y="6268501"/>
                <a:ext cx="59995" cy="8817"/>
              </a:xfrm>
              <a:custGeom>
                <a:avLst/>
                <a:gdLst>
                  <a:gd name="T0" fmla="*/ 61 w 66"/>
                  <a:gd name="T1" fmla="*/ 11 h 11"/>
                  <a:gd name="T2" fmla="*/ 61 w 66"/>
                  <a:gd name="T3" fmla="*/ 11 h 11"/>
                  <a:gd name="T4" fmla="*/ 64 w 66"/>
                  <a:gd name="T5" fmla="*/ 11 h 11"/>
                  <a:gd name="T6" fmla="*/ 65 w 66"/>
                  <a:gd name="T7" fmla="*/ 10 h 11"/>
                  <a:gd name="T8" fmla="*/ 66 w 66"/>
                  <a:gd name="T9" fmla="*/ 7 h 11"/>
                  <a:gd name="T10" fmla="*/ 66 w 66"/>
                  <a:gd name="T11" fmla="*/ 6 h 11"/>
                  <a:gd name="T12" fmla="*/ 66 w 66"/>
                  <a:gd name="T13" fmla="*/ 6 h 11"/>
                  <a:gd name="T14" fmla="*/ 66 w 66"/>
                  <a:gd name="T15" fmla="*/ 3 h 11"/>
                  <a:gd name="T16" fmla="*/ 65 w 66"/>
                  <a:gd name="T17" fmla="*/ 1 h 11"/>
                  <a:gd name="T18" fmla="*/ 64 w 66"/>
                  <a:gd name="T19" fmla="*/ 0 h 11"/>
                  <a:gd name="T20" fmla="*/ 61 w 66"/>
                  <a:gd name="T21" fmla="*/ 0 h 11"/>
                  <a:gd name="T22" fmla="*/ 6 w 66"/>
                  <a:gd name="T23" fmla="*/ 0 h 11"/>
                  <a:gd name="T24" fmla="*/ 6 w 66"/>
                  <a:gd name="T25" fmla="*/ 0 h 11"/>
                  <a:gd name="T26" fmla="*/ 3 w 66"/>
                  <a:gd name="T27" fmla="*/ 0 h 11"/>
                  <a:gd name="T28" fmla="*/ 2 w 66"/>
                  <a:gd name="T29" fmla="*/ 1 h 11"/>
                  <a:gd name="T30" fmla="*/ 0 w 66"/>
                  <a:gd name="T31" fmla="*/ 3 h 11"/>
                  <a:gd name="T32" fmla="*/ 0 w 66"/>
                  <a:gd name="T33" fmla="*/ 6 h 11"/>
                  <a:gd name="T34" fmla="*/ 0 w 66"/>
                  <a:gd name="T35" fmla="*/ 6 h 11"/>
                  <a:gd name="T36" fmla="*/ 0 w 66"/>
                  <a:gd name="T37" fmla="*/ 7 h 11"/>
                  <a:gd name="T38" fmla="*/ 2 w 66"/>
                  <a:gd name="T39" fmla="*/ 10 h 11"/>
                  <a:gd name="T40" fmla="*/ 3 w 66"/>
                  <a:gd name="T41" fmla="*/ 11 h 11"/>
                  <a:gd name="T42" fmla="*/ 6 w 66"/>
                  <a:gd name="T43" fmla="*/ 11 h 11"/>
                  <a:gd name="T44" fmla="*/ 61 w 66"/>
                  <a:gd name="T4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11">
                    <a:moveTo>
                      <a:pt x="61" y="11"/>
                    </a:moveTo>
                    <a:lnTo>
                      <a:pt x="61" y="11"/>
                    </a:lnTo>
                    <a:lnTo>
                      <a:pt x="64" y="11"/>
                    </a:lnTo>
                    <a:lnTo>
                      <a:pt x="65" y="10"/>
                    </a:lnTo>
                    <a:lnTo>
                      <a:pt x="66" y="7"/>
                    </a:lnTo>
                    <a:lnTo>
                      <a:pt x="66" y="6"/>
                    </a:lnTo>
                    <a:lnTo>
                      <a:pt x="66" y="6"/>
                    </a:lnTo>
                    <a:lnTo>
                      <a:pt x="66" y="3"/>
                    </a:lnTo>
                    <a:lnTo>
                      <a:pt x="65" y="1"/>
                    </a:lnTo>
                    <a:lnTo>
                      <a:pt x="64" y="0"/>
                    </a:lnTo>
                    <a:lnTo>
                      <a:pt x="61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6" y="11"/>
                    </a:lnTo>
                    <a:lnTo>
                      <a:pt x="6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7" name="Freeform 204">
                <a:extLst>
                  <a:ext uri="{FF2B5EF4-FFF2-40B4-BE49-F238E27FC236}">
                    <a16:creationId xmlns:a16="http://schemas.microsoft.com/office/drawing/2014/main" id="{880982E0-790B-B758-B8C6-3EF84EBD4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969" y="6227943"/>
                <a:ext cx="61814" cy="10578"/>
              </a:xfrm>
              <a:custGeom>
                <a:avLst/>
                <a:gdLst>
                  <a:gd name="T0" fmla="*/ 5 w 67"/>
                  <a:gd name="T1" fmla="*/ 13 h 13"/>
                  <a:gd name="T2" fmla="*/ 62 w 67"/>
                  <a:gd name="T3" fmla="*/ 13 h 13"/>
                  <a:gd name="T4" fmla="*/ 62 w 67"/>
                  <a:gd name="T5" fmla="*/ 13 h 13"/>
                  <a:gd name="T6" fmla="*/ 63 w 67"/>
                  <a:gd name="T7" fmla="*/ 11 h 13"/>
                  <a:gd name="T8" fmla="*/ 66 w 67"/>
                  <a:gd name="T9" fmla="*/ 10 h 13"/>
                  <a:gd name="T10" fmla="*/ 66 w 67"/>
                  <a:gd name="T11" fmla="*/ 9 h 13"/>
                  <a:gd name="T12" fmla="*/ 67 w 67"/>
                  <a:gd name="T13" fmla="*/ 6 h 13"/>
                  <a:gd name="T14" fmla="*/ 67 w 67"/>
                  <a:gd name="T15" fmla="*/ 6 h 13"/>
                  <a:gd name="T16" fmla="*/ 66 w 67"/>
                  <a:gd name="T17" fmla="*/ 4 h 13"/>
                  <a:gd name="T18" fmla="*/ 66 w 67"/>
                  <a:gd name="T19" fmla="*/ 2 h 13"/>
                  <a:gd name="T20" fmla="*/ 63 w 67"/>
                  <a:gd name="T21" fmla="*/ 2 h 13"/>
                  <a:gd name="T22" fmla="*/ 62 w 67"/>
                  <a:gd name="T23" fmla="*/ 0 h 13"/>
                  <a:gd name="T24" fmla="*/ 5 w 67"/>
                  <a:gd name="T25" fmla="*/ 0 h 13"/>
                  <a:gd name="T26" fmla="*/ 5 w 67"/>
                  <a:gd name="T27" fmla="*/ 0 h 13"/>
                  <a:gd name="T28" fmla="*/ 2 w 67"/>
                  <a:gd name="T29" fmla="*/ 2 h 13"/>
                  <a:gd name="T30" fmla="*/ 1 w 67"/>
                  <a:gd name="T31" fmla="*/ 2 h 13"/>
                  <a:gd name="T32" fmla="*/ 0 w 67"/>
                  <a:gd name="T33" fmla="*/ 4 h 13"/>
                  <a:gd name="T34" fmla="*/ 0 w 67"/>
                  <a:gd name="T35" fmla="*/ 6 h 13"/>
                  <a:gd name="T36" fmla="*/ 0 w 67"/>
                  <a:gd name="T37" fmla="*/ 6 h 13"/>
                  <a:gd name="T38" fmla="*/ 0 w 67"/>
                  <a:gd name="T39" fmla="*/ 9 h 13"/>
                  <a:gd name="T40" fmla="*/ 1 w 67"/>
                  <a:gd name="T41" fmla="*/ 10 h 13"/>
                  <a:gd name="T42" fmla="*/ 2 w 67"/>
                  <a:gd name="T43" fmla="*/ 11 h 13"/>
                  <a:gd name="T44" fmla="*/ 5 w 67"/>
                  <a:gd name="T45" fmla="*/ 13 h 13"/>
                  <a:gd name="T46" fmla="*/ 5 w 67"/>
                  <a:gd name="T4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7" h="13">
                    <a:moveTo>
                      <a:pt x="5" y="13"/>
                    </a:moveTo>
                    <a:lnTo>
                      <a:pt x="62" y="13"/>
                    </a:lnTo>
                    <a:lnTo>
                      <a:pt x="62" y="13"/>
                    </a:lnTo>
                    <a:lnTo>
                      <a:pt x="63" y="11"/>
                    </a:lnTo>
                    <a:lnTo>
                      <a:pt x="66" y="10"/>
                    </a:lnTo>
                    <a:lnTo>
                      <a:pt x="66" y="9"/>
                    </a:lnTo>
                    <a:lnTo>
                      <a:pt x="67" y="6"/>
                    </a:lnTo>
                    <a:lnTo>
                      <a:pt x="67" y="6"/>
                    </a:lnTo>
                    <a:lnTo>
                      <a:pt x="66" y="4"/>
                    </a:lnTo>
                    <a:lnTo>
                      <a:pt x="66" y="2"/>
                    </a:lnTo>
                    <a:lnTo>
                      <a:pt x="63" y="2"/>
                    </a:lnTo>
                    <a:lnTo>
                      <a:pt x="6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5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8" name="Freeform 205">
                <a:extLst>
                  <a:ext uri="{FF2B5EF4-FFF2-40B4-BE49-F238E27FC236}">
                    <a16:creationId xmlns:a16="http://schemas.microsoft.com/office/drawing/2014/main" id="{FED8DC0C-299E-35D1-94C8-51D902544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9140" y="6125666"/>
                <a:ext cx="70904" cy="68775"/>
              </a:xfrm>
              <a:custGeom>
                <a:avLst/>
                <a:gdLst>
                  <a:gd name="T0" fmla="*/ 39 w 78"/>
                  <a:gd name="T1" fmla="*/ 77 h 77"/>
                  <a:gd name="T2" fmla="*/ 39 w 78"/>
                  <a:gd name="T3" fmla="*/ 77 h 77"/>
                  <a:gd name="T4" fmla="*/ 47 w 78"/>
                  <a:gd name="T5" fmla="*/ 77 h 77"/>
                  <a:gd name="T6" fmla="*/ 54 w 78"/>
                  <a:gd name="T7" fmla="*/ 75 h 77"/>
                  <a:gd name="T8" fmla="*/ 60 w 78"/>
                  <a:gd name="T9" fmla="*/ 71 h 77"/>
                  <a:gd name="T10" fmla="*/ 66 w 78"/>
                  <a:gd name="T11" fmla="*/ 67 h 77"/>
                  <a:gd name="T12" fmla="*/ 71 w 78"/>
                  <a:gd name="T13" fmla="*/ 60 h 77"/>
                  <a:gd name="T14" fmla="*/ 75 w 78"/>
                  <a:gd name="T15" fmla="*/ 53 h 77"/>
                  <a:gd name="T16" fmla="*/ 76 w 78"/>
                  <a:gd name="T17" fmla="*/ 47 h 77"/>
                  <a:gd name="T18" fmla="*/ 78 w 78"/>
                  <a:gd name="T19" fmla="*/ 39 h 77"/>
                  <a:gd name="T20" fmla="*/ 78 w 78"/>
                  <a:gd name="T21" fmla="*/ 39 h 77"/>
                  <a:gd name="T22" fmla="*/ 76 w 78"/>
                  <a:gd name="T23" fmla="*/ 30 h 77"/>
                  <a:gd name="T24" fmla="*/ 75 w 78"/>
                  <a:gd name="T25" fmla="*/ 24 h 77"/>
                  <a:gd name="T26" fmla="*/ 71 w 78"/>
                  <a:gd name="T27" fmla="*/ 17 h 77"/>
                  <a:gd name="T28" fmla="*/ 66 w 78"/>
                  <a:gd name="T29" fmla="*/ 10 h 77"/>
                  <a:gd name="T30" fmla="*/ 60 w 78"/>
                  <a:gd name="T31" fmla="*/ 6 h 77"/>
                  <a:gd name="T32" fmla="*/ 54 w 78"/>
                  <a:gd name="T33" fmla="*/ 2 h 77"/>
                  <a:gd name="T34" fmla="*/ 47 w 78"/>
                  <a:gd name="T35" fmla="*/ 0 h 77"/>
                  <a:gd name="T36" fmla="*/ 39 w 78"/>
                  <a:gd name="T37" fmla="*/ 0 h 77"/>
                  <a:gd name="T38" fmla="*/ 39 w 78"/>
                  <a:gd name="T39" fmla="*/ 0 h 77"/>
                  <a:gd name="T40" fmla="*/ 31 w 78"/>
                  <a:gd name="T41" fmla="*/ 0 h 77"/>
                  <a:gd name="T42" fmla="*/ 23 w 78"/>
                  <a:gd name="T43" fmla="*/ 2 h 77"/>
                  <a:gd name="T44" fmla="*/ 16 w 78"/>
                  <a:gd name="T45" fmla="*/ 6 h 77"/>
                  <a:gd name="T46" fmla="*/ 11 w 78"/>
                  <a:gd name="T47" fmla="*/ 10 h 77"/>
                  <a:gd name="T48" fmla="*/ 7 w 78"/>
                  <a:gd name="T49" fmla="*/ 17 h 77"/>
                  <a:gd name="T50" fmla="*/ 3 w 78"/>
                  <a:gd name="T51" fmla="*/ 24 h 77"/>
                  <a:gd name="T52" fmla="*/ 0 w 78"/>
                  <a:gd name="T53" fmla="*/ 30 h 77"/>
                  <a:gd name="T54" fmla="*/ 0 w 78"/>
                  <a:gd name="T55" fmla="*/ 39 h 77"/>
                  <a:gd name="T56" fmla="*/ 0 w 78"/>
                  <a:gd name="T57" fmla="*/ 39 h 77"/>
                  <a:gd name="T58" fmla="*/ 0 w 78"/>
                  <a:gd name="T59" fmla="*/ 47 h 77"/>
                  <a:gd name="T60" fmla="*/ 3 w 78"/>
                  <a:gd name="T61" fmla="*/ 53 h 77"/>
                  <a:gd name="T62" fmla="*/ 7 w 78"/>
                  <a:gd name="T63" fmla="*/ 60 h 77"/>
                  <a:gd name="T64" fmla="*/ 11 w 78"/>
                  <a:gd name="T65" fmla="*/ 67 h 77"/>
                  <a:gd name="T66" fmla="*/ 16 w 78"/>
                  <a:gd name="T67" fmla="*/ 71 h 77"/>
                  <a:gd name="T68" fmla="*/ 23 w 78"/>
                  <a:gd name="T69" fmla="*/ 75 h 77"/>
                  <a:gd name="T70" fmla="*/ 31 w 78"/>
                  <a:gd name="T71" fmla="*/ 77 h 77"/>
                  <a:gd name="T72" fmla="*/ 39 w 78"/>
                  <a:gd name="T73" fmla="*/ 77 h 77"/>
                  <a:gd name="T74" fmla="*/ 39 w 78"/>
                  <a:gd name="T7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8" h="77">
                    <a:moveTo>
                      <a:pt x="39" y="77"/>
                    </a:moveTo>
                    <a:lnTo>
                      <a:pt x="39" y="77"/>
                    </a:lnTo>
                    <a:lnTo>
                      <a:pt x="47" y="77"/>
                    </a:lnTo>
                    <a:lnTo>
                      <a:pt x="54" y="75"/>
                    </a:lnTo>
                    <a:lnTo>
                      <a:pt x="60" y="71"/>
                    </a:lnTo>
                    <a:lnTo>
                      <a:pt x="66" y="67"/>
                    </a:lnTo>
                    <a:lnTo>
                      <a:pt x="71" y="60"/>
                    </a:lnTo>
                    <a:lnTo>
                      <a:pt x="75" y="53"/>
                    </a:lnTo>
                    <a:lnTo>
                      <a:pt x="76" y="47"/>
                    </a:lnTo>
                    <a:lnTo>
                      <a:pt x="78" y="39"/>
                    </a:lnTo>
                    <a:lnTo>
                      <a:pt x="78" y="39"/>
                    </a:lnTo>
                    <a:lnTo>
                      <a:pt x="76" y="30"/>
                    </a:lnTo>
                    <a:lnTo>
                      <a:pt x="75" y="24"/>
                    </a:lnTo>
                    <a:lnTo>
                      <a:pt x="71" y="17"/>
                    </a:lnTo>
                    <a:lnTo>
                      <a:pt x="66" y="10"/>
                    </a:lnTo>
                    <a:lnTo>
                      <a:pt x="60" y="6"/>
                    </a:lnTo>
                    <a:lnTo>
                      <a:pt x="54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1" y="0"/>
                    </a:lnTo>
                    <a:lnTo>
                      <a:pt x="23" y="2"/>
                    </a:lnTo>
                    <a:lnTo>
                      <a:pt x="16" y="6"/>
                    </a:lnTo>
                    <a:lnTo>
                      <a:pt x="11" y="10"/>
                    </a:lnTo>
                    <a:lnTo>
                      <a:pt x="7" y="17"/>
                    </a:lnTo>
                    <a:lnTo>
                      <a:pt x="3" y="24"/>
                    </a:lnTo>
                    <a:lnTo>
                      <a:pt x="0" y="30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0" y="47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7"/>
                    </a:lnTo>
                    <a:lnTo>
                      <a:pt x="16" y="71"/>
                    </a:lnTo>
                    <a:lnTo>
                      <a:pt x="23" y="75"/>
                    </a:lnTo>
                    <a:lnTo>
                      <a:pt x="31" y="77"/>
                    </a:lnTo>
                    <a:lnTo>
                      <a:pt x="39" y="77"/>
                    </a:lnTo>
                    <a:lnTo>
                      <a:pt x="39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9" name="Freeform 206">
                <a:extLst>
                  <a:ext uri="{FF2B5EF4-FFF2-40B4-BE49-F238E27FC236}">
                    <a16:creationId xmlns:a16="http://schemas.microsoft.com/office/drawing/2014/main" id="{000915B2-9092-85E3-7664-687D52737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63693" y="6139772"/>
                <a:ext cx="216349" cy="257457"/>
              </a:xfrm>
              <a:custGeom>
                <a:avLst/>
                <a:gdLst>
                  <a:gd name="T0" fmla="*/ 237 w 239"/>
                  <a:gd name="T1" fmla="*/ 96 h 291"/>
                  <a:gd name="T2" fmla="*/ 226 w 239"/>
                  <a:gd name="T3" fmla="*/ 90 h 291"/>
                  <a:gd name="T4" fmla="*/ 214 w 239"/>
                  <a:gd name="T5" fmla="*/ 92 h 291"/>
                  <a:gd name="T6" fmla="*/ 135 w 239"/>
                  <a:gd name="T7" fmla="*/ 67 h 291"/>
                  <a:gd name="T8" fmla="*/ 135 w 239"/>
                  <a:gd name="T9" fmla="*/ 67 h 291"/>
                  <a:gd name="T10" fmla="*/ 135 w 239"/>
                  <a:gd name="T11" fmla="*/ 67 h 291"/>
                  <a:gd name="T12" fmla="*/ 73 w 239"/>
                  <a:gd name="T13" fmla="*/ 5 h 291"/>
                  <a:gd name="T14" fmla="*/ 62 w 239"/>
                  <a:gd name="T15" fmla="*/ 0 h 291"/>
                  <a:gd name="T16" fmla="*/ 51 w 239"/>
                  <a:gd name="T17" fmla="*/ 4 h 291"/>
                  <a:gd name="T18" fmla="*/ 7 w 239"/>
                  <a:gd name="T19" fmla="*/ 37 h 291"/>
                  <a:gd name="T20" fmla="*/ 0 w 239"/>
                  <a:gd name="T21" fmla="*/ 47 h 291"/>
                  <a:gd name="T22" fmla="*/ 2 w 239"/>
                  <a:gd name="T23" fmla="*/ 57 h 291"/>
                  <a:gd name="T24" fmla="*/ 3 w 239"/>
                  <a:gd name="T25" fmla="*/ 61 h 291"/>
                  <a:gd name="T26" fmla="*/ 12 w 239"/>
                  <a:gd name="T27" fmla="*/ 67 h 291"/>
                  <a:gd name="T28" fmla="*/ 23 w 239"/>
                  <a:gd name="T29" fmla="*/ 66 h 291"/>
                  <a:gd name="T30" fmla="*/ 59 w 239"/>
                  <a:gd name="T31" fmla="*/ 39 h 291"/>
                  <a:gd name="T32" fmla="*/ 54 w 239"/>
                  <a:gd name="T33" fmla="*/ 123 h 291"/>
                  <a:gd name="T34" fmla="*/ 50 w 239"/>
                  <a:gd name="T35" fmla="*/ 129 h 291"/>
                  <a:gd name="T36" fmla="*/ 45 w 239"/>
                  <a:gd name="T37" fmla="*/ 139 h 291"/>
                  <a:gd name="T38" fmla="*/ 43 w 239"/>
                  <a:gd name="T39" fmla="*/ 146 h 291"/>
                  <a:gd name="T40" fmla="*/ 47 w 239"/>
                  <a:gd name="T41" fmla="*/ 164 h 291"/>
                  <a:gd name="T42" fmla="*/ 59 w 239"/>
                  <a:gd name="T43" fmla="*/ 177 h 291"/>
                  <a:gd name="T44" fmla="*/ 81 w 239"/>
                  <a:gd name="T45" fmla="*/ 264 h 291"/>
                  <a:gd name="T46" fmla="*/ 78 w 239"/>
                  <a:gd name="T47" fmla="*/ 270 h 291"/>
                  <a:gd name="T48" fmla="*/ 81 w 239"/>
                  <a:gd name="T49" fmla="*/ 283 h 291"/>
                  <a:gd name="T50" fmla="*/ 85 w 239"/>
                  <a:gd name="T51" fmla="*/ 287 h 291"/>
                  <a:gd name="T52" fmla="*/ 94 w 239"/>
                  <a:gd name="T53" fmla="*/ 291 h 291"/>
                  <a:gd name="T54" fmla="*/ 98 w 239"/>
                  <a:gd name="T55" fmla="*/ 290 h 291"/>
                  <a:gd name="T56" fmla="*/ 106 w 239"/>
                  <a:gd name="T57" fmla="*/ 287 h 291"/>
                  <a:gd name="T58" fmla="*/ 153 w 239"/>
                  <a:gd name="T59" fmla="*/ 216 h 291"/>
                  <a:gd name="T60" fmla="*/ 156 w 239"/>
                  <a:gd name="T61" fmla="*/ 211 h 291"/>
                  <a:gd name="T62" fmla="*/ 156 w 239"/>
                  <a:gd name="T63" fmla="*/ 204 h 291"/>
                  <a:gd name="T64" fmla="*/ 148 w 239"/>
                  <a:gd name="T65" fmla="*/ 193 h 291"/>
                  <a:gd name="T66" fmla="*/ 82 w 239"/>
                  <a:gd name="T67" fmla="*/ 152 h 291"/>
                  <a:gd name="T68" fmla="*/ 79 w 239"/>
                  <a:gd name="T69" fmla="*/ 147 h 291"/>
                  <a:gd name="T70" fmla="*/ 82 w 239"/>
                  <a:gd name="T71" fmla="*/ 143 h 291"/>
                  <a:gd name="T72" fmla="*/ 167 w 239"/>
                  <a:gd name="T73" fmla="*/ 146 h 291"/>
                  <a:gd name="T74" fmla="*/ 172 w 239"/>
                  <a:gd name="T75" fmla="*/ 150 h 291"/>
                  <a:gd name="T76" fmla="*/ 179 w 239"/>
                  <a:gd name="T77" fmla="*/ 152 h 291"/>
                  <a:gd name="T78" fmla="*/ 187 w 239"/>
                  <a:gd name="T79" fmla="*/ 149 h 291"/>
                  <a:gd name="T80" fmla="*/ 233 w 239"/>
                  <a:gd name="T81" fmla="*/ 121 h 291"/>
                  <a:gd name="T82" fmla="*/ 239 w 239"/>
                  <a:gd name="T83" fmla="*/ 110 h 291"/>
                  <a:gd name="T84" fmla="*/ 237 w 239"/>
                  <a:gd name="T85" fmla="*/ 96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39" h="291">
                    <a:moveTo>
                      <a:pt x="237" y="96"/>
                    </a:moveTo>
                    <a:lnTo>
                      <a:pt x="237" y="96"/>
                    </a:lnTo>
                    <a:lnTo>
                      <a:pt x="233" y="92"/>
                    </a:lnTo>
                    <a:lnTo>
                      <a:pt x="226" y="90"/>
                    </a:lnTo>
                    <a:lnTo>
                      <a:pt x="219" y="90"/>
                    </a:lnTo>
                    <a:lnTo>
                      <a:pt x="214" y="92"/>
                    </a:lnTo>
                    <a:lnTo>
                      <a:pt x="180" y="113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67" y="1"/>
                    </a:lnTo>
                    <a:lnTo>
                      <a:pt x="62" y="0"/>
                    </a:lnTo>
                    <a:lnTo>
                      <a:pt x="57" y="1"/>
                    </a:lnTo>
                    <a:lnTo>
                      <a:pt x="51" y="4"/>
                    </a:lnTo>
                    <a:lnTo>
                      <a:pt x="7" y="37"/>
                    </a:lnTo>
                    <a:lnTo>
                      <a:pt x="7" y="37"/>
                    </a:lnTo>
                    <a:lnTo>
                      <a:pt x="3" y="41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2" y="57"/>
                    </a:lnTo>
                    <a:lnTo>
                      <a:pt x="2" y="57"/>
                    </a:lnTo>
                    <a:lnTo>
                      <a:pt x="3" y="61"/>
                    </a:lnTo>
                    <a:lnTo>
                      <a:pt x="6" y="64"/>
                    </a:lnTo>
                    <a:lnTo>
                      <a:pt x="12" y="67"/>
                    </a:lnTo>
                    <a:lnTo>
                      <a:pt x="19" y="67"/>
                    </a:lnTo>
                    <a:lnTo>
                      <a:pt x="23" y="66"/>
                    </a:lnTo>
                    <a:lnTo>
                      <a:pt x="26" y="64"/>
                    </a:lnTo>
                    <a:lnTo>
                      <a:pt x="59" y="39"/>
                    </a:lnTo>
                    <a:lnTo>
                      <a:pt x="98" y="79"/>
                    </a:lnTo>
                    <a:lnTo>
                      <a:pt x="54" y="123"/>
                    </a:lnTo>
                    <a:lnTo>
                      <a:pt x="54" y="123"/>
                    </a:lnTo>
                    <a:lnTo>
                      <a:pt x="50" y="129"/>
                    </a:lnTo>
                    <a:lnTo>
                      <a:pt x="46" y="134"/>
                    </a:lnTo>
                    <a:lnTo>
                      <a:pt x="45" y="139"/>
                    </a:lnTo>
                    <a:lnTo>
                      <a:pt x="43" y="146"/>
                    </a:lnTo>
                    <a:lnTo>
                      <a:pt x="43" y="146"/>
                    </a:lnTo>
                    <a:lnTo>
                      <a:pt x="43" y="156"/>
                    </a:lnTo>
                    <a:lnTo>
                      <a:pt x="47" y="164"/>
                    </a:lnTo>
                    <a:lnTo>
                      <a:pt x="51" y="170"/>
                    </a:lnTo>
                    <a:lnTo>
                      <a:pt x="59" y="177"/>
                    </a:lnTo>
                    <a:lnTo>
                      <a:pt x="116" y="212"/>
                    </a:lnTo>
                    <a:lnTo>
                      <a:pt x="81" y="264"/>
                    </a:lnTo>
                    <a:lnTo>
                      <a:pt x="81" y="264"/>
                    </a:lnTo>
                    <a:lnTo>
                      <a:pt x="78" y="270"/>
                    </a:lnTo>
                    <a:lnTo>
                      <a:pt x="78" y="276"/>
                    </a:lnTo>
                    <a:lnTo>
                      <a:pt x="81" y="283"/>
                    </a:lnTo>
                    <a:lnTo>
                      <a:pt x="85" y="287"/>
                    </a:lnTo>
                    <a:lnTo>
                      <a:pt x="85" y="287"/>
                    </a:lnTo>
                    <a:lnTo>
                      <a:pt x="89" y="290"/>
                    </a:lnTo>
                    <a:lnTo>
                      <a:pt x="94" y="291"/>
                    </a:lnTo>
                    <a:lnTo>
                      <a:pt x="94" y="291"/>
                    </a:lnTo>
                    <a:lnTo>
                      <a:pt x="98" y="290"/>
                    </a:lnTo>
                    <a:lnTo>
                      <a:pt x="102" y="289"/>
                    </a:lnTo>
                    <a:lnTo>
                      <a:pt x="106" y="287"/>
                    </a:lnTo>
                    <a:lnTo>
                      <a:pt x="109" y="283"/>
                    </a:lnTo>
                    <a:lnTo>
                      <a:pt x="153" y="216"/>
                    </a:lnTo>
                    <a:lnTo>
                      <a:pt x="153" y="216"/>
                    </a:lnTo>
                    <a:lnTo>
                      <a:pt x="156" y="211"/>
                    </a:lnTo>
                    <a:lnTo>
                      <a:pt x="156" y="204"/>
                    </a:lnTo>
                    <a:lnTo>
                      <a:pt x="156" y="204"/>
                    </a:lnTo>
                    <a:lnTo>
                      <a:pt x="153" y="197"/>
                    </a:lnTo>
                    <a:lnTo>
                      <a:pt x="148" y="193"/>
                    </a:lnTo>
                    <a:lnTo>
                      <a:pt x="82" y="152"/>
                    </a:lnTo>
                    <a:lnTo>
                      <a:pt x="82" y="152"/>
                    </a:lnTo>
                    <a:lnTo>
                      <a:pt x="81" y="150"/>
                    </a:lnTo>
                    <a:lnTo>
                      <a:pt x="79" y="147"/>
                    </a:lnTo>
                    <a:lnTo>
                      <a:pt x="81" y="145"/>
                    </a:lnTo>
                    <a:lnTo>
                      <a:pt x="82" y="143"/>
                    </a:lnTo>
                    <a:lnTo>
                      <a:pt x="122" y="102"/>
                    </a:lnTo>
                    <a:lnTo>
                      <a:pt x="167" y="146"/>
                    </a:lnTo>
                    <a:lnTo>
                      <a:pt x="167" y="146"/>
                    </a:lnTo>
                    <a:lnTo>
                      <a:pt x="172" y="150"/>
                    </a:lnTo>
                    <a:lnTo>
                      <a:pt x="179" y="152"/>
                    </a:lnTo>
                    <a:lnTo>
                      <a:pt x="179" y="152"/>
                    </a:lnTo>
                    <a:lnTo>
                      <a:pt x="183" y="150"/>
                    </a:lnTo>
                    <a:lnTo>
                      <a:pt x="187" y="149"/>
                    </a:lnTo>
                    <a:lnTo>
                      <a:pt x="233" y="121"/>
                    </a:lnTo>
                    <a:lnTo>
                      <a:pt x="233" y="121"/>
                    </a:lnTo>
                    <a:lnTo>
                      <a:pt x="237" y="115"/>
                    </a:lnTo>
                    <a:lnTo>
                      <a:pt x="239" y="110"/>
                    </a:lnTo>
                    <a:lnTo>
                      <a:pt x="239" y="103"/>
                    </a:lnTo>
                    <a:lnTo>
                      <a:pt x="237" y="96"/>
                    </a:lnTo>
                    <a:lnTo>
                      <a:pt x="237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0" name="Freeform 207">
                <a:extLst>
                  <a:ext uri="{FF2B5EF4-FFF2-40B4-BE49-F238E27FC236}">
                    <a16:creationId xmlns:a16="http://schemas.microsoft.com/office/drawing/2014/main" id="{3FE3CBA0-FB51-5FFE-B521-4F04B2258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2148" y="6287466"/>
                <a:ext cx="110900" cy="52903"/>
              </a:xfrm>
              <a:custGeom>
                <a:avLst/>
                <a:gdLst>
                  <a:gd name="T0" fmla="*/ 93 w 122"/>
                  <a:gd name="T1" fmla="*/ 6 h 61"/>
                  <a:gd name="T2" fmla="*/ 71 w 122"/>
                  <a:gd name="T3" fmla="*/ 27 h 61"/>
                  <a:gd name="T4" fmla="*/ 16 w 122"/>
                  <a:gd name="T5" fmla="*/ 27 h 61"/>
                  <a:gd name="T6" fmla="*/ 16 w 122"/>
                  <a:gd name="T7" fmla="*/ 27 h 61"/>
                  <a:gd name="T8" fmla="*/ 9 w 122"/>
                  <a:gd name="T9" fmla="*/ 29 h 61"/>
                  <a:gd name="T10" fmla="*/ 4 w 122"/>
                  <a:gd name="T11" fmla="*/ 33 h 61"/>
                  <a:gd name="T12" fmla="*/ 1 w 122"/>
                  <a:gd name="T13" fmla="*/ 38 h 61"/>
                  <a:gd name="T14" fmla="*/ 0 w 122"/>
                  <a:gd name="T15" fmla="*/ 45 h 61"/>
                  <a:gd name="T16" fmla="*/ 0 w 122"/>
                  <a:gd name="T17" fmla="*/ 45 h 61"/>
                  <a:gd name="T18" fmla="*/ 1 w 122"/>
                  <a:gd name="T19" fmla="*/ 51 h 61"/>
                  <a:gd name="T20" fmla="*/ 4 w 122"/>
                  <a:gd name="T21" fmla="*/ 57 h 61"/>
                  <a:gd name="T22" fmla="*/ 9 w 122"/>
                  <a:gd name="T23" fmla="*/ 59 h 61"/>
                  <a:gd name="T24" fmla="*/ 16 w 122"/>
                  <a:gd name="T25" fmla="*/ 61 h 61"/>
                  <a:gd name="T26" fmla="*/ 78 w 122"/>
                  <a:gd name="T27" fmla="*/ 61 h 61"/>
                  <a:gd name="T28" fmla="*/ 78 w 122"/>
                  <a:gd name="T29" fmla="*/ 61 h 61"/>
                  <a:gd name="T30" fmla="*/ 84 w 122"/>
                  <a:gd name="T31" fmla="*/ 59 h 61"/>
                  <a:gd name="T32" fmla="*/ 90 w 122"/>
                  <a:gd name="T33" fmla="*/ 57 h 61"/>
                  <a:gd name="T34" fmla="*/ 117 w 122"/>
                  <a:gd name="T35" fmla="*/ 29 h 61"/>
                  <a:gd name="T36" fmla="*/ 117 w 122"/>
                  <a:gd name="T37" fmla="*/ 29 h 61"/>
                  <a:gd name="T38" fmla="*/ 121 w 122"/>
                  <a:gd name="T39" fmla="*/ 23 h 61"/>
                  <a:gd name="T40" fmla="*/ 122 w 122"/>
                  <a:gd name="T41" fmla="*/ 16 h 61"/>
                  <a:gd name="T42" fmla="*/ 121 w 122"/>
                  <a:gd name="T43" fmla="*/ 11 h 61"/>
                  <a:gd name="T44" fmla="*/ 117 w 122"/>
                  <a:gd name="T45" fmla="*/ 6 h 61"/>
                  <a:gd name="T46" fmla="*/ 117 w 122"/>
                  <a:gd name="T47" fmla="*/ 6 h 61"/>
                  <a:gd name="T48" fmla="*/ 111 w 122"/>
                  <a:gd name="T49" fmla="*/ 2 h 61"/>
                  <a:gd name="T50" fmla="*/ 105 w 122"/>
                  <a:gd name="T51" fmla="*/ 0 h 61"/>
                  <a:gd name="T52" fmla="*/ 99 w 122"/>
                  <a:gd name="T53" fmla="*/ 2 h 61"/>
                  <a:gd name="T54" fmla="*/ 93 w 122"/>
                  <a:gd name="T55" fmla="*/ 6 h 61"/>
                  <a:gd name="T56" fmla="*/ 93 w 122"/>
                  <a:gd name="T5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2" h="61">
                    <a:moveTo>
                      <a:pt x="93" y="6"/>
                    </a:moveTo>
                    <a:lnTo>
                      <a:pt x="71" y="27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9" y="29"/>
                    </a:lnTo>
                    <a:lnTo>
                      <a:pt x="4" y="33"/>
                    </a:lnTo>
                    <a:lnTo>
                      <a:pt x="1" y="38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1" y="51"/>
                    </a:lnTo>
                    <a:lnTo>
                      <a:pt x="4" y="57"/>
                    </a:lnTo>
                    <a:lnTo>
                      <a:pt x="9" y="59"/>
                    </a:lnTo>
                    <a:lnTo>
                      <a:pt x="16" y="61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84" y="59"/>
                    </a:lnTo>
                    <a:lnTo>
                      <a:pt x="90" y="57"/>
                    </a:lnTo>
                    <a:lnTo>
                      <a:pt x="117" y="29"/>
                    </a:lnTo>
                    <a:lnTo>
                      <a:pt x="117" y="29"/>
                    </a:lnTo>
                    <a:lnTo>
                      <a:pt x="121" y="23"/>
                    </a:lnTo>
                    <a:lnTo>
                      <a:pt x="122" y="16"/>
                    </a:lnTo>
                    <a:lnTo>
                      <a:pt x="121" y="11"/>
                    </a:lnTo>
                    <a:lnTo>
                      <a:pt x="117" y="6"/>
                    </a:lnTo>
                    <a:lnTo>
                      <a:pt x="117" y="6"/>
                    </a:lnTo>
                    <a:lnTo>
                      <a:pt x="111" y="2"/>
                    </a:lnTo>
                    <a:lnTo>
                      <a:pt x="105" y="0"/>
                    </a:lnTo>
                    <a:lnTo>
                      <a:pt x="99" y="2"/>
                    </a:lnTo>
                    <a:lnTo>
                      <a:pt x="93" y="6"/>
                    </a:lnTo>
                    <a:lnTo>
                      <a:pt x="9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7" name="Freeform: Shape 234">
              <a:extLst>
                <a:ext uri="{FF2B5EF4-FFF2-40B4-BE49-F238E27FC236}">
                  <a16:creationId xmlns:a16="http://schemas.microsoft.com/office/drawing/2014/main" id="{28497220-7DDF-2DDD-DC24-F181318D8623}"/>
                </a:ext>
              </a:extLst>
            </p:cNvPr>
            <p:cNvSpPr/>
            <p:nvPr/>
          </p:nvSpPr>
          <p:spPr>
            <a:xfrm rot="10800000">
              <a:off x="7252701" y="5921919"/>
              <a:ext cx="99520" cy="96527"/>
            </a:xfrm>
            <a:custGeom>
              <a:avLst/>
              <a:gdLst>
                <a:gd name="connsiteX0" fmla="*/ 0 w 42079"/>
                <a:gd name="connsiteY0" fmla="*/ 0 h 42079"/>
                <a:gd name="connsiteX1" fmla="*/ 42079 w 42079"/>
                <a:gd name="connsiteY1" fmla="*/ 0 h 42079"/>
                <a:gd name="connsiteX2" fmla="*/ 42079 w 42079"/>
                <a:gd name="connsiteY2" fmla="*/ 42079 h 42079"/>
                <a:gd name="connsiteX3" fmla="*/ 0 w 42079"/>
                <a:gd name="connsiteY3" fmla="*/ 42079 h 42079"/>
                <a:gd name="connsiteX4" fmla="*/ 0 w 42079"/>
                <a:gd name="connsiteY4" fmla="*/ 0 h 4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9" h="42079">
                  <a:moveTo>
                    <a:pt x="42079" y="0"/>
                  </a:moveTo>
                  <a:lnTo>
                    <a:pt x="0" y="0"/>
                  </a:lnTo>
                  <a:lnTo>
                    <a:pt x="0" y="42079"/>
                  </a:lnTo>
                  <a:lnTo>
                    <a:pt x="42079" y="42079"/>
                  </a:lnTo>
                  <a:lnTo>
                    <a:pt x="42079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49" tIns="6351" rIns="6351" bIns="6349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8" name="Arrow: Circular 32">
              <a:extLst>
                <a:ext uri="{FF2B5EF4-FFF2-40B4-BE49-F238E27FC236}">
                  <a16:creationId xmlns:a16="http://schemas.microsoft.com/office/drawing/2014/main" id="{1AEDD53E-224F-2698-E59C-4BE9783F38A6}"/>
                </a:ext>
              </a:extLst>
            </p:cNvPr>
            <p:cNvSpPr/>
            <p:nvPr/>
          </p:nvSpPr>
          <p:spPr>
            <a:xfrm>
              <a:off x="6184260" y="5596614"/>
              <a:ext cx="1306927" cy="1267638"/>
            </a:xfrm>
            <a:prstGeom prst="circularArrow">
              <a:avLst>
                <a:gd name="adj1" fmla="val 8252"/>
                <a:gd name="adj2" fmla="val 576425"/>
                <a:gd name="adj3" fmla="val 4498028"/>
                <a:gd name="adj4" fmla="val 20157980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33">
              <a:extLst>
                <a:ext uri="{FF2B5EF4-FFF2-40B4-BE49-F238E27FC236}">
                  <a16:creationId xmlns:a16="http://schemas.microsoft.com/office/drawing/2014/main" id="{219FE953-0093-CCDB-1FBF-0D715AAC61B6}"/>
                </a:ext>
              </a:extLst>
            </p:cNvPr>
            <p:cNvSpPr/>
            <p:nvPr/>
          </p:nvSpPr>
          <p:spPr>
            <a:xfrm rot="10800000">
              <a:off x="6786983" y="6701707"/>
              <a:ext cx="101486" cy="98435"/>
            </a:xfrm>
            <a:custGeom>
              <a:avLst/>
              <a:gdLst>
                <a:gd name="connsiteX0" fmla="*/ 0 w 42910"/>
                <a:gd name="connsiteY0" fmla="*/ 0 h 42910"/>
                <a:gd name="connsiteX1" fmla="*/ 42910 w 42910"/>
                <a:gd name="connsiteY1" fmla="*/ 0 h 42910"/>
                <a:gd name="connsiteX2" fmla="*/ 42910 w 42910"/>
                <a:gd name="connsiteY2" fmla="*/ 42910 h 42910"/>
                <a:gd name="connsiteX3" fmla="*/ 0 w 42910"/>
                <a:gd name="connsiteY3" fmla="*/ 42910 h 42910"/>
                <a:gd name="connsiteX4" fmla="*/ 0 w 42910"/>
                <a:gd name="connsiteY4" fmla="*/ 0 h 4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10" h="42910">
                  <a:moveTo>
                    <a:pt x="42910" y="0"/>
                  </a:moveTo>
                  <a:lnTo>
                    <a:pt x="0" y="0"/>
                  </a:lnTo>
                  <a:lnTo>
                    <a:pt x="0" y="42910"/>
                  </a:lnTo>
                  <a:lnTo>
                    <a:pt x="42910" y="42910"/>
                  </a:lnTo>
                  <a:lnTo>
                    <a:pt x="4291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48" rIns="6350" bIns="6352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1" name="Arrow: Circular 34">
              <a:extLst>
                <a:ext uri="{FF2B5EF4-FFF2-40B4-BE49-F238E27FC236}">
                  <a16:creationId xmlns:a16="http://schemas.microsoft.com/office/drawing/2014/main" id="{80E861C3-8A8A-F318-55B9-286D3B832B92}"/>
                </a:ext>
              </a:extLst>
            </p:cNvPr>
            <p:cNvSpPr/>
            <p:nvPr/>
          </p:nvSpPr>
          <p:spPr>
            <a:xfrm>
              <a:off x="6184260" y="5596614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1618312"/>
                <a:gd name="adj4" fmla="val 5725546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35">
              <a:extLst>
                <a:ext uri="{FF2B5EF4-FFF2-40B4-BE49-F238E27FC236}">
                  <a16:creationId xmlns:a16="http://schemas.microsoft.com/office/drawing/2014/main" id="{0A70F10B-55E2-C702-4E7E-0FCB9DACD528}"/>
                </a:ext>
              </a:extLst>
            </p:cNvPr>
            <p:cNvSpPr/>
            <p:nvPr/>
          </p:nvSpPr>
          <p:spPr>
            <a:xfrm rot="10800000">
              <a:off x="6316469" y="5915361"/>
              <a:ext cx="113039" cy="109642"/>
            </a:xfrm>
            <a:custGeom>
              <a:avLst/>
              <a:gdLst>
                <a:gd name="connsiteX0" fmla="*/ 0 w 47797"/>
                <a:gd name="connsiteY0" fmla="*/ 0 h 47797"/>
                <a:gd name="connsiteX1" fmla="*/ 47797 w 47797"/>
                <a:gd name="connsiteY1" fmla="*/ 0 h 47797"/>
                <a:gd name="connsiteX2" fmla="*/ 47797 w 47797"/>
                <a:gd name="connsiteY2" fmla="*/ 47797 h 47797"/>
                <a:gd name="connsiteX3" fmla="*/ 0 w 47797"/>
                <a:gd name="connsiteY3" fmla="*/ 47797 h 47797"/>
                <a:gd name="connsiteX4" fmla="*/ 0 w 47797"/>
                <a:gd name="connsiteY4" fmla="*/ 0 h 4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97" h="47797">
                  <a:moveTo>
                    <a:pt x="47797" y="0"/>
                  </a:moveTo>
                  <a:lnTo>
                    <a:pt x="0" y="0"/>
                  </a:lnTo>
                  <a:lnTo>
                    <a:pt x="0" y="47797"/>
                  </a:lnTo>
                  <a:lnTo>
                    <a:pt x="47797" y="47797"/>
                  </a:lnTo>
                  <a:lnTo>
                    <a:pt x="47797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39" tIns="2539" rIns="2541" bIns="2541" numCol="1" spcCol="1270" anchor="ctr" anchorCtr="0">
              <a:noAutofit/>
            </a:bodyPr>
            <a:lstStyle/>
            <a:p>
              <a:pPr marL="0" marR="0" lvl="0" indent="0" algn="ctr" defTabSz="88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4" name="Arrow: Circular 36">
              <a:extLst>
                <a:ext uri="{FF2B5EF4-FFF2-40B4-BE49-F238E27FC236}">
                  <a16:creationId xmlns:a16="http://schemas.microsoft.com/office/drawing/2014/main" id="{3E6CABD4-BC2D-C617-5784-9A7AB08B3EAF}"/>
                </a:ext>
              </a:extLst>
            </p:cNvPr>
            <p:cNvSpPr/>
            <p:nvPr/>
          </p:nvSpPr>
          <p:spPr>
            <a:xfrm>
              <a:off x="6183149" y="5601342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8842530"/>
                <a:gd name="adj4" fmla="val 13035139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CBAE780-1963-5EEE-2B07-DC9AFADBBF14}"/>
              </a:ext>
            </a:extLst>
          </p:cNvPr>
          <p:cNvGraphicFramePr>
            <a:graphicFrameLocks noGrp="1"/>
          </p:cNvGraphicFramePr>
          <p:nvPr/>
        </p:nvGraphicFramePr>
        <p:xfrm>
          <a:off x="2109217" y="757555"/>
          <a:ext cx="9474084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67">
                  <a:extLst>
                    <a:ext uri="{9D8B030D-6E8A-4147-A177-3AD203B41FA5}">
                      <a16:colId xmlns:a16="http://schemas.microsoft.com/office/drawing/2014/main" val="2702407251"/>
                    </a:ext>
                  </a:extLst>
                </a:gridCol>
                <a:gridCol w="362005">
                  <a:extLst>
                    <a:ext uri="{9D8B030D-6E8A-4147-A177-3AD203B41FA5}">
                      <a16:colId xmlns:a16="http://schemas.microsoft.com/office/drawing/2014/main" val="1092353643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491524905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473393998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91018292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62209170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301508109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76320672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174359935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865703528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449892733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422247139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87276028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87471970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677833108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00007439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53815911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1707594172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039987097"/>
                    </a:ext>
                  </a:extLst>
                </a:gridCol>
              </a:tblGrid>
              <a:tr h="156483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  <a:latin typeface="+mn-lt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904221"/>
                  </a:ext>
                </a:extLst>
              </a:tr>
              <a:tr h="151881">
                <a:tc>
                  <a:txBody>
                    <a:bodyPr/>
                    <a:lstStyle/>
                    <a:p>
                      <a:pPr algn="ctr"/>
                      <a:endParaRPr lang="en-US" sz="1050" b="0">
                        <a:solidFill>
                          <a:schemeClr val="tx1"/>
                        </a:solidFill>
                        <a:latin typeface="+mn-lt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Jul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Aug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Sep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Oct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Jan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Feb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Mar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Apr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May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Jun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Jul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Aug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Sep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Oct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53796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Discovery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600845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Initiation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694113"/>
                  </a:ext>
                </a:extLst>
              </a:tr>
              <a:tr h="23788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Planning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61748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Execution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690045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Closure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981226"/>
                  </a:ext>
                </a:extLst>
              </a:tr>
            </a:tbl>
          </a:graphicData>
        </a:graphic>
      </p:graphicFrame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22EC8C35-EE90-FC64-8E51-5691FBC8CE0E}"/>
              </a:ext>
            </a:extLst>
          </p:cNvPr>
          <p:cNvSpPr/>
          <p:nvPr/>
        </p:nvSpPr>
        <p:spPr>
          <a:xfrm>
            <a:off x="8272741" y="2061027"/>
            <a:ext cx="54000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807236F9-0A45-91DB-255D-BD88819E89BE}"/>
              </a:ext>
            </a:extLst>
          </p:cNvPr>
          <p:cNvSpPr/>
          <p:nvPr/>
        </p:nvSpPr>
        <p:spPr>
          <a:xfrm>
            <a:off x="5519133" y="1796122"/>
            <a:ext cx="86400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195C475E-3964-C614-5ECB-2916CD03F661}"/>
              </a:ext>
            </a:extLst>
          </p:cNvPr>
          <p:cNvSpPr/>
          <p:nvPr/>
        </p:nvSpPr>
        <p:spPr>
          <a:xfrm>
            <a:off x="4399628" y="1544834"/>
            <a:ext cx="54000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979AB40A-DF6C-088D-BF16-20B9F091041C}"/>
              </a:ext>
            </a:extLst>
          </p:cNvPr>
          <p:cNvSpPr/>
          <p:nvPr/>
        </p:nvSpPr>
        <p:spPr>
          <a:xfrm>
            <a:off x="4108995" y="1543447"/>
            <a:ext cx="640080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A95B5140-9322-AFCC-B9E1-BA626EB96354}"/>
              </a:ext>
            </a:extLst>
          </p:cNvPr>
          <p:cNvSpPr/>
          <p:nvPr/>
        </p:nvSpPr>
        <p:spPr>
          <a:xfrm>
            <a:off x="4642975" y="1796123"/>
            <a:ext cx="1011545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D5653D77-53EE-A42F-F654-72653CE8048A}"/>
              </a:ext>
            </a:extLst>
          </p:cNvPr>
          <p:cNvSpPr/>
          <p:nvPr/>
        </p:nvSpPr>
        <p:spPr>
          <a:xfrm>
            <a:off x="5931465" y="2058085"/>
            <a:ext cx="2560320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4BAC4441-8E4D-0DF6-9CD1-4C6D22CB0E60}"/>
              </a:ext>
            </a:extLst>
          </p:cNvPr>
          <p:cNvSpPr/>
          <p:nvPr/>
        </p:nvSpPr>
        <p:spPr>
          <a:xfrm>
            <a:off x="8892110" y="2304422"/>
            <a:ext cx="759988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B5975A-8256-D2E9-4472-447653C14016}"/>
              </a:ext>
            </a:extLst>
          </p:cNvPr>
          <p:cNvCxnSpPr/>
          <p:nvPr/>
        </p:nvCxnSpPr>
        <p:spPr>
          <a:xfrm>
            <a:off x="6461315" y="1305054"/>
            <a:ext cx="0" cy="1228956"/>
          </a:xfrm>
          <a:prstGeom prst="line">
            <a:avLst/>
          </a:prstGeom>
          <a:ln w="19050">
            <a:solidFill>
              <a:srgbClr val="8B8B8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24262B-ACDD-1651-C63B-5ADAFD82D486}"/>
              </a:ext>
            </a:extLst>
          </p:cNvPr>
          <p:cNvGrpSpPr/>
          <p:nvPr/>
        </p:nvGrpSpPr>
        <p:grpSpPr>
          <a:xfrm>
            <a:off x="3857479" y="1496518"/>
            <a:ext cx="251516" cy="243746"/>
            <a:chOff x="6183149" y="5596614"/>
            <a:chExt cx="1308038" cy="126763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D279C9-1E12-08FA-C68E-1EB246AE1E0F}"/>
                </a:ext>
              </a:extLst>
            </p:cNvPr>
            <p:cNvSpPr/>
            <p:nvPr/>
          </p:nvSpPr>
          <p:spPr>
            <a:xfrm>
              <a:off x="6566982" y="5943317"/>
              <a:ext cx="583894" cy="5663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5" name="Freeform 195">
              <a:extLst>
                <a:ext uri="{FF2B5EF4-FFF2-40B4-BE49-F238E27FC236}">
                  <a16:creationId xmlns:a16="http://schemas.microsoft.com/office/drawing/2014/main" id="{C296D5C5-3290-A403-D42D-D83535B51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3776" y="5878813"/>
              <a:ext cx="709000" cy="687681"/>
            </a:xfrm>
            <a:custGeom>
              <a:avLst/>
              <a:gdLst>
                <a:gd name="T0" fmla="*/ 312 w 659"/>
                <a:gd name="T1" fmla="*/ 657 h 657"/>
                <a:gd name="T2" fmla="*/ 264 w 659"/>
                <a:gd name="T3" fmla="*/ 650 h 657"/>
                <a:gd name="T4" fmla="*/ 202 w 659"/>
                <a:gd name="T5" fmla="*/ 631 h 657"/>
                <a:gd name="T6" fmla="*/ 120 w 659"/>
                <a:gd name="T7" fmla="*/ 582 h 657"/>
                <a:gd name="T8" fmla="*/ 57 w 659"/>
                <a:gd name="T9" fmla="*/ 512 h 657"/>
                <a:gd name="T10" fmla="*/ 15 w 659"/>
                <a:gd name="T11" fmla="*/ 426 h 657"/>
                <a:gd name="T12" fmla="*/ 4 w 659"/>
                <a:gd name="T13" fmla="*/ 379 h 657"/>
                <a:gd name="T14" fmla="*/ 0 w 659"/>
                <a:gd name="T15" fmla="*/ 328 h 657"/>
                <a:gd name="T16" fmla="*/ 3 w 659"/>
                <a:gd name="T17" fmla="*/ 294 h 657"/>
                <a:gd name="T18" fmla="*/ 11 w 659"/>
                <a:gd name="T19" fmla="*/ 246 h 657"/>
                <a:gd name="T20" fmla="*/ 41 w 659"/>
                <a:gd name="T21" fmla="*/ 172 h 657"/>
                <a:gd name="T22" fmla="*/ 97 w 659"/>
                <a:gd name="T23" fmla="*/ 95 h 657"/>
                <a:gd name="T24" fmla="*/ 172 w 659"/>
                <a:gd name="T25" fmla="*/ 39 h 657"/>
                <a:gd name="T26" fmla="*/ 248 w 659"/>
                <a:gd name="T27" fmla="*/ 9 h 657"/>
                <a:gd name="T28" fmla="*/ 296 w 659"/>
                <a:gd name="T29" fmla="*/ 1 h 657"/>
                <a:gd name="T30" fmla="*/ 330 w 659"/>
                <a:gd name="T31" fmla="*/ 0 h 657"/>
                <a:gd name="T32" fmla="*/ 379 w 659"/>
                <a:gd name="T33" fmla="*/ 2 h 657"/>
                <a:gd name="T34" fmla="*/ 428 w 659"/>
                <a:gd name="T35" fmla="*/ 15 h 657"/>
                <a:gd name="T36" fmla="*/ 514 w 659"/>
                <a:gd name="T37" fmla="*/ 55 h 657"/>
                <a:gd name="T38" fmla="*/ 583 w 659"/>
                <a:gd name="T39" fmla="*/ 119 h 657"/>
                <a:gd name="T40" fmla="*/ 633 w 659"/>
                <a:gd name="T41" fmla="*/ 200 h 657"/>
                <a:gd name="T42" fmla="*/ 652 w 659"/>
                <a:gd name="T43" fmla="*/ 262 h 657"/>
                <a:gd name="T44" fmla="*/ 657 w 659"/>
                <a:gd name="T45" fmla="*/ 311 h 657"/>
                <a:gd name="T46" fmla="*/ 657 w 659"/>
                <a:gd name="T47" fmla="*/ 345 h 657"/>
                <a:gd name="T48" fmla="*/ 652 w 659"/>
                <a:gd name="T49" fmla="*/ 395 h 657"/>
                <a:gd name="T50" fmla="*/ 633 w 659"/>
                <a:gd name="T51" fmla="*/ 457 h 657"/>
                <a:gd name="T52" fmla="*/ 583 w 659"/>
                <a:gd name="T53" fmla="*/ 537 h 657"/>
                <a:gd name="T54" fmla="*/ 514 w 659"/>
                <a:gd name="T55" fmla="*/ 600 h 657"/>
                <a:gd name="T56" fmla="*/ 428 w 659"/>
                <a:gd name="T57" fmla="*/ 642 h 657"/>
                <a:gd name="T58" fmla="*/ 379 w 659"/>
                <a:gd name="T59" fmla="*/ 653 h 657"/>
                <a:gd name="T60" fmla="*/ 330 w 659"/>
                <a:gd name="T61" fmla="*/ 657 h 657"/>
                <a:gd name="T62" fmla="*/ 330 w 659"/>
                <a:gd name="T63" fmla="*/ 37 h 657"/>
                <a:gd name="T64" fmla="*/ 244 w 659"/>
                <a:gd name="T65" fmla="*/ 49 h 657"/>
                <a:gd name="T66" fmla="*/ 167 w 659"/>
                <a:gd name="T67" fmla="*/ 87 h 657"/>
                <a:gd name="T68" fmla="*/ 105 w 659"/>
                <a:gd name="T69" fmla="*/ 144 h 657"/>
                <a:gd name="T70" fmla="*/ 61 w 659"/>
                <a:gd name="T71" fmla="*/ 215 h 657"/>
                <a:gd name="T72" fmla="*/ 39 w 659"/>
                <a:gd name="T73" fmla="*/ 298 h 657"/>
                <a:gd name="T74" fmla="*/ 39 w 659"/>
                <a:gd name="T75" fmla="*/ 357 h 657"/>
                <a:gd name="T76" fmla="*/ 61 w 659"/>
                <a:gd name="T77" fmla="*/ 442 h 657"/>
                <a:gd name="T78" fmla="*/ 105 w 659"/>
                <a:gd name="T79" fmla="*/ 513 h 657"/>
                <a:gd name="T80" fmla="*/ 167 w 659"/>
                <a:gd name="T81" fmla="*/ 569 h 657"/>
                <a:gd name="T82" fmla="*/ 244 w 659"/>
                <a:gd name="T83" fmla="*/ 606 h 657"/>
                <a:gd name="T84" fmla="*/ 330 w 659"/>
                <a:gd name="T85" fmla="*/ 619 h 657"/>
                <a:gd name="T86" fmla="*/ 389 w 659"/>
                <a:gd name="T87" fmla="*/ 614 h 657"/>
                <a:gd name="T88" fmla="*/ 468 w 659"/>
                <a:gd name="T89" fmla="*/ 584 h 657"/>
                <a:gd name="T90" fmla="*/ 535 w 659"/>
                <a:gd name="T91" fmla="*/ 535 h 657"/>
                <a:gd name="T92" fmla="*/ 586 w 659"/>
                <a:gd name="T93" fmla="*/ 467 h 657"/>
                <a:gd name="T94" fmla="*/ 614 w 659"/>
                <a:gd name="T95" fmla="*/ 387 h 657"/>
                <a:gd name="T96" fmla="*/ 621 w 659"/>
                <a:gd name="T97" fmla="*/ 328 h 657"/>
                <a:gd name="T98" fmla="*/ 608 w 659"/>
                <a:gd name="T99" fmla="*/ 242 h 657"/>
                <a:gd name="T100" fmla="*/ 571 w 659"/>
                <a:gd name="T101" fmla="*/ 165 h 657"/>
                <a:gd name="T102" fmla="*/ 515 w 659"/>
                <a:gd name="T103" fmla="*/ 103 h 657"/>
                <a:gd name="T104" fmla="*/ 442 w 659"/>
                <a:gd name="T105" fmla="*/ 60 h 657"/>
                <a:gd name="T106" fmla="*/ 359 w 659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7">
                  <a:moveTo>
                    <a:pt x="330" y="657"/>
                  </a:moveTo>
                  <a:lnTo>
                    <a:pt x="330" y="657"/>
                  </a:lnTo>
                  <a:lnTo>
                    <a:pt x="312" y="657"/>
                  </a:lnTo>
                  <a:lnTo>
                    <a:pt x="296" y="655"/>
                  </a:lnTo>
                  <a:lnTo>
                    <a:pt x="280" y="653"/>
                  </a:lnTo>
                  <a:lnTo>
                    <a:pt x="264" y="650"/>
                  </a:lnTo>
                  <a:lnTo>
                    <a:pt x="248" y="646"/>
                  </a:lnTo>
                  <a:lnTo>
                    <a:pt x="231" y="642"/>
                  </a:lnTo>
                  <a:lnTo>
                    <a:pt x="202" y="631"/>
                  </a:lnTo>
                  <a:lnTo>
                    <a:pt x="172" y="618"/>
                  </a:lnTo>
                  <a:lnTo>
                    <a:pt x="145" y="600"/>
                  </a:lnTo>
                  <a:lnTo>
                    <a:pt x="120" y="582"/>
                  </a:lnTo>
                  <a:lnTo>
                    <a:pt x="97" y="560"/>
                  </a:lnTo>
                  <a:lnTo>
                    <a:pt x="76" y="537"/>
                  </a:lnTo>
                  <a:lnTo>
                    <a:pt x="57" y="512"/>
                  </a:lnTo>
                  <a:lnTo>
                    <a:pt x="41" y="485"/>
                  </a:lnTo>
                  <a:lnTo>
                    <a:pt x="27" y="457"/>
                  </a:lnTo>
                  <a:lnTo>
                    <a:pt x="15" y="426"/>
                  </a:lnTo>
                  <a:lnTo>
                    <a:pt x="11" y="410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3" y="361"/>
                  </a:lnTo>
                  <a:lnTo>
                    <a:pt x="2" y="345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2" y="311"/>
                  </a:lnTo>
                  <a:lnTo>
                    <a:pt x="3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27" y="200"/>
                  </a:lnTo>
                  <a:lnTo>
                    <a:pt x="41" y="172"/>
                  </a:lnTo>
                  <a:lnTo>
                    <a:pt x="57" y="145"/>
                  </a:lnTo>
                  <a:lnTo>
                    <a:pt x="76" y="119"/>
                  </a:lnTo>
                  <a:lnTo>
                    <a:pt x="97" y="95"/>
                  </a:lnTo>
                  <a:lnTo>
                    <a:pt x="120" y="75"/>
                  </a:lnTo>
                  <a:lnTo>
                    <a:pt x="145" y="55"/>
                  </a:lnTo>
                  <a:lnTo>
                    <a:pt x="172" y="39"/>
                  </a:lnTo>
                  <a:lnTo>
                    <a:pt x="202" y="25"/>
                  </a:lnTo>
                  <a:lnTo>
                    <a:pt x="231" y="15"/>
                  </a:lnTo>
                  <a:lnTo>
                    <a:pt x="248" y="9"/>
                  </a:lnTo>
                  <a:lnTo>
                    <a:pt x="264" y="6"/>
                  </a:lnTo>
                  <a:lnTo>
                    <a:pt x="280" y="2"/>
                  </a:lnTo>
                  <a:lnTo>
                    <a:pt x="296" y="1"/>
                  </a:lnTo>
                  <a:lnTo>
                    <a:pt x="312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7" y="0"/>
                  </a:lnTo>
                  <a:lnTo>
                    <a:pt x="363" y="1"/>
                  </a:lnTo>
                  <a:lnTo>
                    <a:pt x="379" y="2"/>
                  </a:lnTo>
                  <a:lnTo>
                    <a:pt x="395" y="6"/>
                  </a:lnTo>
                  <a:lnTo>
                    <a:pt x="411" y="9"/>
                  </a:lnTo>
                  <a:lnTo>
                    <a:pt x="428" y="15"/>
                  </a:lnTo>
                  <a:lnTo>
                    <a:pt x="457" y="25"/>
                  </a:lnTo>
                  <a:lnTo>
                    <a:pt x="487" y="39"/>
                  </a:lnTo>
                  <a:lnTo>
                    <a:pt x="514" y="55"/>
                  </a:lnTo>
                  <a:lnTo>
                    <a:pt x="539" y="75"/>
                  </a:lnTo>
                  <a:lnTo>
                    <a:pt x="562" y="95"/>
                  </a:lnTo>
                  <a:lnTo>
                    <a:pt x="583" y="119"/>
                  </a:lnTo>
                  <a:lnTo>
                    <a:pt x="602" y="145"/>
                  </a:lnTo>
                  <a:lnTo>
                    <a:pt x="618" y="172"/>
                  </a:lnTo>
                  <a:lnTo>
                    <a:pt x="633" y="200"/>
                  </a:lnTo>
                  <a:lnTo>
                    <a:pt x="644" y="231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8"/>
                  </a:lnTo>
                  <a:lnTo>
                    <a:pt x="657" y="294"/>
                  </a:lnTo>
                  <a:lnTo>
                    <a:pt x="657" y="311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7" y="345"/>
                  </a:lnTo>
                  <a:lnTo>
                    <a:pt x="657" y="361"/>
                  </a:lnTo>
                  <a:lnTo>
                    <a:pt x="655" y="379"/>
                  </a:lnTo>
                  <a:lnTo>
                    <a:pt x="652" y="395"/>
                  </a:lnTo>
                  <a:lnTo>
                    <a:pt x="648" y="410"/>
                  </a:lnTo>
                  <a:lnTo>
                    <a:pt x="644" y="426"/>
                  </a:lnTo>
                  <a:lnTo>
                    <a:pt x="633" y="457"/>
                  </a:lnTo>
                  <a:lnTo>
                    <a:pt x="618" y="485"/>
                  </a:lnTo>
                  <a:lnTo>
                    <a:pt x="602" y="512"/>
                  </a:lnTo>
                  <a:lnTo>
                    <a:pt x="583" y="537"/>
                  </a:lnTo>
                  <a:lnTo>
                    <a:pt x="562" y="560"/>
                  </a:lnTo>
                  <a:lnTo>
                    <a:pt x="539" y="582"/>
                  </a:lnTo>
                  <a:lnTo>
                    <a:pt x="514" y="600"/>
                  </a:lnTo>
                  <a:lnTo>
                    <a:pt x="487" y="618"/>
                  </a:lnTo>
                  <a:lnTo>
                    <a:pt x="457" y="631"/>
                  </a:lnTo>
                  <a:lnTo>
                    <a:pt x="428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3" y="655"/>
                  </a:lnTo>
                  <a:lnTo>
                    <a:pt x="347" y="657"/>
                  </a:lnTo>
                  <a:lnTo>
                    <a:pt x="330" y="657"/>
                  </a:lnTo>
                  <a:lnTo>
                    <a:pt x="330" y="657"/>
                  </a:lnTo>
                  <a:close/>
                  <a:moveTo>
                    <a:pt x="330" y="37"/>
                  </a:moveTo>
                  <a:lnTo>
                    <a:pt x="330" y="37"/>
                  </a:lnTo>
                  <a:lnTo>
                    <a:pt x="300" y="39"/>
                  </a:lnTo>
                  <a:lnTo>
                    <a:pt x="270" y="43"/>
                  </a:lnTo>
                  <a:lnTo>
                    <a:pt x="244" y="49"/>
                  </a:lnTo>
                  <a:lnTo>
                    <a:pt x="217" y="60"/>
                  </a:lnTo>
                  <a:lnTo>
                    <a:pt x="191" y="72"/>
                  </a:lnTo>
                  <a:lnTo>
                    <a:pt x="167" y="87"/>
                  </a:lnTo>
                  <a:lnTo>
                    <a:pt x="144" y="103"/>
                  </a:lnTo>
                  <a:lnTo>
                    <a:pt x="124" y="122"/>
                  </a:lnTo>
                  <a:lnTo>
                    <a:pt x="105" y="144"/>
                  </a:lnTo>
                  <a:lnTo>
                    <a:pt x="88" y="165"/>
                  </a:lnTo>
                  <a:lnTo>
                    <a:pt x="73" y="189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7"/>
                  </a:lnTo>
                  <a:lnTo>
                    <a:pt x="45" y="387"/>
                  </a:lnTo>
                  <a:lnTo>
                    <a:pt x="51" y="415"/>
                  </a:lnTo>
                  <a:lnTo>
                    <a:pt x="61" y="442"/>
                  </a:lnTo>
                  <a:lnTo>
                    <a:pt x="73" y="467"/>
                  </a:lnTo>
                  <a:lnTo>
                    <a:pt x="88" y="490"/>
                  </a:lnTo>
                  <a:lnTo>
                    <a:pt x="105" y="513"/>
                  </a:lnTo>
                  <a:lnTo>
                    <a:pt x="124" y="535"/>
                  </a:lnTo>
                  <a:lnTo>
                    <a:pt x="144" y="553"/>
                  </a:lnTo>
                  <a:lnTo>
                    <a:pt x="167" y="569"/>
                  </a:lnTo>
                  <a:lnTo>
                    <a:pt x="191" y="584"/>
                  </a:lnTo>
                  <a:lnTo>
                    <a:pt x="217" y="596"/>
                  </a:lnTo>
                  <a:lnTo>
                    <a:pt x="244" y="606"/>
                  </a:lnTo>
                  <a:lnTo>
                    <a:pt x="270" y="614"/>
                  </a:lnTo>
                  <a:lnTo>
                    <a:pt x="300" y="618"/>
                  </a:lnTo>
                  <a:lnTo>
                    <a:pt x="330" y="619"/>
                  </a:lnTo>
                  <a:lnTo>
                    <a:pt x="330" y="619"/>
                  </a:lnTo>
                  <a:lnTo>
                    <a:pt x="359" y="618"/>
                  </a:lnTo>
                  <a:lnTo>
                    <a:pt x="389" y="614"/>
                  </a:lnTo>
                  <a:lnTo>
                    <a:pt x="415" y="606"/>
                  </a:lnTo>
                  <a:lnTo>
                    <a:pt x="442" y="596"/>
                  </a:lnTo>
                  <a:lnTo>
                    <a:pt x="468" y="584"/>
                  </a:lnTo>
                  <a:lnTo>
                    <a:pt x="492" y="569"/>
                  </a:lnTo>
                  <a:lnTo>
                    <a:pt x="515" y="553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1" y="490"/>
                  </a:lnTo>
                  <a:lnTo>
                    <a:pt x="586" y="467"/>
                  </a:lnTo>
                  <a:lnTo>
                    <a:pt x="598" y="442"/>
                  </a:lnTo>
                  <a:lnTo>
                    <a:pt x="608" y="415"/>
                  </a:lnTo>
                  <a:lnTo>
                    <a:pt x="614" y="387"/>
                  </a:lnTo>
                  <a:lnTo>
                    <a:pt x="620" y="357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8"/>
                  </a:lnTo>
                  <a:lnTo>
                    <a:pt x="614" y="270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6" y="189"/>
                  </a:lnTo>
                  <a:lnTo>
                    <a:pt x="571" y="165"/>
                  </a:lnTo>
                  <a:lnTo>
                    <a:pt x="554" y="144"/>
                  </a:lnTo>
                  <a:lnTo>
                    <a:pt x="535" y="122"/>
                  </a:lnTo>
                  <a:lnTo>
                    <a:pt x="515" y="103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2" y="60"/>
                  </a:lnTo>
                  <a:lnTo>
                    <a:pt x="415" y="49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30" y="37"/>
                  </a:lnTo>
                  <a:lnTo>
                    <a:pt x="330" y="37"/>
                  </a:ln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9DF6BA6-BECC-7410-D1A0-1D827158E2D4}"/>
                </a:ext>
              </a:extLst>
            </p:cNvPr>
            <p:cNvGrpSpPr/>
            <p:nvPr/>
          </p:nvGrpSpPr>
          <p:grpSpPr>
            <a:xfrm>
              <a:off x="6636674" y="6047446"/>
              <a:ext cx="411817" cy="361839"/>
              <a:chOff x="6670972" y="6125666"/>
              <a:chExt cx="309070" cy="271563"/>
            </a:xfrm>
          </p:grpSpPr>
          <p:sp>
            <p:nvSpPr>
              <p:cNvPr id="43" name="Freeform 203">
                <a:extLst>
                  <a:ext uri="{FF2B5EF4-FFF2-40B4-BE49-F238E27FC236}">
                    <a16:creationId xmlns:a16="http://schemas.microsoft.com/office/drawing/2014/main" id="{B89A2DC0-048A-D09E-B1E0-803635D2A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0972" y="6268501"/>
                <a:ext cx="59995" cy="8817"/>
              </a:xfrm>
              <a:custGeom>
                <a:avLst/>
                <a:gdLst>
                  <a:gd name="T0" fmla="*/ 61 w 66"/>
                  <a:gd name="T1" fmla="*/ 11 h 11"/>
                  <a:gd name="T2" fmla="*/ 61 w 66"/>
                  <a:gd name="T3" fmla="*/ 11 h 11"/>
                  <a:gd name="T4" fmla="*/ 64 w 66"/>
                  <a:gd name="T5" fmla="*/ 11 h 11"/>
                  <a:gd name="T6" fmla="*/ 65 w 66"/>
                  <a:gd name="T7" fmla="*/ 10 h 11"/>
                  <a:gd name="T8" fmla="*/ 66 w 66"/>
                  <a:gd name="T9" fmla="*/ 7 h 11"/>
                  <a:gd name="T10" fmla="*/ 66 w 66"/>
                  <a:gd name="T11" fmla="*/ 6 h 11"/>
                  <a:gd name="T12" fmla="*/ 66 w 66"/>
                  <a:gd name="T13" fmla="*/ 6 h 11"/>
                  <a:gd name="T14" fmla="*/ 66 w 66"/>
                  <a:gd name="T15" fmla="*/ 3 h 11"/>
                  <a:gd name="T16" fmla="*/ 65 w 66"/>
                  <a:gd name="T17" fmla="*/ 1 h 11"/>
                  <a:gd name="T18" fmla="*/ 64 w 66"/>
                  <a:gd name="T19" fmla="*/ 0 h 11"/>
                  <a:gd name="T20" fmla="*/ 61 w 66"/>
                  <a:gd name="T21" fmla="*/ 0 h 11"/>
                  <a:gd name="T22" fmla="*/ 6 w 66"/>
                  <a:gd name="T23" fmla="*/ 0 h 11"/>
                  <a:gd name="T24" fmla="*/ 6 w 66"/>
                  <a:gd name="T25" fmla="*/ 0 h 11"/>
                  <a:gd name="T26" fmla="*/ 3 w 66"/>
                  <a:gd name="T27" fmla="*/ 0 h 11"/>
                  <a:gd name="T28" fmla="*/ 2 w 66"/>
                  <a:gd name="T29" fmla="*/ 1 h 11"/>
                  <a:gd name="T30" fmla="*/ 0 w 66"/>
                  <a:gd name="T31" fmla="*/ 3 h 11"/>
                  <a:gd name="T32" fmla="*/ 0 w 66"/>
                  <a:gd name="T33" fmla="*/ 6 h 11"/>
                  <a:gd name="T34" fmla="*/ 0 w 66"/>
                  <a:gd name="T35" fmla="*/ 6 h 11"/>
                  <a:gd name="T36" fmla="*/ 0 w 66"/>
                  <a:gd name="T37" fmla="*/ 7 h 11"/>
                  <a:gd name="T38" fmla="*/ 2 w 66"/>
                  <a:gd name="T39" fmla="*/ 10 h 11"/>
                  <a:gd name="T40" fmla="*/ 3 w 66"/>
                  <a:gd name="T41" fmla="*/ 11 h 11"/>
                  <a:gd name="T42" fmla="*/ 6 w 66"/>
                  <a:gd name="T43" fmla="*/ 11 h 11"/>
                  <a:gd name="T44" fmla="*/ 61 w 66"/>
                  <a:gd name="T4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11">
                    <a:moveTo>
                      <a:pt x="61" y="11"/>
                    </a:moveTo>
                    <a:lnTo>
                      <a:pt x="61" y="11"/>
                    </a:lnTo>
                    <a:lnTo>
                      <a:pt x="64" y="11"/>
                    </a:lnTo>
                    <a:lnTo>
                      <a:pt x="65" y="10"/>
                    </a:lnTo>
                    <a:lnTo>
                      <a:pt x="66" y="7"/>
                    </a:lnTo>
                    <a:lnTo>
                      <a:pt x="66" y="6"/>
                    </a:lnTo>
                    <a:lnTo>
                      <a:pt x="66" y="6"/>
                    </a:lnTo>
                    <a:lnTo>
                      <a:pt x="66" y="3"/>
                    </a:lnTo>
                    <a:lnTo>
                      <a:pt x="65" y="1"/>
                    </a:lnTo>
                    <a:lnTo>
                      <a:pt x="64" y="0"/>
                    </a:lnTo>
                    <a:lnTo>
                      <a:pt x="61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6" y="11"/>
                    </a:lnTo>
                    <a:lnTo>
                      <a:pt x="6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44" name="Freeform 204">
                <a:extLst>
                  <a:ext uri="{FF2B5EF4-FFF2-40B4-BE49-F238E27FC236}">
                    <a16:creationId xmlns:a16="http://schemas.microsoft.com/office/drawing/2014/main" id="{58AA97BB-9260-45D3-1DC4-3E612075B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969" y="6227943"/>
                <a:ext cx="61814" cy="10578"/>
              </a:xfrm>
              <a:custGeom>
                <a:avLst/>
                <a:gdLst>
                  <a:gd name="T0" fmla="*/ 5 w 67"/>
                  <a:gd name="T1" fmla="*/ 13 h 13"/>
                  <a:gd name="T2" fmla="*/ 62 w 67"/>
                  <a:gd name="T3" fmla="*/ 13 h 13"/>
                  <a:gd name="T4" fmla="*/ 62 w 67"/>
                  <a:gd name="T5" fmla="*/ 13 h 13"/>
                  <a:gd name="T6" fmla="*/ 63 w 67"/>
                  <a:gd name="T7" fmla="*/ 11 h 13"/>
                  <a:gd name="T8" fmla="*/ 66 w 67"/>
                  <a:gd name="T9" fmla="*/ 10 h 13"/>
                  <a:gd name="T10" fmla="*/ 66 w 67"/>
                  <a:gd name="T11" fmla="*/ 9 h 13"/>
                  <a:gd name="T12" fmla="*/ 67 w 67"/>
                  <a:gd name="T13" fmla="*/ 6 h 13"/>
                  <a:gd name="T14" fmla="*/ 67 w 67"/>
                  <a:gd name="T15" fmla="*/ 6 h 13"/>
                  <a:gd name="T16" fmla="*/ 66 w 67"/>
                  <a:gd name="T17" fmla="*/ 4 h 13"/>
                  <a:gd name="T18" fmla="*/ 66 w 67"/>
                  <a:gd name="T19" fmla="*/ 2 h 13"/>
                  <a:gd name="T20" fmla="*/ 63 w 67"/>
                  <a:gd name="T21" fmla="*/ 2 h 13"/>
                  <a:gd name="T22" fmla="*/ 62 w 67"/>
                  <a:gd name="T23" fmla="*/ 0 h 13"/>
                  <a:gd name="T24" fmla="*/ 5 w 67"/>
                  <a:gd name="T25" fmla="*/ 0 h 13"/>
                  <a:gd name="T26" fmla="*/ 5 w 67"/>
                  <a:gd name="T27" fmla="*/ 0 h 13"/>
                  <a:gd name="T28" fmla="*/ 2 w 67"/>
                  <a:gd name="T29" fmla="*/ 2 h 13"/>
                  <a:gd name="T30" fmla="*/ 1 w 67"/>
                  <a:gd name="T31" fmla="*/ 2 h 13"/>
                  <a:gd name="T32" fmla="*/ 0 w 67"/>
                  <a:gd name="T33" fmla="*/ 4 h 13"/>
                  <a:gd name="T34" fmla="*/ 0 w 67"/>
                  <a:gd name="T35" fmla="*/ 6 h 13"/>
                  <a:gd name="T36" fmla="*/ 0 w 67"/>
                  <a:gd name="T37" fmla="*/ 6 h 13"/>
                  <a:gd name="T38" fmla="*/ 0 w 67"/>
                  <a:gd name="T39" fmla="*/ 9 h 13"/>
                  <a:gd name="T40" fmla="*/ 1 w 67"/>
                  <a:gd name="T41" fmla="*/ 10 h 13"/>
                  <a:gd name="T42" fmla="*/ 2 w 67"/>
                  <a:gd name="T43" fmla="*/ 11 h 13"/>
                  <a:gd name="T44" fmla="*/ 5 w 67"/>
                  <a:gd name="T45" fmla="*/ 13 h 13"/>
                  <a:gd name="T46" fmla="*/ 5 w 67"/>
                  <a:gd name="T4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7" h="13">
                    <a:moveTo>
                      <a:pt x="5" y="13"/>
                    </a:moveTo>
                    <a:lnTo>
                      <a:pt x="62" y="13"/>
                    </a:lnTo>
                    <a:lnTo>
                      <a:pt x="62" y="13"/>
                    </a:lnTo>
                    <a:lnTo>
                      <a:pt x="63" y="11"/>
                    </a:lnTo>
                    <a:lnTo>
                      <a:pt x="66" y="10"/>
                    </a:lnTo>
                    <a:lnTo>
                      <a:pt x="66" y="9"/>
                    </a:lnTo>
                    <a:lnTo>
                      <a:pt x="67" y="6"/>
                    </a:lnTo>
                    <a:lnTo>
                      <a:pt x="67" y="6"/>
                    </a:lnTo>
                    <a:lnTo>
                      <a:pt x="66" y="4"/>
                    </a:lnTo>
                    <a:lnTo>
                      <a:pt x="66" y="2"/>
                    </a:lnTo>
                    <a:lnTo>
                      <a:pt x="63" y="2"/>
                    </a:lnTo>
                    <a:lnTo>
                      <a:pt x="6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5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3" name="Freeform 205">
                <a:extLst>
                  <a:ext uri="{FF2B5EF4-FFF2-40B4-BE49-F238E27FC236}">
                    <a16:creationId xmlns:a16="http://schemas.microsoft.com/office/drawing/2014/main" id="{CF4B3F40-EA4F-2CA7-73C5-F45E66282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9140" y="6125666"/>
                <a:ext cx="70904" cy="68775"/>
              </a:xfrm>
              <a:custGeom>
                <a:avLst/>
                <a:gdLst>
                  <a:gd name="T0" fmla="*/ 39 w 78"/>
                  <a:gd name="T1" fmla="*/ 77 h 77"/>
                  <a:gd name="T2" fmla="*/ 39 w 78"/>
                  <a:gd name="T3" fmla="*/ 77 h 77"/>
                  <a:gd name="T4" fmla="*/ 47 w 78"/>
                  <a:gd name="T5" fmla="*/ 77 h 77"/>
                  <a:gd name="T6" fmla="*/ 54 w 78"/>
                  <a:gd name="T7" fmla="*/ 75 h 77"/>
                  <a:gd name="T8" fmla="*/ 60 w 78"/>
                  <a:gd name="T9" fmla="*/ 71 h 77"/>
                  <a:gd name="T10" fmla="*/ 66 w 78"/>
                  <a:gd name="T11" fmla="*/ 67 h 77"/>
                  <a:gd name="T12" fmla="*/ 71 w 78"/>
                  <a:gd name="T13" fmla="*/ 60 h 77"/>
                  <a:gd name="T14" fmla="*/ 75 w 78"/>
                  <a:gd name="T15" fmla="*/ 53 h 77"/>
                  <a:gd name="T16" fmla="*/ 76 w 78"/>
                  <a:gd name="T17" fmla="*/ 47 h 77"/>
                  <a:gd name="T18" fmla="*/ 78 w 78"/>
                  <a:gd name="T19" fmla="*/ 39 h 77"/>
                  <a:gd name="T20" fmla="*/ 78 w 78"/>
                  <a:gd name="T21" fmla="*/ 39 h 77"/>
                  <a:gd name="T22" fmla="*/ 76 w 78"/>
                  <a:gd name="T23" fmla="*/ 30 h 77"/>
                  <a:gd name="T24" fmla="*/ 75 w 78"/>
                  <a:gd name="T25" fmla="*/ 24 h 77"/>
                  <a:gd name="T26" fmla="*/ 71 w 78"/>
                  <a:gd name="T27" fmla="*/ 17 h 77"/>
                  <a:gd name="T28" fmla="*/ 66 w 78"/>
                  <a:gd name="T29" fmla="*/ 10 h 77"/>
                  <a:gd name="T30" fmla="*/ 60 w 78"/>
                  <a:gd name="T31" fmla="*/ 6 h 77"/>
                  <a:gd name="T32" fmla="*/ 54 w 78"/>
                  <a:gd name="T33" fmla="*/ 2 h 77"/>
                  <a:gd name="T34" fmla="*/ 47 w 78"/>
                  <a:gd name="T35" fmla="*/ 0 h 77"/>
                  <a:gd name="T36" fmla="*/ 39 w 78"/>
                  <a:gd name="T37" fmla="*/ 0 h 77"/>
                  <a:gd name="T38" fmla="*/ 39 w 78"/>
                  <a:gd name="T39" fmla="*/ 0 h 77"/>
                  <a:gd name="T40" fmla="*/ 31 w 78"/>
                  <a:gd name="T41" fmla="*/ 0 h 77"/>
                  <a:gd name="T42" fmla="*/ 23 w 78"/>
                  <a:gd name="T43" fmla="*/ 2 h 77"/>
                  <a:gd name="T44" fmla="*/ 16 w 78"/>
                  <a:gd name="T45" fmla="*/ 6 h 77"/>
                  <a:gd name="T46" fmla="*/ 11 w 78"/>
                  <a:gd name="T47" fmla="*/ 10 h 77"/>
                  <a:gd name="T48" fmla="*/ 7 w 78"/>
                  <a:gd name="T49" fmla="*/ 17 h 77"/>
                  <a:gd name="T50" fmla="*/ 3 w 78"/>
                  <a:gd name="T51" fmla="*/ 24 h 77"/>
                  <a:gd name="T52" fmla="*/ 0 w 78"/>
                  <a:gd name="T53" fmla="*/ 30 h 77"/>
                  <a:gd name="T54" fmla="*/ 0 w 78"/>
                  <a:gd name="T55" fmla="*/ 39 h 77"/>
                  <a:gd name="T56" fmla="*/ 0 w 78"/>
                  <a:gd name="T57" fmla="*/ 39 h 77"/>
                  <a:gd name="T58" fmla="*/ 0 w 78"/>
                  <a:gd name="T59" fmla="*/ 47 h 77"/>
                  <a:gd name="T60" fmla="*/ 3 w 78"/>
                  <a:gd name="T61" fmla="*/ 53 h 77"/>
                  <a:gd name="T62" fmla="*/ 7 w 78"/>
                  <a:gd name="T63" fmla="*/ 60 h 77"/>
                  <a:gd name="T64" fmla="*/ 11 w 78"/>
                  <a:gd name="T65" fmla="*/ 67 h 77"/>
                  <a:gd name="T66" fmla="*/ 16 w 78"/>
                  <a:gd name="T67" fmla="*/ 71 h 77"/>
                  <a:gd name="T68" fmla="*/ 23 w 78"/>
                  <a:gd name="T69" fmla="*/ 75 h 77"/>
                  <a:gd name="T70" fmla="*/ 31 w 78"/>
                  <a:gd name="T71" fmla="*/ 77 h 77"/>
                  <a:gd name="T72" fmla="*/ 39 w 78"/>
                  <a:gd name="T73" fmla="*/ 77 h 77"/>
                  <a:gd name="T74" fmla="*/ 39 w 78"/>
                  <a:gd name="T7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8" h="77">
                    <a:moveTo>
                      <a:pt x="39" y="77"/>
                    </a:moveTo>
                    <a:lnTo>
                      <a:pt x="39" y="77"/>
                    </a:lnTo>
                    <a:lnTo>
                      <a:pt x="47" y="77"/>
                    </a:lnTo>
                    <a:lnTo>
                      <a:pt x="54" y="75"/>
                    </a:lnTo>
                    <a:lnTo>
                      <a:pt x="60" y="71"/>
                    </a:lnTo>
                    <a:lnTo>
                      <a:pt x="66" y="67"/>
                    </a:lnTo>
                    <a:lnTo>
                      <a:pt x="71" y="60"/>
                    </a:lnTo>
                    <a:lnTo>
                      <a:pt x="75" y="53"/>
                    </a:lnTo>
                    <a:lnTo>
                      <a:pt x="76" y="47"/>
                    </a:lnTo>
                    <a:lnTo>
                      <a:pt x="78" y="39"/>
                    </a:lnTo>
                    <a:lnTo>
                      <a:pt x="78" y="39"/>
                    </a:lnTo>
                    <a:lnTo>
                      <a:pt x="76" y="30"/>
                    </a:lnTo>
                    <a:lnTo>
                      <a:pt x="75" y="24"/>
                    </a:lnTo>
                    <a:lnTo>
                      <a:pt x="71" y="17"/>
                    </a:lnTo>
                    <a:lnTo>
                      <a:pt x="66" y="10"/>
                    </a:lnTo>
                    <a:lnTo>
                      <a:pt x="60" y="6"/>
                    </a:lnTo>
                    <a:lnTo>
                      <a:pt x="54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1" y="0"/>
                    </a:lnTo>
                    <a:lnTo>
                      <a:pt x="23" y="2"/>
                    </a:lnTo>
                    <a:lnTo>
                      <a:pt x="16" y="6"/>
                    </a:lnTo>
                    <a:lnTo>
                      <a:pt x="11" y="10"/>
                    </a:lnTo>
                    <a:lnTo>
                      <a:pt x="7" y="17"/>
                    </a:lnTo>
                    <a:lnTo>
                      <a:pt x="3" y="24"/>
                    </a:lnTo>
                    <a:lnTo>
                      <a:pt x="0" y="30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0" y="47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7"/>
                    </a:lnTo>
                    <a:lnTo>
                      <a:pt x="16" y="71"/>
                    </a:lnTo>
                    <a:lnTo>
                      <a:pt x="23" y="75"/>
                    </a:lnTo>
                    <a:lnTo>
                      <a:pt x="31" y="77"/>
                    </a:lnTo>
                    <a:lnTo>
                      <a:pt x="39" y="77"/>
                    </a:lnTo>
                    <a:lnTo>
                      <a:pt x="39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4" name="Freeform 206">
                <a:extLst>
                  <a:ext uri="{FF2B5EF4-FFF2-40B4-BE49-F238E27FC236}">
                    <a16:creationId xmlns:a16="http://schemas.microsoft.com/office/drawing/2014/main" id="{386C188C-FBDC-9E90-4F7E-CF187461F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63693" y="6139772"/>
                <a:ext cx="216349" cy="257457"/>
              </a:xfrm>
              <a:custGeom>
                <a:avLst/>
                <a:gdLst>
                  <a:gd name="T0" fmla="*/ 237 w 239"/>
                  <a:gd name="T1" fmla="*/ 96 h 291"/>
                  <a:gd name="T2" fmla="*/ 226 w 239"/>
                  <a:gd name="T3" fmla="*/ 90 h 291"/>
                  <a:gd name="T4" fmla="*/ 214 w 239"/>
                  <a:gd name="T5" fmla="*/ 92 h 291"/>
                  <a:gd name="T6" fmla="*/ 135 w 239"/>
                  <a:gd name="T7" fmla="*/ 67 h 291"/>
                  <a:gd name="T8" fmla="*/ 135 w 239"/>
                  <a:gd name="T9" fmla="*/ 67 h 291"/>
                  <a:gd name="T10" fmla="*/ 135 w 239"/>
                  <a:gd name="T11" fmla="*/ 67 h 291"/>
                  <a:gd name="T12" fmla="*/ 73 w 239"/>
                  <a:gd name="T13" fmla="*/ 5 h 291"/>
                  <a:gd name="T14" fmla="*/ 62 w 239"/>
                  <a:gd name="T15" fmla="*/ 0 h 291"/>
                  <a:gd name="T16" fmla="*/ 51 w 239"/>
                  <a:gd name="T17" fmla="*/ 4 h 291"/>
                  <a:gd name="T18" fmla="*/ 7 w 239"/>
                  <a:gd name="T19" fmla="*/ 37 h 291"/>
                  <a:gd name="T20" fmla="*/ 0 w 239"/>
                  <a:gd name="T21" fmla="*/ 47 h 291"/>
                  <a:gd name="T22" fmla="*/ 2 w 239"/>
                  <a:gd name="T23" fmla="*/ 57 h 291"/>
                  <a:gd name="T24" fmla="*/ 3 w 239"/>
                  <a:gd name="T25" fmla="*/ 61 h 291"/>
                  <a:gd name="T26" fmla="*/ 12 w 239"/>
                  <a:gd name="T27" fmla="*/ 67 h 291"/>
                  <a:gd name="T28" fmla="*/ 23 w 239"/>
                  <a:gd name="T29" fmla="*/ 66 h 291"/>
                  <a:gd name="T30" fmla="*/ 59 w 239"/>
                  <a:gd name="T31" fmla="*/ 39 h 291"/>
                  <a:gd name="T32" fmla="*/ 54 w 239"/>
                  <a:gd name="T33" fmla="*/ 123 h 291"/>
                  <a:gd name="T34" fmla="*/ 50 w 239"/>
                  <a:gd name="T35" fmla="*/ 129 h 291"/>
                  <a:gd name="T36" fmla="*/ 45 w 239"/>
                  <a:gd name="T37" fmla="*/ 139 h 291"/>
                  <a:gd name="T38" fmla="*/ 43 w 239"/>
                  <a:gd name="T39" fmla="*/ 146 h 291"/>
                  <a:gd name="T40" fmla="*/ 47 w 239"/>
                  <a:gd name="T41" fmla="*/ 164 h 291"/>
                  <a:gd name="T42" fmla="*/ 59 w 239"/>
                  <a:gd name="T43" fmla="*/ 177 h 291"/>
                  <a:gd name="T44" fmla="*/ 81 w 239"/>
                  <a:gd name="T45" fmla="*/ 264 h 291"/>
                  <a:gd name="T46" fmla="*/ 78 w 239"/>
                  <a:gd name="T47" fmla="*/ 270 h 291"/>
                  <a:gd name="T48" fmla="*/ 81 w 239"/>
                  <a:gd name="T49" fmla="*/ 283 h 291"/>
                  <a:gd name="T50" fmla="*/ 85 w 239"/>
                  <a:gd name="T51" fmla="*/ 287 h 291"/>
                  <a:gd name="T52" fmla="*/ 94 w 239"/>
                  <a:gd name="T53" fmla="*/ 291 h 291"/>
                  <a:gd name="T54" fmla="*/ 98 w 239"/>
                  <a:gd name="T55" fmla="*/ 290 h 291"/>
                  <a:gd name="T56" fmla="*/ 106 w 239"/>
                  <a:gd name="T57" fmla="*/ 287 h 291"/>
                  <a:gd name="T58" fmla="*/ 153 w 239"/>
                  <a:gd name="T59" fmla="*/ 216 h 291"/>
                  <a:gd name="T60" fmla="*/ 156 w 239"/>
                  <a:gd name="T61" fmla="*/ 211 h 291"/>
                  <a:gd name="T62" fmla="*/ 156 w 239"/>
                  <a:gd name="T63" fmla="*/ 204 h 291"/>
                  <a:gd name="T64" fmla="*/ 148 w 239"/>
                  <a:gd name="T65" fmla="*/ 193 h 291"/>
                  <a:gd name="T66" fmla="*/ 82 w 239"/>
                  <a:gd name="T67" fmla="*/ 152 h 291"/>
                  <a:gd name="T68" fmla="*/ 79 w 239"/>
                  <a:gd name="T69" fmla="*/ 147 h 291"/>
                  <a:gd name="T70" fmla="*/ 82 w 239"/>
                  <a:gd name="T71" fmla="*/ 143 h 291"/>
                  <a:gd name="T72" fmla="*/ 167 w 239"/>
                  <a:gd name="T73" fmla="*/ 146 h 291"/>
                  <a:gd name="T74" fmla="*/ 172 w 239"/>
                  <a:gd name="T75" fmla="*/ 150 h 291"/>
                  <a:gd name="T76" fmla="*/ 179 w 239"/>
                  <a:gd name="T77" fmla="*/ 152 h 291"/>
                  <a:gd name="T78" fmla="*/ 187 w 239"/>
                  <a:gd name="T79" fmla="*/ 149 h 291"/>
                  <a:gd name="T80" fmla="*/ 233 w 239"/>
                  <a:gd name="T81" fmla="*/ 121 h 291"/>
                  <a:gd name="T82" fmla="*/ 239 w 239"/>
                  <a:gd name="T83" fmla="*/ 110 h 291"/>
                  <a:gd name="T84" fmla="*/ 237 w 239"/>
                  <a:gd name="T85" fmla="*/ 96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39" h="291">
                    <a:moveTo>
                      <a:pt x="237" y="96"/>
                    </a:moveTo>
                    <a:lnTo>
                      <a:pt x="237" y="96"/>
                    </a:lnTo>
                    <a:lnTo>
                      <a:pt x="233" y="92"/>
                    </a:lnTo>
                    <a:lnTo>
                      <a:pt x="226" y="90"/>
                    </a:lnTo>
                    <a:lnTo>
                      <a:pt x="219" y="90"/>
                    </a:lnTo>
                    <a:lnTo>
                      <a:pt x="214" y="92"/>
                    </a:lnTo>
                    <a:lnTo>
                      <a:pt x="180" y="113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67" y="1"/>
                    </a:lnTo>
                    <a:lnTo>
                      <a:pt x="62" y="0"/>
                    </a:lnTo>
                    <a:lnTo>
                      <a:pt x="57" y="1"/>
                    </a:lnTo>
                    <a:lnTo>
                      <a:pt x="51" y="4"/>
                    </a:lnTo>
                    <a:lnTo>
                      <a:pt x="7" y="37"/>
                    </a:lnTo>
                    <a:lnTo>
                      <a:pt x="7" y="37"/>
                    </a:lnTo>
                    <a:lnTo>
                      <a:pt x="3" y="41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2" y="57"/>
                    </a:lnTo>
                    <a:lnTo>
                      <a:pt x="2" y="57"/>
                    </a:lnTo>
                    <a:lnTo>
                      <a:pt x="3" y="61"/>
                    </a:lnTo>
                    <a:lnTo>
                      <a:pt x="6" y="64"/>
                    </a:lnTo>
                    <a:lnTo>
                      <a:pt x="12" y="67"/>
                    </a:lnTo>
                    <a:lnTo>
                      <a:pt x="19" y="67"/>
                    </a:lnTo>
                    <a:lnTo>
                      <a:pt x="23" y="66"/>
                    </a:lnTo>
                    <a:lnTo>
                      <a:pt x="26" y="64"/>
                    </a:lnTo>
                    <a:lnTo>
                      <a:pt x="59" y="39"/>
                    </a:lnTo>
                    <a:lnTo>
                      <a:pt x="98" y="79"/>
                    </a:lnTo>
                    <a:lnTo>
                      <a:pt x="54" y="123"/>
                    </a:lnTo>
                    <a:lnTo>
                      <a:pt x="54" y="123"/>
                    </a:lnTo>
                    <a:lnTo>
                      <a:pt x="50" y="129"/>
                    </a:lnTo>
                    <a:lnTo>
                      <a:pt x="46" y="134"/>
                    </a:lnTo>
                    <a:lnTo>
                      <a:pt x="45" y="139"/>
                    </a:lnTo>
                    <a:lnTo>
                      <a:pt x="43" y="146"/>
                    </a:lnTo>
                    <a:lnTo>
                      <a:pt x="43" y="146"/>
                    </a:lnTo>
                    <a:lnTo>
                      <a:pt x="43" y="156"/>
                    </a:lnTo>
                    <a:lnTo>
                      <a:pt x="47" y="164"/>
                    </a:lnTo>
                    <a:lnTo>
                      <a:pt x="51" y="170"/>
                    </a:lnTo>
                    <a:lnTo>
                      <a:pt x="59" y="177"/>
                    </a:lnTo>
                    <a:lnTo>
                      <a:pt x="116" y="212"/>
                    </a:lnTo>
                    <a:lnTo>
                      <a:pt x="81" y="264"/>
                    </a:lnTo>
                    <a:lnTo>
                      <a:pt x="81" y="264"/>
                    </a:lnTo>
                    <a:lnTo>
                      <a:pt x="78" y="270"/>
                    </a:lnTo>
                    <a:lnTo>
                      <a:pt x="78" y="276"/>
                    </a:lnTo>
                    <a:lnTo>
                      <a:pt x="81" y="283"/>
                    </a:lnTo>
                    <a:lnTo>
                      <a:pt x="85" y="287"/>
                    </a:lnTo>
                    <a:lnTo>
                      <a:pt x="85" y="287"/>
                    </a:lnTo>
                    <a:lnTo>
                      <a:pt x="89" y="290"/>
                    </a:lnTo>
                    <a:lnTo>
                      <a:pt x="94" y="291"/>
                    </a:lnTo>
                    <a:lnTo>
                      <a:pt x="94" y="291"/>
                    </a:lnTo>
                    <a:lnTo>
                      <a:pt x="98" y="290"/>
                    </a:lnTo>
                    <a:lnTo>
                      <a:pt x="102" y="289"/>
                    </a:lnTo>
                    <a:lnTo>
                      <a:pt x="106" y="287"/>
                    </a:lnTo>
                    <a:lnTo>
                      <a:pt x="109" y="283"/>
                    </a:lnTo>
                    <a:lnTo>
                      <a:pt x="153" y="216"/>
                    </a:lnTo>
                    <a:lnTo>
                      <a:pt x="153" y="216"/>
                    </a:lnTo>
                    <a:lnTo>
                      <a:pt x="156" y="211"/>
                    </a:lnTo>
                    <a:lnTo>
                      <a:pt x="156" y="204"/>
                    </a:lnTo>
                    <a:lnTo>
                      <a:pt x="156" y="204"/>
                    </a:lnTo>
                    <a:lnTo>
                      <a:pt x="153" y="197"/>
                    </a:lnTo>
                    <a:lnTo>
                      <a:pt x="148" y="193"/>
                    </a:lnTo>
                    <a:lnTo>
                      <a:pt x="82" y="152"/>
                    </a:lnTo>
                    <a:lnTo>
                      <a:pt x="82" y="152"/>
                    </a:lnTo>
                    <a:lnTo>
                      <a:pt x="81" y="150"/>
                    </a:lnTo>
                    <a:lnTo>
                      <a:pt x="79" y="147"/>
                    </a:lnTo>
                    <a:lnTo>
                      <a:pt x="81" y="145"/>
                    </a:lnTo>
                    <a:lnTo>
                      <a:pt x="82" y="143"/>
                    </a:lnTo>
                    <a:lnTo>
                      <a:pt x="122" y="102"/>
                    </a:lnTo>
                    <a:lnTo>
                      <a:pt x="167" y="146"/>
                    </a:lnTo>
                    <a:lnTo>
                      <a:pt x="167" y="146"/>
                    </a:lnTo>
                    <a:lnTo>
                      <a:pt x="172" y="150"/>
                    </a:lnTo>
                    <a:lnTo>
                      <a:pt x="179" y="152"/>
                    </a:lnTo>
                    <a:lnTo>
                      <a:pt x="179" y="152"/>
                    </a:lnTo>
                    <a:lnTo>
                      <a:pt x="183" y="150"/>
                    </a:lnTo>
                    <a:lnTo>
                      <a:pt x="187" y="149"/>
                    </a:lnTo>
                    <a:lnTo>
                      <a:pt x="233" y="121"/>
                    </a:lnTo>
                    <a:lnTo>
                      <a:pt x="233" y="121"/>
                    </a:lnTo>
                    <a:lnTo>
                      <a:pt x="237" y="115"/>
                    </a:lnTo>
                    <a:lnTo>
                      <a:pt x="239" y="110"/>
                    </a:lnTo>
                    <a:lnTo>
                      <a:pt x="239" y="103"/>
                    </a:lnTo>
                    <a:lnTo>
                      <a:pt x="237" y="96"/>
                    </a:lnTo>
                    <a:lnTo>
                      <a:pt x="237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5" name="Freeform 207">
                <a:extLst>
                  <a:ext uri="{FF2B5EF4-FFF2-40B4-BE49-F238E27FC236}">
                    <a16:creationId xmlns:a16="http://schemas.microsoft.com/office/drawing/2014/main" id="{04ACDAA1-7434-C12F-1DF5-918908A5E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2148" y="6287466"/>
                <a:ext cx="110900" cy="52903"/>
              </a:xfrm>
              <a:custGeom>
                <a:avLst/>
                <a:gdLst>
                  <a:gd name="T0" fmla="*/ 93 w 122"/>
                  <a:gd name="T1" fmla="*/ 6 h 61"/>
                  <a:gd name="T2" fmla="*/ 71 w 122"/>
                  <a:gd name="T3" fmla="*/ 27 h 61"/>
                  <a:gd name="T4" fmla="*/ 16 w 122"/>
                  <a:gd name="T5" fmla="*/ 27 h 61"/>
                  <a:gd name="T6" fmla="*/ 16 w 122"/>
                  <a:gd name="T7" fmla="*/ 27 h 61"/>
                  <a:gd name="T8" fmla="*/ 9 w 122"/>
                  <a:gd name="T9" fmla="*/ 29 h 61"/>
                  <a:gd name="T10" fmla="*/ 4 w 122"/>
                  <a:gd name="T11" fmla="*/ 33 h 61"/>
                  <a:gd name="T12" fmla="*/ 1 w 122"/>
                  <a:gd name="T13" fmla="*/ 38 h 61"/>
                  <a:gd name="T14" fmla="*/ 0 w 122"/>
                  <a:gd name="T15" fmla="*/ 45 h 61"/>
                  <a:gd name="T16" fmla="*/ 0 w 122"/>
                  <a:gd name="T17" fmla="*/ 45 h 61"/>
                  <a:gd name="T18" fmla="*/ 1 w 122"/>
                  <a:gd name="T19" fmla="*/ 51 h 61"/>
                  <a:gd name="T20" fmla="*/ 4 w 122"/>
                  <a:gd name="T21" fmla="*/ 57 h 61"/>
                  <a:gd name="T22" fmla="*/ 9 w 122"/>
                  <a:gd name="T23" fmla="*/ 59 h 61"/>
                  <a:gd name="T24" fmla="*/ 16 w 122"/>
                  <a:gd name="T25" fmla="*/ 61 h 61"/>
                  <a:gd name="T26" fmla="*/ 78 w 122"/>
                  <a:gd name="T27" fmla="*/ 61 h 61"/>
                  <a:gd name="T28" fmla="*/ 78 w 122"/>
                  <a:gd name="T29" fmla="*/ 61 h 61"/>
                  <a:gd name="T30" fmla="*/ 84 w 122"/>
                  <a:gd name="T31" fmla="*/ 59 h 61"/>
                  <a:gd name="T32" fmla="*/ 90 w 122"/>
                  <a:gd name="T33" fmla="*/ 57 h 61"/>
                  <a:gd name="T34" fmla="*/ 117 w 122"/>
                  <a:gd name="T35" fmla="*/ 29 h 61"/>
                  <a:gd name="T36" fmla="*/ 117 w 122"/>
                  <a:gd name="T37" fmla="*/ 29 h 61"/>
                  <a:gd name="T38" fmla="*/ 121 w 122"/>
                  <a:gd name="T39" fmla="*/ 23 h 61"/>
                  <a:gd name="T40" fmla="*/ 122 w 122"/>
                  <a:gd name="T41" fmla="*/ 16 h 61"/>
                  <a:gd name="T42" fmla="*/ 121 w 122"/>
                  <a:gd name="T43" fmla="*/ 11 h 61"/>
                  <a:gd name="T44" fmla="*/ 117 w 122"/>
                  <a:gd name="T45" fmla="*/ 6 h 61"/>
                  <a:gd name="T46" fmla="*/ 117 w 122"/>
                  <a:gd name="T47" fmla="*/ 6 h 61"/>
                  <a:gd name="T48" fmla="*/ 111 w 122"/>
                  <a:gd name="T49" fmla="*/ 2 h 61"/>
                  <a:gd name="T50" fmla="*/ 105 w 122"/>
                  <a:gd name="T51" fmla="*/ 0 h 61"/>
                  <a:gd name="T52" fmla="*/ 99 w 122"/>
                  <a:gd name="T53" fmla="*/ 2 h 61"/>
                  <a:gd name="T54" fmla="*/ 93 w 122"/>
                  <a:gd name="T55" fmla="*/ 6 h 61"/>
                  <a:gd name="T56" fmla="*/ 93 w 122"/>
                  <a:gd name="T5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2" h="61">
                    <a:moveTo>
                      <a:pt x="93" y="6"/>
                    </a:moveTo>
                    <a:lnTo>
                      <a:pt x="71" y="27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9" y="29"/>
                    </a:lnTo>
                    <a:lnTo>
                      <a:pt x="4" y="33"/>
                    </a:lnTo>
                    <a:lnTo>
                      <a:pt x="1" y="38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1" y="51"/>
                    </a:lnTo>
                    <a:lnTo>
                      <a:pt x="4" y="57"/>
                    </a:lnTo>
                    <a:lnTo>
                      <a:pt x="9" y="59"/>
                    </a:lnTo>
                    <a:lnTo>
                      <a:pt x="16" y="61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84" y="59"/>
                    </a:lnTo>
                    <a:lnTo>
                      <a:pt x="90" y="57"/>
                    </a:lnTo>
                    <a:lnTo>
                      <a:pt x="117" y="29"/>
                    </a:lnTo>
                    <a:lnTo>
                      <a:pt x="117" y="29"/>
                    </a:lnTo>
                    <a:lnTo>
                      <a:pt x="121" y="23"/>
                    </a:lnTo>
                    <a:lnTo>
                      <a:pt x="122" y="16"/>
                    </a:lnTo>
                    <a:lnTo>
                      <a:pt x="121" y="11"/>
                    </a:lnTo>
                    <a:lnTo>
                      <a:pt x="117" y="6"/>
                    </a:lnTo>
                    <a:lnTo>
                      <a:pt x="117" y="6"/>
                    </a:lnTo>
                    <a:lnTo>
                      <a:pt x="111" y="2"/>
                    </a:lnTo>
                    <a:lnTo>
                      <a:pt x="105" y="0"/>
                    </a:lnTo>
                    <a:lnTo>
                      <a:pt x="99" y="2"/>
                    </a:lnTo>
                    <a:lnTo>
                      <a:pt x="93" y="6"/>
                    </a:lnTo>
                    <a:lnTo>
                      <a:pt x="9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37" name="Freeform: Shape 234">
              <a:extLst>
                <a:ext uri="{FF2B5EF4-FFF2-40B4-BE49-F238E27FC236}">
                  <a16:creationId xmlns:a16="http://schemas.microsoft.com/office/drawing/2014/main" id="{0926C2FD-D283-8EE8-52E2-A4180D9DE909}"/>
                </a:ext>
              </a:extLst>
            </p:cNvPr>
            <p:cNvSpPr/>
            <p:nvPr/>
          </p:nvSpPr>
          <p:spPr>
            <a:xfrm rot="10800000">
              <a:off x="7252701" y="5921919"/>
              <a:ext cx="99520" cy="96527"/>
            </a:xfrm>
            <a:custGeom>
              <a:avLst/>
              <a:gdLst>
                <a:gd name="connsiteX0" fmla="*/ 0 w 42079"/>
                <a:gd name="connsiteY0" fmla="*/ 0 h 42079"/>
                <a:gd name="connsiteX1" fmla="*/ 42079 w 42079"/>
                <a:gd name="connsiteY1" fmla="*/ 0 h 42079"/>
                <a:gd name="connsiteX2" fmla="*/ 42079 w 42079"/>
                <a:gd name="connsiteY2" fmla="*/ 42079 h 42079"/>
                <a:gd name="connsiteX3" fmla="*/ 0 w 42079"/>
                <a:gd name="connsiteY3" fmla="*/ 42079 h 42079"/>
                <a:gd name="connsiteX4" fmla="*/ 0 w 42079"/>
                <a:gd name="connsiteY4" fmla="*/ 0 h 4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9" h="42079">
                  <a:moveTo>
                    <a:pt x="42079" y="0"/>
                  </a:moveTo>
                  <a:lnTo>
                    <a:pt x="0" y="0"/>
                  </a:lnTo>
                  <a:lnTo>
                    <a:pt x="0" y="42079"/>
                  </a:lnTo>
                  <a:lnTo>
                    <a:pt x="42079" y="42079"/>
                  </a:lnTo>
                  <a:lnTo>
                    <a:pt x="42079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49" tIns="6351" rIns="6351" bIns="6349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38" name="Arrow: Circular 32">
              <a:extLst>
                <a:ext uri="{FF2B5EF4-FFF2-40B4-BE49-F238E27FC236}">
                  <a16:creationId xmlns:a16="http://schemas.microsoft.com/office/drawing/2014/main" id="{41DEF601-BBC0-1AF4-3BDC-D181997C9669}"/>
                </a:ext>
              </a:extLst>
            </p:cNvPr>
            <p:cNvSpPr/>
            <p:nvPr/>
          </p:nvSpPr>
          <p:spPr>
            <a:xfrm>
              <a:off x="6184260" y="5596614"/>
              <a:ext cx="1306927" cy="1267638"/>
            </a:xfrm>
            <a:prstGeom prst="circularArrow">
              <a:avLst>
                <a:gd name="adj1" fmla="val 8252"/>
                <a:gd name="adj2" fmla="val 576425"/>
                <a:gd name="adj3" fmla="val 4498028"/>
                <a:gd name="adj4" fmla="val 20157980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: Shape 33">
              <a:extLst>
                <a:ext uri="{FF2B5EF4-FFF2-40B4-BE49-F238E27FC236}">
                  <a16:creationId xmlns:a16="http://schemas.microsoft.com/office/drawing/2014/main" id="{86418EF3-8AD6-1DBC-DBB4-56709928EBEC}"/>
                </a:ext>
              </a:extLst>
            </p:cNvPr>
            <p:cNvSpPr/>
            <p:nvPr/>
          </p:nvSpPr>
          <p:spPr>
            <a:xfrm rot="10800000">
              <a:off x="6786983" y="6701707"/>
              <a:ext cx="101486" cy="98435"/>
            </a:xfrm>
            <a:custGeom>
              <a:avLst/>
              <a:gdLst>
                <a:gd name="connsiteX0" fmla="*/ 0 w 42910"/>
                <a:gd name="connsiteY0" fmla="*/ 0 h 42910"/>
                <a:gd name="connsiteX1" fmla="*/ 42910 w 42910"/>
                <a:gd name="connsiteY1" fmla="*/ 0 h 42910"/>
                <a:gd name="connsiteX2" fmla="*/ 42910 w 42910"/>
                <a:gd name="connsiteY2" fmla="*/ 42910 h 42910"/>
                <a:gd name="connsiteX3" fmla="*/ 0 w 42910"/>
                <a:gd name="connsiteY3" fmla="*/ 42910 h 42910"/>
                <a:gd name="connsiteX4" fmla="*/ 0 w 42910"/>
                <a:gd name="connsiteY4" fmla="*/ 0 h 4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10" h="42910">
                  <a:moveTo>
                    <a:pt x="42910" y="0"/>
                  </a:moveTo>
                  <a:lnTo>
                    <a:pt x="0" y="0"/>
                  </a:lnTo>
                  <a:lnTo>
                    <a:pt x="0" y="42910"/>
                  </a:lnTo>
                  <a:lnTo>
                    <a:pt x="42910" y="42910"/>
                  </a:lnTo>
                  <a:lnTo>
                    <a:pt x="4291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48" rIns="6350" bIns="6352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40" name="Arrow: Circular 34">
              <a:extLst>
                <a:ext uri="{FF2B5EF4-FFF2-40B4-BE49-F238E27FC236}">
                  <a16:creationId xmlns:a16="http://schemas.microsoft.com/office/drawing/2014/main" id="{59DD76C4-8D2F-ACA6-5D5D-1269E18050BA}"/>
                </a:ext>
              </a:extLst>
            </p:cNvPr>
            <p:cNvSpPr/>
            <p:nvPr/>
          </p:nvSpPr>
          <p:spPr>
            <a:xfrm>
              <a:off x="6184260" y="5596614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1618312"/>
                <a:gd name="adj4" fmla="val 5725546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: Shape 35">
              <a:extLst>
                <a:ext uri="{FF2B5EF4-FFF2-40B4-BE49-F238E27FC236}">
                  <a16:creationId xmlns:a16="http://schemas.microsoft.com/office/drawing/2014/main" id="{B6B58E87-A16F-70E5-74F1-BF7A1EEDB420}"/>
                </a:ext>
              </a:extLst>
            </p:cNvPr>
            <p:cNvSpPr/>
            <p:nvPr/>
          </p:nvSpPr>
          <p:spPr>
            <a:xfrm rot="10800000">
              <a:off x="6316469" y="5915361"/>
              <a:ext cx="113039" cy="109642"/>
            </a:xfrm>
            <a:custGeom>
              <a:avLst/>
              <a:gdLst>
                <a:gd name="connsiteX0" fmla="*/ 0 w 47797"/>
                <a:gd name="connsiteY0" fmla="*/ 0 h 47797"/>
                <a:gd name="connsiteX1" fmla="*/ 47797 w 47797"/>
                <a:gd name="connsiteY1" fmla="*/ 0 h 47797"/>
                <a:gd name="connsiteX2" fmla="*/ 47797 w 47797"/>
                <a:gd name="connsiteY2" fmla="*/ 47797 h 47797"/>
                <a:gd name="connsiteX3" fmla="*/ 0 w 47797"/>
                <a:gd name="connsiteY3" fmla="*/ 47797 h 47797"/>
                <a:gd name="connsiteX4" fmla="*/ 0 w 47797"/>
                <a:gd name="connsiteY4" fmla="*/ 0 h 4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97" h="47797">
                  <a:moveTo>
                    <a:pt x="47797" y="0"/>
                  </a:moveTo>
                  <a:lnTo>
                    <a:pt x="0" y="0"/>
                  </a:lnTo>
                  <a:lnTo>
                    <a:pt x="0" y="47797"/>
                  </a:lnTo>
                  <a:lnTo>
                    <a:pt x="47797" y="47797"/>
                  </a:lnTo>
                  <a:lnTo>
                    <a:pt x="47797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39" tIns="2539" rIns="2541" bIns="2541" numCol="1" spcCol="1270" anchor="ctr" anchorCtr="0">
              <a:noAutofit/>
            </a:bodyPr>
            <a:lstStyle/>
            <a:p>
              <a:pPr marL="0" marR="0" lvl="0" indent="0" algn="ctr" defTabSz="88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42" name="Arrow: Circular 36">
              <a:extLst>
                <a:ext uri="{FF2B5EF4-FFF2-40B4-BE49-F238E27FC236}">
                  <a16:creationId xmlns:a16="http://schemas.microsoft.com/office/drawing/2014/main" id="{1BCB805B-69B5-D05F-AF0F-0E2D0B92DE90}"/>
                </a:ext>
              </a:extLst>
            </p:cNvPr>
            <p:cNvSpPr/>
            <p:nvPr/>
          </p:nvSpPr>
          <p:spPr>
            <a:xfrm>
              <a:off x="6183149" y="5601342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8842530"/>
                <a:gd name="adj4" fmla="val 13035139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D5DA16-BC20-5B1F-D8D7-21D8287567A3}"/>
              </a:ext>
            </a:extLst>
          </p:cNvPr>
          <p:cNvGrpSpPr>
            <a:grpSpLocks noChangeAspect="1"/>
          </p:cNvGrpSpPr>
          <p:nvPr/>
        </p:nvGrpSpPr>
        <p:grpSpPr>
          <a:xfrm>
            <a:off x="5749691" y="2025890"/>
            <a:ext cx="201637" cy="201024"/>
            <a:chOff x="5834063" y="5856923"/>
            <a:chExt cx="522288" cy="520700"/>
          </a:xfrm>
          <a:solidFill>
            <a:srgbClr val="6D6E71"/>
          </a:solidFill>
        </p:grpSpPr>
        <p:sp>
          <p:nvSpPr>
            <p:cNvPr id="59" name="Freeform 44">
              <a:extLst>
                <a:ext uri="{FF2B5EF4-FFF2-40B4-BE49-F238E27FC236}">
                  <a16:creationId xmlns:a16="http://schemas.microsoft.com/office/drawing/2014/main" id="{E55A960B-5D05-99B8-7463-CAE2F07D70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4063" y="5856923"/>
              <a:ext cx="522288" cy="520700"/>
            </a:xfrm>
            <a:custGeom>
              <a:avLst/>
              <a:gdLst>
                <a:gd name="T0" fmla="*/ 312 w 657"/>
                <a:gd name="T1" fmla="*/ 658 h 658"/>
                <a:gd name="T2" fmla="*/ 262 w 657"/>
                <a:gd name="T3" fmla="*/ 651 h 658"/>
                <a:gd name="T4" fmla="*/ 201 w 657"/>
                <a:gd name="T5" fmla="*/ 632 h 658"/>
                <a:gd name="T6" fmla="*/ 119 w 657"/>
                <a:gd name="T7" fmla="*/ 582 h 658"/>
                <a:gd name="T8" fmla="*/ 56 w 657"/>
                <a:gd name="T9" fmla="*/ 512 h 658"/>
                <a:gd name="T10" fmla="*/ 15 w 657"/>
                <a:gd name="T11" fmla="*/ 426 h 658"/>
                <a:gd name="T12" fmla="*/ 4 w 657"/>
                <a:gd name="T13" fmla="*/ 379 h 658"/>
                <a:gd name="T14" fmla="*/ 0 w 657"/>
                <a:gd name="T15" fmla="*/ 330 h 658"/>
                <a:gd name="T16" fmla="*/ 1 w 657"/>
                <a:gd name="T17" fmla="*/ 296 h 658"/>
                <a:gd name="T18" fmla="*/ 10 w 657"/>
                <a:gd name="T19" fmla="*/ 248 h 658"/>
                <a:gd name="T20" fmla="*/ 40 w 657"/>
                <a:gd name="T21" fmla="*/ 172 h 658"/>
                <a:gd name="T22" fmla="*/ 96 w 657"/>
                <a:gd name="T23" fmla="*/ 97 h 658"/>
                <a:gd name="T24" fmla="*/ 172 w 657"/>
                <a:gd name="T25" fmla="*/ 39 h 658"/>
                <a:gd name="T26" fmla="*/ 247 w 657"/>
                <a:gd name="T27" fmla="*/ 11 h 658"/>
                <a:gd name="T28" fmla="*/ 295 w 657"/>
                <a:gd name="T29" fmla="*/ 2 h 658"/>
                <a:gd name="T30" fmla="*/ 329 w 657"/>
                <a:gd name="T31" fmla="*/ 0 h 658"/>
                <a:gd name="T32" fmla="*/ 379 w 657"/>
                <a:gd name="T33" fmla="*/ 4 h 658"/>
                <a:gd name="T34" fmla="*/ 426 w 657"/>
                <a:gd name="T35" fmla="*/ 15 h 658"/>
                <a:gd name="T36" fmla="*/ 512 w 657"/>
                <a:gd name="T37" fmla="*/ 57 h 658"/>
                <a:gd name="T38" fmla="*/ 582 w 657"/>
                <a:gd name="T39" fmla="*/ 120 h 658"/>
                <a:gd name="T40" fmla="*/ 631 w 657"/>
                <a:gd name="T41" fmla="*/ 201 h 658"/>
                <a:gd name="T42" fmla="*/ 650 w 657"/>
                <a:gd name="T43" fmla="*/ 262 h 658"/>
                <a:gd name="T44" fmla="*/ 657 w 657"/>
                <a:gd name="T45" fmla="*/ 312 h 658"/>
                <a:gd name="T46" fmla="*/ 657 w 657"/>
                <a:gd name="T47" fmla="*/ 346 h 658"/>
                <a:gd name="T48" fmla="*/ 650 w 657"/>
                <a:gd name="T49" fmla="*/ 396 h 658"/>
                <a:gd name="T50" fmla="*/ 631 w 657"/>
                <a:gd name="T51" fmla="*/ 457 h 658"/>
                <a:gd name="T52" fmla="*/ 582 w 657"/>
                <a:gd name="T53" fmla="*/ 538 h 658"/>
                <a:gd name="T54" fmla="*/ 512 w 657"/>
                <a:gd name="T55" fmla="*/ 603 h 658"/>
                <a:gd name="T56" fmla="*/ 426 w 657"/>
                <a:gd name="T57" fmla="*/ 643 h 658"/>
                <a:gd name="T58" fmla="*/ 379 w 657"/>
                <a:gd name="T59" fmla="*/ 655 h 658"/>
                <a:gd name="T60" fmla="*/ 329 w 657"/>
                <a:gd name="T61" fmla="*/ 658 h 658"/>
                <a:gd name="T62" fmla="*/ 329 w 657"/>
                <a:gd name="T63" fmla="*/ 38 h 658"/>
                <a:gd name="T64" fmla="*/ 242 w 657"/>
                <a:gd name="T65" fmla="*/ 51 h 658"/>
                <a:gd name="T66" fmla="*/ 166 w 657"/>
                <a:gd name="T67" fmla="*/ 88 h 658"/>
                <a:gd name="T68" fmla="*/ 103 w 657"/>
                <a:gd name="T69" fmla="*/ 144 h 658"/>
                <a:gd name="T70" fmla="*/ 60 w 657"/>
                <a:gd name="T71" fmla="*/ 215 h 658"/>
                <a:gd name="T72" fmla="*/ 39 w 657"/>
                <a:gd name="T73" fmla="*/ 299 h 658"/>
                <a:gd name="T74" fmla="*/ 39 w 657"/>
                <a:gd name="T75" fmla="*/ 359 h 658"/>
                <a:gd name="T76" fmla="*/ 60 w 657"/>
                <a:gd name="T77" fmla="*/ 443 h 658"/>
                <a:gd name="T78" fmla="*/ 103 w 657"/>
                <a:gd name="T79" fmla="*/ 514 h 658"/>
                <a:gd name="T80" fmla="*/ 166 w 657"/>
                <a:gd name="T81" fmla="*/ 570 h 658"/>
                <a:gd name="T82" fmla="*/ 242 w 657"/>
                <a:gd name="T83" fmla="*/ 608 h 658"/>
                <a:gd name="T84" fmla="*/ 329 w 657"/>
                <a:gd name="T85" fmla="*/ 620 h 658"/>
                <a:gd name="T86" fmla="*/ 387 w 657"/>
                <a:gd name="T87" fmla="*/ 615 h 658"/>
                <a:gd name="T88" fmla="*/ 467 w 657"/>
                <a:gd name="T89" fmla="*/ 585 h 658"/>
                <a:gd name="T90" fmla="*/ 535 w 657"/>
                <a:gd name="T91" fmla="*/ 535 h 658"/>
                <a:gd name="T92" fmla="*/ 584 w 657"/>
                <a:gd name="T93" fmla="*/ 468 h 658"/>
                <a:gd name="T94" fmla="*/ 614 w 657"/>
                <a:gd name="T95" fmla="*/ 387 h 658"/>
                <a:gd name="T96" fmla="*/ 619 w 657"/>
                <a:gd name="T97" fmla="*/ 330 h 658"/>
                <a:gd name="T98" fmla="*/ 607 w 657"/>
                <a:gd name="T99" fmla="*/ 242 h 658"/>
                <a:gd name="T100" fmla="*/ 570 w 657"/>
                <a:gd name="T101" fmla="*/ 167 h 658"/>
                <a:gd name="T102" fmla="*/ 513 w 657"/>
                <a:gd name="T103" fmla="*/ 104 h 658"/>
                <a:gd name="T104" fmla="*/ 442 w 657"/>
                <a:gd name="T105" fmla="*/ 61 h 658"/>
                <a:gd name="T106" fmla="*/ 359 w 657"/>
                <a:gd name="T107" fmla="*/ 3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8">
                  <a:moveTo>
                    <a:pt x="329" y="658"/>
                  </a:moveTo>
                  <a:lnTo>
                    <a:pt x="329" y="658"/>
                  </a:lnTo>
                  <a:lnTo>
                    <a:pt x="312" y="658"/>
                  </a:lnTo>
                  <a:lnTo>
                    <a:pt x="295" y="656"/>
                  </a:lnTo>
                  <a:lnTo>
                    <a:pt x="278" y="655"/>
                  </a:lnTo>
                  <a:lnTo>
                    <a:pt x="262" y="651"/>
                  </a:lnTo>
                  <a:lnTo>
                    <a:pt x="247" y="648"/>
                  </a:lnTo>
                  <a:lnTo>
                    <a:pt x="231" y="643"/>
                  </a:lnTo>
                  <a:lnTo>
                    <a:pt x="201" y="632"/>
                  </a:lnTo>
                  <a:lnTo>
                    <a:pt x="172" y="619"/>
                  </a:lnTo>
                  <a:lnTo>
                    <a:pt x="145" y="603"/>
                  </a:lnTo>
                  <a:lnTo>
                    <a:pt x="119" y="582"/>
                  </a:lnTo>
                  <a:lnTo>
                    <a:pt x="96" y="562"/>
                  </a:lnTo>
                  <a:lnTo>
                    <a:pt x="75" y="538"/>
                  </a:lnTo>
                  <a:lnTo>
                    <a:pt x="56" y="512"/>
                  </a:lnTo>
                  <a:lnTo>
                    <a:pt x="40" y="486"/>
                  </a:lnTo>
                  <a:lnTo>
                    <a:pt x="25" y="457"/>
                  </a:lnTo>
                  <a:lnTo>
                    <a:pt x="15" y="426"/>
                  </a:lnTo>
                  <a:lnTo>
                    <a:pt x="10" y="412"/>
                  </a:lnTo>
                  <a:lnTo>
                    <a:pt x="6" y="396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6"/>
                  </a:lnTo>
                  <a:lnTo>
                    <a:pt x="0" y="330"/>
                  </a:lnTo>
                  <a:lnTo>
                    <a:pt x="0" y="330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79"/>
                  </a:lnTo>
                  <a:lnTo>
                    <a:pt x="6" y="262"/>
                  </a:lnTo>
                  <a:lnTo>
                    <a:pt x="10" y="248"/>
                  </a:lnTo>
                  <a:lnTo>
                    <a:pt x="15" y="232"/>
                  </a:lnTo>
                  <a:lnTo>
                    <a:pt x="25" y="201"/>
                  </a:lnTo>
                  <a:lnTo>
                    <a:pt x="40" y="172"/>
                  </a:lnTo>
                  <a:lnTo>
                    <a:pt x="56" y="146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39"/>
                  </a:lnTo>
                  <a:lnTo>
                    <a:pt x="201" y="26"/>
                  </a:lnTo>
                  <a:lnTo>
                    <a:pt x="231" y="15"/>
                  </a:lnTo>
                  <a:lnTo>
                    <a:pt x="247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2"/>
                  </a:lnTo>
                  <a:lnTo>
                    <a:pt x="312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6" y="15"/>
                  </a:lnTo>
                  <a:lnTo>
                    <a:pt x="457" y="26"/>
                  </a:lnTo>
                  <a:lnTo>
                    <a:pt x="485" y="39"/>
                  </a:lnTo>
                  <a:lnTo>
                    <a:pt x="512" y="57"/>
                  </a:lnTo>
                  <a:lnTo>
                    <a:pt x="537" y="76"/>
                  </a:lnTo>
                  <a:lnTo>
                    <a:pt x="562" y="97"/>
                  </a:lnTo>
                  <a:lnTo>
                    <a:pt x="582" y="120"/>
                  </a:lnTo>
                  <a:lnTo>
                    <a:pt x="602" y="146"/>
                  </a:lnTo>
                  <a:lnTo>
                    <a:pt x="618" y="172"/>
                  </a:lnTo>
                  <a:lnTo>
                    <a:pt x="631" y="201"/>
                  </a:lnTo>
                  <a:lnTo>
                    <a:pt x="642" y="232"/>
                  </a:lnTo>
                  <a:lnTo>
                    <a:pt x="648" y="248"/>
                  </a:lnTo>
                  <a:lnTo>
                    <a:pt x="650" y="262"/>
                  </a:lnTo>
                  <a:lnTo>
                    <a:pt x="654" y="279"/>
                  </a:lnTo>
                  <a:lnTo>
                    <a:pt x="656" y="296"/>
                  </a:lnTo>
                  <a:lnTo>
                    <a:pt x="657" y="312"/>
                  </a:lnTo>
                  <a:lnTo>
                    <a:pt x="657" y="330"/>
                  </a:lnTo>
                  <a:lnTo>
                    <a:pt x="657" y="330"/>
                  </a:lnTo>
                  <a:lnTo>
                    <a:pt x="657" y="346"/>
                  </a:lnTo>
                  <a:lnTo>
                    <a:pt x="656" y="363"/>
                  </a:lnTo>
                  <a:lnTo>
                    <a:pt x="654" y="379"/>
                  </a:lnTo>
                  <a:lnTo>
                    <a:pt x="650" y="396"/>
                  </a:lnTo>
                  <a:lnTo>
                    <a:pt x="648" y="412"/>
                  </a:lnTo>
                  <a:lnTo>
                    <a:pt x="642" y="426"/>
                  </a:lnTo>
                  <a:lnTo>
                    <a:pt x="631" y="457"/>
                  </a:lnTo>
                  <a:lnTo>
                    <a:pt x="618" y="486"/>
                  </a:lnTo>
                  <a:lnTo>
                    <a:pt x="602" y="512"/>
                  </a:lnTo>
                  <a:lnTo>
                    <a:pt x="582" y="538"/>
                  </a:lnTo>
                  <a:lnTo>
                    <a:pt x="562" y="562"/>
                  </a:lnTo>
                  <a:lnTo>
                    <a:pt x="537" y="582"/>
                  </a:lnTo>
                  <a:lnTo>
                    <a:pt x="512" y="603"/>
                  </a:lnTo>
                  <a:lnTo>
                    <a:pt x="485" y="619"/>
                  </a:lnTo>
                  <a:lnTo>
                    <a:pt x="457" y="632"/>
                  </a:lnTo>
                  <a:lnTo>
                    <a:pt x="426" y="643"/>
                  </a:lnTo>
                  <a:lnTo>
                    <a:pt x="411" y="648"/>
                  </a:lnTo>
                  <a:lnTo>
                    <a:pt x="395" y="651"/>
                  </a:lnTo>
                  <a:lnTo>
                    <a:pt x="379" y="655"/>
                  </a:lnTo>
                  <a:lnTo>
                    <a:pt x="363" y="656"/>
                  </a:lnTo>
                  <a:lnTo>
                    <a:pt x="345" y="658"/>
                  </a:lnTo>
                  <a:lnTo>
                    <a:pt x="329" y="658"/>
                  </a:lnTo>
                  <a:lnTo>
                    <a:pt x="329" y="658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9" y="39"/>
                  </a:lnTo>
                  <a:lnTo>
                    <a:pt x="270" y="43"/>
                  </a:lnTo>
                  <a:lnTo>
                    <a:pt x="242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6" y="88"/>
                  </a:lnTo>
                  <a:lnTo>
                    <a:pt x="144" y="104"/>
                  </a:lnTo>
                  <a:lnTo>
                    <a:pt x="122" y="123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0"/>
                  </a:lnTo>
                  <a:lnTo>
                    <a:pt x="60" y="215"/>
                  </a:lnTo>
                  <a:lnTo>
                    <a:pt x="51" y="242"/>
                  </a:lnTo>
                  <a:lnTo>
                    <a:pt x="43" y="271"/>
                  </a:lnTo>
                  <a:lnTo>
                    <a:pt x="39" y="299"/>
                  </a:lnTo>
                  <a:lnTo>
                    <a:pt x="37" y="330"/>
                  </a:lnTo>
                  <a:lnTo>
                    <a:pt x="37" y="330"/>
                  </a:lnTo>
                  <a:lnTo>
                    <a:pt x="39" y="359"/>
                  </a:lnTo>
                  <a:lnTo>
                    <a:pt x="43" y="387"/>
                  </a:lnTo>
                  <a:lnTo>
                    <a:pt x="51" y="416"/>
                  </a:lnTo>
                  <a:lnTo>
                    <a:pt x="60" y="443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4"/>
                  </a:lnTo>
                  <a:lnTo>
                    <a:pt x="122" y="535"/>
                  </a:lnTo>
                  <a:lnTo>
                    <a:pt x="144" y="554"/>
                  </a:lnTo>
                  <a:lnTo>
                    <a:pt x="166" y="570"/>
                  </a:lnTo>
                  <a:lnTo>
                    <a:pt x="189" y="585"/>
                  </a:lnTo>
                  <a:lnTo>
                    <a:pt x="215" y="597"/>
                  </a:lnTo>
                  <a:lnTo>
                    <a:pt x="242" y="608"/>
                  </a:lnTo>
                  <a:lnTo>
                    <a:pt x="270" y="615"/>
                  </a:lnTo>
                  <a:lnTo>
                    <a:pt x="299" y="619"/>
                  </a:lnTo>
                  <a:lnTo>
                    <a:pt x="329" y="620"/>
                  </a:lnTo>
                  <a:lnTo>
                    <a:pt x="329" y="620"/>
                  </a:lnTo>
                  <a:lnTo>
                    <a:pt x="359" y="619"/>
                  </a:lnTo>
                  <a:lnTo>
                    <a:pt x="387" y="615"/>
                  </a:lnTo>
                  <a:lnTo>
                    <a:pt x="415" y="608"/>
                  </a:lnTo>
                  <a:lnTo>
                    <a:pt x="442" y="597"/>
                  </a:lnTo>
                  <a:lnTo>
                    <a:pt x="467" y="585"/>
                  </a:lnTo>
                  <a:lnTo>
                    <a:pt x="492" y="570"/>
                  </a:lnTo>
                  <a:lnTo>
                    <a:pt x="513" y="554"/>
                  </a:lnTo>
                  <a:lnTo>
                    <a:pt x="535" y="535"/>
                  </a:lnTo>
                  <a:lnTo>
                    <a:pt x="553" y="514"/>
                  </a:lnTo>
                  <a:lnTo>
                    <a:pt x="570" y="492"/>
                  </a:lnTo>
                  <a:lnTo>
                    <a:pt x="584" y="468"/>
                  </a:lnTo>
                  <a:lnTo>
                    <a:pt x="596" y="443"/>
                  </a:lnTo>
                  <a:lnTo>
                    <a:pt x="607" y="416"/>
                  </a:lnTo>
                  <a:lnTo>
                    <a:pt x="614" y="387"/>
                  </a:lnTo>
                  <a:lnTo>
                    <a:pt x="618" y="359"/>
                  </a:lnTo>
                  <a:lnTo>
                    <a:pt x="619" y="330"/>
                  </a:lnTo>
                  <a:lnTo>
                    <a:pt x="619" y="330"/>
                  </a:lnTo>
                  <a:lnTo>
                    <a:pt x="618" y="299"/>
                  </a:lnTo>
                  <a:lnTo>
                    <a:pt x="614" y="271"/>
                  </a:lnTo>
                  <a:lnTo>
                    <a:pt x="607" y="242"/>
                  </a:lnTo>
                  <a:lnTo>
                    <a:pt x="596" y="215"/>
                  </a:lnTo>
                  <a:lnTo>
                    <a:pt x="584" y="190"/>
                  </a:lnTo>
                  <a:lnTo>
                    <a:pt x="570" y="167"/>
                  </a:lnTo>
                  <a:lnTo>
                    <a:pt x="553" y="144"/>
                  </a:lnTo>
                  <a:lnTo>
                    <a:pt x="535" y="123"/>
                  </a:lnTo>
                  <a:lnTo>
                    <a:pt x="513" y="104"/>
                  </a:lnTo>
                  <a:lnTo>
                    <a:pt x="492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7" y="43"/>
                  </a:lnTo>
                  <a:lnTo>
                    <a:pt x="359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grpFill/>
            <a:ln w="3175">
              <a:solidFill>
                <a:srgbClr val="6D6E7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1" name="Freeform 188">
              <a:extLst>
                <a:ext uri="{FF2B5EF4-FFF2-40B4-BE49-F238E27FC236}">
                  <a16:creationId xmlns:a16="http://schemas.microsoft.com/office/drawing/2014/main" id="{281CC0A9-FC75-E15A-F07A-05490897A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538" y="6028373"/>
              <a:ext cx="293688" cy="198438"/>
            </a:xfrm>
            <a:custGeom>
              <a:avLst/>
              <a:gdLst>
                <a:gd name="T0" fmla="*/ 346 w 369"/>
                <a:gd name="T1" fmla="*/ 0 h 250"/>
                <a:gd name="T2" fmla="*/ 135 w 369"/>
                <a:gd name="T3" fmla="*/ 211 h 250"/>
                <a:gd name="T4" fmla="*/ 22 w 369"/>
                <a:gd name="T5" fmla="*/ 97 h 250"/>
                <a:gd name="T6" fmla="*/ 0 w 369"/>
                <a:gd name="T7" fmla="*/ 119 h 250"/>
                <a:gd name="T8" fmla="*/ 125 w 369"/>
                <a:gd name="T9" fmla="*/ 244 h 250"/>
                <a:gd name="T10" fmla="*/ 125 w 369"/>
                <a:gd name="T11" fmla="*/ 244 h 250"/>
                <a:gd name="T12" fmla="*/ 130 w 369"/>
                <a:gd name="T13" fmla="*/ 248 h 250"/>
                <a:gd name="T14" fmla="*/ 135 w 369"/>
                <a:gd name="T15" fmla="*/ 250 h 250"/>
                <a:gd name="T16" fmla="*/ 135 w 369"/>
                <a:gd name="T17" fmla="*/ 250 h 250"/>
                <a:gd name="T18" fmla="*/ 142 w 369"/>
                <a:gd name="T19" fmla="*/ 248 h 250"/>
                <a:gd name="T20" fmla="*/ 147 w 369"/>
                <a:gd name="T21" fmla="*/ 244 h 250"/>
                <a:gd name="T22" fmla="*/ 369 w 369"/>
                <a:gd name="T23" fmla="*/ 23 h 250"/>
                <a:gd name="T24" fmla="*/ 346 w 369"/>
                <a:gd name="T2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9" h="250">
                  <a:moveTo>
                    <a:pt x="346" y="0"/>
                  </a:moveTo>
                  <a:lnTo>
                    <a:pt x="135" y="211"/>
                  </a:lnTo>
                  <a:lnTo>
                    <a:pt x="22" y="97"/>
                  </a:lnTo>
                  <a:lnTo>
                    <a:pt x="0" y="119"/>
                  </a:lnTo>
                  <a:lnTo>
                    <a:pt x="125" y="244"/>
                  </a:lnTo>
                  <a:lnTo>
                    <a:pt x="125" y="244"/>
                  </a:lnTo>
                  <a:lnTo>
                    <a:pt x="130" y="248"/>
                  </a:lnTo>
                  <a:lnTo>
                    <a:pt x="135" y="250"/>
                  </a:lnTo>
                  <a:lnTo>
                    <a:pt x="135" y="250"/>
                  </a:lnTo>
                  <a:lnTo>
                    <a:pt x="142" y="248"/>
                  </a:lnTo>
                  <a:lnTo>
                    <a:pt x="147" y="244"/>
                  </a:lnTo>
                  <a:lnTo>
                    <a:pt x="369" y="23"/>
                  </a:lnTo>
                  <a:lnTo>
                    <a:pt x="346" y="0"/>
                  </a:lnTo>
                  <a:close/>
                </a:path>
              </a:pathLst>
            </a:custGeom>
            <a:grpFill/>
            <a:ln w="3175">
              <a:solidFill>
                <a:srgbClr val="6D6E7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68C7669-3B33-DC48-E612-DDBEAFAF0AE3}"/>
              </a:ext>
            </a:extLst>
          </p:cNvPr>
          <p:cNvGrpSpPr>
            <a:grpSpLocks noChangeAspect="1"/>
          </p:cNvGrpSpPr>
          <p:nvPr/>
        </p:nvGrpSpPr>
        <p:grpSpPr>
          <a:xfrm>
            <a:off x="7191280" y="2016353"/>
            <a:ext cx="220098" cy="220098"/>
            <a:chOff x="6716713" y="4183698"/>
            <a:chExt cx="522288" cy="522288"/>
          </a:xfrm>
          <a:solidFill>
            <a:srgbClr val="6D6E71"/>
          </a:solidFill>
        </p:grpSpPr>
        <p:sp>
          <p:nvSpPr>
            <p:cNvPr id="63" name="Freeform 73">
              <a:extLst>
                <a:ext uri="{FF2B5EF4-FFF2-40B4-BE49-F238E27FC236}">
                  <a16:creationId xmlns:a16="http://schemas.microsoft.com/office/drawing/2014/main" id="{3C26EDD4-5C68-914F-2F18-3C0400ECC6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16713" y="4183698"/>
              <a:ext cx="522288" cy="522288"/>
            </a:xfrm>
            <a:custGeom>
              <a:avLst/>
              <a:gdLst>
                <a:gd name="T0" fmla="*/ 312 w 657"/>
                <a:gd name="T1" fmla="*/ 657 h 657"/>
                <a:gd name="T2" fmla="*/ 262 w 657"/>
                <a:gd name="T3" fmla="*/ 650 h 657"/>
                <a:gd name="T4" fmla="*/ 200 w 657"/>
                <a:gd name="T5" fmla="*/ 632 h 657"/>
                <a:gd name="T6" fmla="*/ 120 w 657"/>
                <a:gd name="T7" fmla="*/ 582 h 657"/>
                <a:gd name="T8" fmla="*/ 57 w 657"/>
                <a:gd name="T9" fmla="*/ 512 h 657"/>
                <a:gd name="T10" fmla="*/ 15 w 657"/>
                <a:gd name="T11" fmla="*/ 426 h 657"/>
                <a:gd name="T12" fmla="*/ 4 w 657"/>
                <a:gd name="T13" fmla="*/ 379 h 657"/>
                <a:gd name="T14" fmla="*/ 0 w 657"/>
                <a:gd name="T15" fmla="*/ 328 h 657"/>
                <a:gd name="T16" fmla="*/ 2 w 657"/>
                <a:gd name="T17" fmla="*/ 294 h 657"/>
                <a:gd name="T18" fmla="*/ 10 w 657"/>
                <a:gd name="T19" fmla="*/ 246 h 657"/>
                <a:gd name="T20" fmla="*/ 39 w 657"/>
                <a:gd name="T21" fmla="*/ 172 h 657"/>
                <a:gd name="T22" fmla="*/ 96 w 657"/>
                <a:gd name="T23" fmla="*/ 95 h 657"/>
                <a:gd name="T24" fmla="*/ 172 w 657"/>
                <a:gd name="T25" fmla="*/ 39 h 657"/>
                <a:gd name="T26" fmla="*/ 246 w 657"/>
                <a:gd name="T27" fmla="*/ 9 h 657"/>
                <a:gd name="T28" fmla="*/ 295 w 657"/>
                <a:gd name="T29" fmla="*/ 1 h 657"/>
                <a:gd name="T30" fmla="*/ 328 w 657"/>
                <a:gd name="T31" fmla="*/ 0 h 657"/>
                <a:gd name="T32" fmla="*/ 379 w 657"/>
                <a:gd name="T33" fmla="*/ 4 h 657"/>
                <a:gd name="T34" fmla="*/ 426 w 657"/>
                <a:gd name="T35" fmla="*/ 15 h 657"/>
                <a:gd name="T36" fmla="*/ 512 w 657"/>
                <a:gd name="T37" fmla="*/ 56 h 657"/>
                <a:gd name="T38" fmla="*/ 582 w 657"/>
                <a:gd name="T39" fmla="*/ 119 h 657"/>
                <a:gd name="T40" fmla="*/ 632 w 657"/>
                <a:gd name="T41" fmla="*/ 200 h 657"/>
                <a:gd name="T42" fmla="*/ 651 w 657"/>
                <a:gd name="T43" fmla="*/ 262 h 657"/>
                <a:gd name="T44" fmla="*/ 657 w 657"/>
                <a:gd name="T45" fmla="*/ 312 h 657"/>
                <a:gd name="T46" fmla="*/ 657 w 657"/>
                <a:gd name="T47" fmla="*/ 345 h 657"/>
                <a:gd name="T48" fmla="*/ 651 w 657"/>
                <a:gd name="T49" fmla="*/ 395 h 657"/>
                <a:gd name="T50" fmla="*/ 632 w 657"/>
                <a:gd name="T51" fmla="*/ 457 h 657"/>
                <a:gd name="T52" fmla="*/ 582 w 657"/>
                <a:gd name="T53" fmla="*/ 537 h 657"/>
                <a:gd name="T54" fmla="*/ 512 w 657"/>
                <a:gd name="T55" fmla="*/ 601 h 657"/>
                <a:gd name="T56" fmla="*/ 426 w 657"/>
                <a:gd name="T57" fmla="*/ 642 h 657"/>
                <a:gd name="T58" fmla="*/ 379 w 657"/>
                <a:gd name="T59" fmla="*/ 653 h 657"/>
                <a:gd name="T60" fmla="*/ 328 w 657"/>
                <a:gd name="T61" fmla="*/ 657 h 657"/>
                <a:gd name="T62" fmla="*/ 328 w 657"/>
                <a:gd name="T63" fmla="*/ 37 h 657"/>
                <a:gd name="T64" fmla="*/ 242 w 657"/>
                <a:gd name="T65" fmla="*/ 50 h 657"/>
                <a:gd name="T66" fmla="*/ 166 w 657"/>
                <a:gd name="T67" fmla="*/ 87 h 657"/>
                <a:gd name="T68" fmla="*/ 104 w 657"/>
                <a:gd name="T69" fmla="*/ 144 h 657"/>
                <a:gd name="T70" fmla="*/ 61 w 657"/>
                <a:gd name="T71" fmla="*/ 215 h 657"/>
                <a:gd name="T72" fmla="*/ 39 w 657"/>
                <a:gd name="T73" fmla="*/ 298 h 657"/>
                <a:gd name="T74" fmla="*/ 39 w 657"/>
                <a:gd name="T75" fmla="*/ 359 h 657"/>
                <a:gd name="T76" fmla="*/ 61 w 657"/>
                <a:gd name="T77" fmla="*/ 442 h 657"/>
                <a:gd name="T78" fmla="*/ 104 w 657"/>
                <a:gd name="T79" fmla="*/ 513 h 657"/>
                <a:gd name="T80" fmla="*/ 166 w 657"/>
                <a:gd name="T81" fmla="*/ 570 h 657"/>
                <a:gd name="T82" fmla="*/ 242 w 657"/>
                <a:gd name="T83" fmla="*/ 606 h 657"/>
                <a:gd name="T84" fmla="*/ 328 w 657"/>
                <a:gd name="T85" fmla="*/ 619 h 657"/>
                <a:gd name="T86" fmla="*/ 387 w 657"/>
                <a:gd name="T87" fmla="*/ 614 h 657"/>
                <a:gd name="T88" fmla="*/ 468 w 657"/>
                <a:gd name="T89" fmla="*/ 585 h 657"/>
                <a:gd name="T90" fmla="*/ 535 w 657"/>
                <a:gd name="T91" fmla="*/ 535 h 657"/>
                <a:gd name="T92" fmla="*/ 585 w 657"/>
                <a:gd name="T93" fmla="*/ 468 h 657"/>
                <a:gd name="T94" fmla="*/ 614 w 657"/>
                <a:gd name="T95" fmla="*/ 387 h 657"/>
                <a:gd name="T96" fmla="*/ 620 w 657"/>
                <a:gd name="T97" fmla="*/ 328 h 657"/>
                <a:gd name="T98" fmla="*/ 606 w 657"/>
                <a:gd name="T99" fmla="*/ 242 h 657"/>
                <a:gd name="T100" fmla="*/ 570 w 657"/>
                <a:gd name="T101" fmla="*/ 165 h 657"/>
                <a:gd name="T102" fmla="*/ 514 w 657"/>
                <a:gd name="T103" fmla="*/ 103 h 657"/>
                <a:gd name="T104" fmla="*/ 442 w 657"/>
                <a:gd name="T105" fmla="*/ 60 h 657"/>
                <a:gd name="T106" fmla="*/ 359 w 657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7">
                  <a:moveTo>
                    <a:pt x="328" y="657"/>
                  </a:moveTo>
                  <a:lnTo>
                    <a:pt x="328" y="657"/>
                  </a:lnTo>
                  <a:lnTo>
                    <a:pt x="312" y="657"/>
                  </a:lnTo>
                  <a:lnTo>
                    <a:pt x="295" y="656"/>
                  </a:lnTo>
                  <a:lnTo>
                    <a:pt x="278" y="653"/>
                  </a:lnTo>
                  <a:lnTo>
                    <a:pt x="262" y="650"/>
                  </a:lnTo>
                  <a:lnTo>
                    <a:pt x="246" y="646"/>
                  </a:lnTo>
                  <a:lnTo>
                    <a:pt x="231" y="642"/>
                  </a:lnTo>
                  <a:lnTo>
                    <a:pt x="200" y="632"/>
                  </a:lnTo>
                  <a:lnTo>
                    <a:pt x="172" y="618"/>
                  </a:lnTo>
                  <a:lnTo>
                    <a:pt x="145" y="601"/>
                  </a:lnTo>
                  <a:lnTo>
                    <a:pt x="120" y="582"/>
                  </a:lnTo>
                  <a:lnTo>
                    <a:pt x="96" y="560"/>
                  </a:lnTo>
                  <a:lnTo>
                    <a:pt x="75" y="537"/>
                  </a:lnTo>
                  <a:lnTo>
                    <a:pt x="57" y="512"/>
                  </a:lnTo>
                  <a:lnTo>
                    <a:pt x="39" y="485"/>
                  </a:lnTo>
                  <a:lnTo>
                    <a:pt x="26" y="457"/>
                  </a:lnTo>
                  <a:lnTo>
                    <a:pt x="15" y="426"/>
                  </a:lnTo>
                  <a:lnTo>
                    <a:pt x="10" y="411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2" y="361"/>
                  </a:lnTo>
                  <a:lnTo>
                    <a:pt x="0" y="345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0" y="246"/>
                  </a:lnTo>
                  <a:lnTo>
                    <a:pt x="15" y="231"/>
                  </a:lnTo>
                  <a:lnTo>
                    <a:pt x="26" y="200"/>
                  </a:lnTo>
                  <a:lnTo>
                    <a:pt x="39" y="172"/>
                  </a:lnTo>
                  <a:lnTo>
                    <a:pt x="57" y="145"/>
                  </a:lnTo>
                  <a:lnTo>
                    <a:pt x="75" y="119"/>
                  </a:lnTo>
                  <a:lnTo>
                    <a:pt x="96" y="95"/>
                  </a:lnTo>
                  <a:lnTo>
                    <a:pt x="120" y="75"/>
                  </a:lnTo>
                  <a:lnTo>
                    <a:pt x="145" y="56"/>
                  </a:lnTo>
                  <a:lnTo>
                    <a:pt x="172" y="39"/>
                  </a:lnTo>
                  <a:lnTo>
                    <a:pt x="200" y="25"/>
                  </a:lnTo>
                  <a:lnTo>
                    <a:pt x="231" y="15"/>
                  </a:lnTo>
                  <a:lnTo>
                    <a:pt x="246" y="9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1"/>
                  </a:lnTo>
                  <a:lnTo>
                    <a:pt x="312" y="0"/>
                  </a:lnTo>
                  <a:lnTo>
                    <a:pt x="328" y="0"/>
                  </a:lnTo>
                  <a:lnTo>
                    <a:pt x="328" y="0"/>
                  </a:lnTo>
                  <a:lnTo>
                    <a:pt x="346" y="0"/>
                  </a:lnTo>
                  <a:lnTo>
                    <a:pt x="362" y="1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1" y="9"/>
                  </a:lnTo>
                  <a:lnTo>
                    <a:pt x="426" y="15"/>
                  </a:lnTo>
                  <a:lnTo>
                    <a:pt x="457" y="25"/>
                  </a:lnTo>
                  <a:lnTo>
                    <a:pt x="485" y="39"/>
                  </a:lnTo>
                  <a:lnTo>
                    <a:pt x="512" y="56"/>
                  </a:lnTo>
                  <a:lnTo>
                    <a:pt x="538" y="75"/>
                  </a:lnTo>
                  <a:lnTo>
                    <a:pt x="561" y="95"/>
                  </a:lnTo>
                  <a:lnTo>
                    <a:pt x="582" y="119"/>
                  </a:lnTo>
                  <a:lnTo>
                    <a:pt x="601" y="145"/>
                  </a:lnTo>
                  <a:lnTo>
                    <a:pt x="618" y="172"/>
                  </a:lnTo>
                  <a:lnTo>
                    <a:pt x="632" y="200"/>
                  </a:lnTo>
                  <a:lnTo>
                    <a:pt x="643" y="231"/>
                  </a:lnTo>
                  <a:lnTo>
                    <a:pt x="648" y="246"/>
                  </a:lnTo>
                  <a:lnTo>
                    <a:pt x="651" y="262"/>
                  </a:lnTo>
                  <a:lnTo>
                    <a:pt x="653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328"/>
                  </a:lnTo>
                  <a:lnTo>
                    <a:pt x="657" y="345"/>
                  </a:lnTo>
                  <a:lnTo>
                    <a:pt x="656" y="361"/>
                  </a:lnTo>
                  <a:lnTo>
                    <a:pt x="653" y="379"/>
                  </a:lnTo>
                  <a:lnTo>
                    <a:pt x="651" y="395"/>
                  </a:lnTo>
                  <a:lnTo>
                    <a:pt x="648" y="411"/>
                  </a:lnTo>
                  <a:lnTo>
                    <a:pt x="643" y="426"/>
                  </a:lnTo>
                  <a:lnTo>
                    <a:pt x="632" y="457"/>
                  </a:lnTo>
                  <a:lnTo>
                    <a:pt x="618" y="485"/>
                  </a:lnTo>
                  <a:lnTo>
                    <a:pt x="601" y="512"/>
                  </a:lnTo>
                  <a:lnTo>
                    <a:pt x="582" y="537"/>
                  </a:lnTo>
                  <a:lnTo>
                    <a:pt x="561" y="560"/>
                  </a:lnTo>
                  <a:lnTo>
                    <a:pt x="538" y="582"/>
                  </a:lnTo>
                  <a:lnTo>
                    <a:pt x="512" y="601"/>
                  </a:lnTo>
                  <a:lnTo>
                    <a:pt x="485" y="618"/>
                  </a:lnTo>
                  <a:lnTo>
                    <a:pt x="457" y="632"/>
                  </a:lnTo>
                  <a:lnTo>
                    <a:pt x="426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2" y="656"/>
                  </a:lnTo>
                  <a:lnTo>
                    <a:pt x="346" y="657"/>
                  </a:lnTo>
                  <a:lnTo>
                    <a:pt x="328" y="657"/>
                  </a:lnTo>
                  <a:lnTo>
                    <a:pt x="328" y="657"/>
                  </a:lnTo>
                  <a:close/>
                  <a:moveTo>
                    <a:pt x="328" y="37"/>
                  </a:moveTo>
                  <a:lnTo>
                    <a:pt x="328" y="37"/>
                  </a:lnTo>
                  <a:lnTo>
                    <a:pt x="299" y="39"/>
                  </a:lnTo>
                  <a:lnTo>
                    <a:pt x="270" y="43"/>
                  </a:lnTo>
                  <a:lnTo>
                    <a:pt x="242" y="50"/>
                  </a:lnTo>
                  <a:lnTo>
                    <a:pt x="215" y="60"/>
                  </a:lnTo>
                  <a:lnTo>
                    <a:pt x="190" y="72"/>
                  </a:lnTo>
                  <a:lnTo>
                    <a:pt x="166" y="87"/>
                  </a:lnTo>
                  <a:lnTo>
                    <a:pt x="144" y="103"/>
                  </a:lnTo>
                  <a:lnTo>
                    <a:pt x="123" y="122"/>
                  </a:lnTo>
                  <a:lnTo>
                    <a:pt x="104" y="144"/>
                  </a:lnTo>
                  <a:lnTo>
                    <a:pt x="88" y="165"/>
                  </a:lnTo>
                  <a:lnTo>
                    <a:pt x="73" y="189"/>
                  </a:lnTo>
                  <a:lnTo>
                    <a:pt x="61" y="215"/>
                  </a:lnTo>
                  <a:lnTo>
                    <a:pt x="50" y="242"/>
                  </a:lnTo>
                  <a:lnTo>
                    <a:pt x="43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9"/>
                  </a:lnTo>
                  <a:lnTo>
                    <a:pt x="43" y="387"/>
                  </a:lnTo>
                  <a:lnTo>
                    <a:pt x="50" y="415"/>
                  </a:lnTo>
                  <a:lnTo>
                    <a:pt x="61" y="442"/>
                  </a:lnTo>
                  <a:lnTo>
                    <a:pt x="73" y="468"/>
                  </a:lnTo>
                  <a:lnTo>
                    <a:pt x="88" y="492"/>
                  </a:lnTo>
                  <a:lnTo>
                    <a:pt x="104" y="513"/>
                  </a:lnTo>
                  <a:lnTo>
                    <a:pt x="123" y="535"/>
                  </a:lnTo>
                  <a:lnTo>
                    <a:pt x="144" y="554"/>
                  </a:lnTo>
                  <a:lnTo>
                    <a:pt x="166" y="570"/>
                  </a:lnTo>
                  <a:lnTo>
                    <a:pt x="190" y="585"/>
                  </a:lnTo>
                  <a:lnTo>
                    <a:pt x="215" y="597"/>
                  </a:lnTo>
                  <a:lnTo>
                    <a:pt x="242" y="606"/>
                  </a:lnTo>
                  <a:lnTo>
                    <a:pt x="270" y="614"/>
                  </a:lnTo>
                  <a:lnTo>
                    <a:pt x="299" y="618"/>
                  </a:lnTo>
                  <a:lnTo>
                    <a:pt x="328" y="619"/>
                  </a:lnTo>
                  <a:lnTo>
                    <a:pt x="328" y="619"/>
                  </a:lnTo>
                  <a:lnTo>
                    <a:pt x="359" y="618"/>
                  </a:lnTo>
                  <a:lnTo>
                    <a:pt x="387" y="614"/>
                  </a:lnTo>
                  <a:lnTo>
                    <a:pt x="415" y="606"/>
                  </a:lnTo>
                  <a:lnTo>
                    <a:pt x="442" y="597"/>
                  </a:lnTo>
                  <a:lnTo>
                    <a:pt x="468" y="585"/>
                  </a:lnTo>
                  <a:lnTo>
                    <a:pt x="492" y="570"/>
                  </a:lnTo>
                  <a:lnTo>
                    <a:pt x="514" y="554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0" y="492"/>
                  </a:lnTo>
                  <a:lnTo>
                    <a:pt x="585" y="468"/>
                  </a:lnTo>
                  <a:lnTo>
                    <a:pt x="597" y="442"/>
                  </a:lnTo>
                  <a:lnTo>
                    <a:pt x="606" y="415"/>
                  </a:lnTo>
                  <a:lnTo>
                    <a:pt x="614" y="387"/>
                  </a:lnTo>
                  <a:lnTo>
                    <a:pt x="618" y="359"/>
                  </a:lnTo>
                  <a:lnTo>
                    <a:pt x="620" y="328"/>
                  </a:lnTo>
                  <a:lnTo>
                    <a:pt x="620" y="328"/>
                  </a:lnTo>
                  <a:lnTo>
                    <a:pt x="618" y="298"/>
                  </a:lnTo>
                  <a:lnTo>
                    <a:pt x="614" y="270"/>
                  </a:lnTo>
                  <a:lnTo>
                    <a:pt x="606" y="242"/>
                  </a:lnTo>
                  <a:lnTo>
                    <a:pt x="597" y="215"/>
                  </a:lnTo>
                  <a:lnTo>
                    <a:pt x="585" y="189"/>
                  </a:lnTo>
                  <a:lnTo>
                    <a:pt x="570" y="165"/>
                  </a:lnTo>
                  <a:lnTo>
                    <a:pt x="554" y="144"/>
                  </a:lnTo>
                  <a:lnTo>
                    <a:pt x="535" y="122"/>
                  </a:lnTo>
                  <a:lnTo>
                    <a:pt x="514" y="103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2" y="60"/>
                  </a:lnTo>
                  <a:lnTo>
                    <a:pt x="415" y="50"/>
                  </a:lnTo>
                  <a:lnTo>
                    <a:pt x="387" y="43"/>
                  </a:lnTo>
                  <a:lnTo>
                    <a:pt x="359" y="39"/>
                  </a:lnTo>
                  <a:lnTo>
                    <a:pt x="328" y="37"/>
                  </a:lnTo>
                  <a:lnTo>
                    <a:pt x="328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216">
              <a:extLst>
                <a:ext uri="{FF2B5EF4-FFF2-40B4-BE49-F238E27FC236}">
                  <a16:creationId xmlns:a16="http://schemas.microsoft.com/office/drawing/2014/main" id="{305DBE4A-8089-02D1-083C-BA95453B35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1013" y="4294823"/>
              <a:ext cx="296863" cy="298450"/>
            </a:xfrm>
            <a:custGeom>
              <a:avLst/>
              <a:gdLst>
                <a:gd name="T0" fmla="*/ 321 w 374"/>
                <a:gd name="T1" fmla="*/ 151 h 375"/>
                <a:gd name="T2" fmla="*/ 336 w 374"/>
                <a:gd name="T3" fmla="*/ 81 h 375"/>
                <a:gd name="T4" fmla="*/ 336 w 374"/>
                <a:gd name="T5" fmla="*/ 73 h 375"/>
                <a:gd name="T6" fmla="*/ 298 w 374"/>
                <a:gd name="T7" fmla="*/ 36 h 375"/>
                <a:gd name="T8" fmla="*/ 255 w 374"/>
                <a:gd name="T9" fmla="*/ 67 h 375"/>
                <a:gd name="T10" fmla="*/ 216 w 374"/>
                <a:gd name="T11" fmla="*/ 5 h 375"/>
                <a:gd name="T12" fmla="*/ 211 w 374"/>
                <a:gd name="T13" fmla="*/ 0 h 375"/>
                <a:gd name="T14" fmla="*/ 159 w 374"/>
                <a:gd name="T15" fmla="*/ 1 h 375"/>
                <a:gd name="T16" fmla="*/ 151 w 374"/>
                <a:gd name="T17" fmla="*/ 54 h 375"/>
                <a:gd name="T18" fmla="*/ 79 w 374"/>
                <a:gd name="T19" fmla="*/ 38 h 375"/>
                <a:gd name="T20" fmla="*/ 71 w 374"/>
                <a:gd name="T21" fmla="*/ 38 h 375"/>
                <a:gd name="T22" fmla="*/ 35 w 374"/>
                <a:gd name="T23" fmla="*/ 77 h 375"/>
                <a:gd name="T24" fmla="*/ 66 w 374"/>
                <a:gd name="T25" fmla="*/ 118 h 375"/>
                <a:gd name="T26" fmla="*/ 5 w 374"/>
                <a:gd name="T27" fmla="*/ 157 h 375"/>
                <a:gd name="T28" fmla="*/ 0 w 374"/>
                <a:gd name="T29" fmla="*/ 163 h 375"/>
                <a:gd name="T30" fmla="*/ 1 w 374"/>
                <a:gd name="T31" fmla="*/ 215 h 375"/>
                <a:gd name="T32" fmla="*/ 52 w 374"/>
                <a:gd name="T33" fmla="*/ 224 h 375"/>
                <a:gd name="T34" fmla="*/ 36 w 374"/>
                <a:gd name="T35" fmla="*/ 294 h 375"/>
                <a:gd name="T36" fmla="*/ 38 w 374"/>
                <a:gd name="T37" fmla="*/ 302 h 375"/>
                <a:gd name="T38" fmla="*/ 74 w 374"/>
                <a:gd name="T39" fmla="*/ 339 h 375"/>
                <a:gd name="T40" fmla="*/ 79 w 374"/>
                <a:gd name="T41" fmla="*/ 337 h 375"/>
                <a:gd name="T42" fmla="*/ 133 w 374"/>
                <a:gd name="T43" fmla="*/ 316 h 375"/>
                <a:gd name="T44" fmla="*/ 156 w 374"/>
                <a:gd name="T45" fmla="*/ 370 h 375"/>
                <a:gd name="T46" fmla="*/ 211 w 374"/>
                <a:gd name="T47" fmla="*/ 375 h 375"/>
                <a:gd name="T48" fmla="*/ 216 w 374"/>
                <a:gd name="T49" fmla="*/ 370 h 375"/>
                <a:gd name="T50" fmla="*/ 239 w 374"/>
                <a:gd name="T51" fmla="*/ 316 h 375"/>
                <a:gd name="T52" fmla="*/ 294 w 374"/>
                <a:gd name="T53" fmla="*/ 337 h 375"/>
                <a:gd name="T54" fmla="*/ 300 w 374"/>
                <a:gd name="T55" fmla="*/ 339 h 375"/>
                <a:gd name="T56" fmla="*/ 336 w 374"/>
                <a:gd name="T57" fmla="*/ 302 h 375"/>
                <a:gd name="T58" fmla="*/ 308 w 374"/>
                <a:gd name="T59" fmla="*/ 257 h 375"/>
                <a:gd name="T60" fmla="*/ 321 w 374"/>
                <a:gd name="T61" fmla="*/ 224 h 375"/>
                <a:gd name="T62" fmla="*/ 372 w 374"/>
                <a:gd name="T63" fmla="*/ 215 h 375"/>
                <a:gd name="T64" fmla="*/ 374 w 374"/>
                <a:gd name="T65" fmla="*/ 163 h 375"/>
                <a:gd name="T66" fmla="*/ 368 w 374"/>
                <a:gd name="T67" fmla="*/ 157 h 375"/>
                <a:gd name="T68" fmla="*/ 179 w 374"/>
                <a:gd name="T69" fmla="*/ 266 h 375"/>
                <a:gd name="T70" fmla="*/ 142 w 374"/>
                <a:gd name="T71" fmla="*/ 254 h 375"/>
                <a:gd name="T72" fmla="*/ 113 w 374"/>
                <a:gd name="T73" fmla="*/ 219 h 375"/>
                <a:gd name="T74" fmla="*/ 108 w 374"/>
                <a:gd name="T75" fmla="*/ 187 h 375"/>
                <a:gd name="T76" fmla="*/ 109 w 374"/>
                <a:gd name="T77" fmla="*/ 171 h 375"/>
                <a:gd name="T78" fmla="*/ 130 w 374"/>
                <a:gd name="T79" fmla="*/ 132 h 375"/>
                <a:gd name="T80" fmla="*/ 171 w 374"/>
                <a:gd name="T81" fmla="*/ 109 h 375"/>
                <a:gd name="T82" fmla="*/ 187 w 374"/>
                <a:gd name="T83" fmla="*/ 108 h 375"/>
                <a:gd name="T84" fmla="*/ 218 w 374"/>
                <a:gd name="T85" fmla="*/ 114 h 375"/>
                <a:gd name="T86" fmla="*/ 253 w 374"/>
                <a:gd name="T87" fmla="*/ 142 h 375"/>
                <a:gd name="T88" fmla="*/ 266 w 374"/>
                <a:gd name="T89" fmla="*/ 179 h 375"/>
                <a:gd name="T90" fmla="*/ 266 w 374"/>
                <a:gd name="T91" fmla="*/ 196 h 375"/>
                <a:gd name="T92" fmla="*/ 253 w 374"/>
                <a:gd name="T93" fmla="*/ 233 h 375"/>
                <a:gd name="T94" fmla="*/ 218 w 374"/>
                <a:gd name="T95" fmla="*/ 261 h 375"/>
                <a:gd name="T96" fmla="*/ 187 w 374"/>
                <a:gd name="T97" fmla="*/ 267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4" h="375">
                  <a:moveTo>
                    <a:pt x="368" y="157"/>
                  </a:moveTo>
                  <a:lnTo>
                    <a:pt x="321" y="151"/>
                  </a:lnTo>
                  <a:lnTo>
                    <a:pt x="321" y="151"/>
                  </a:lnTo>
                  <a:lnTo>
                    <a:pt x="314" y="134"/>
                  </a:lnTo>
                  <a:lnTo>
                    <a:pt x="308" y="118"/>
                  </a:lnTo>
                  <a:lnTo>
                    <a:pt x="336" y="81"/>
                  </a:lnTo>
                  <a:lnTo>
                    <a:pt x="336" y="81"/>
                  </a:lnTo>
                  <a:lnTo>
                    <a:pt x="337" y="77"/>
                  </a:lnTo>
                  <a:lnTo>
                    <a:pt x="336" y="73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298" y="36"/>
                  </a:lnTo>
                  <a:lnTo>
                    <a:pt x="294" y="38"/>
                  </a:lnTo>
                  <a:lnTo>
                    <a:pt x="255" y="67"/>
                  </a:lnTo>
                  <a:lnTo>
                    <a:pt x="255" y="67"/>
                  </a:lnTo>
                  <a:lnTo>
                    <a:pt x="239" y="59"/>
                  </a:lnTo>
                  <a:lnTo>
                    <a:pt x="223" y="54"/>
                  </a:lnTo>
                  <a:lnTo>
                    <a:pt x="216" y="5"/>
                  </a:lnTo>
                  <a:lnTo>
                    <a:pt x="216" y="5"/>
                  </a:lnTo>
                  <a:lnTo>
                    <a:pt x="215" y="1"/>
                  </a:lnTo>
                  <a:lnTo>
                    <a:pt x="211" y="0"/>
                  </a:lnTo>
                  <a:lnTo>
                    <a:pt x="163" y="0"/>
                  </a:lnTo>
                  <a:lnTo>
                    <a:pt x="163" y="0"/>
                  </a:lnTo>
                  <a:lnTo>
                    <a:pt x="159" y="1"/>
                  </a:lnTo>
                  <a:lnTo>
                    <a:pt x="156" y="5"/>
                  </a:lnTo>
                  <a:lnTo>
                    <a:pt x="151" y="54"/>
                  </a:lnTo>
                  <a:lnTo>
                    <a:pt x="151" y="54"/>
                  </a:lnTo>
                  <a:lnTo>
                    <a:pt x="133" y="59"/>
                  </a:lnTo>
                  <a:lnTo>
                    <a:pt x="118" y="67"/>
                  </a:lnTo>
                  <a:lnTo>
                    <a:pt x="79" y="38"/>
                  </a:lnTo>
                  <a:lnTo>
                    <a:pt x="79" y="38"/>
                  </a:lnTo>
                  <a:lnTo>
                    <a:pt x="75" y="36"/>
                  </a:lnTo>
                  <a:lnTo>
                    <a:pt x="71" y="38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35" y="77"/>
                  </a:lnTo>
                  <a:lnTo>
                    <a:pt x="36" y="81"/>
                  </a:lnTo>
                  <a:lnTo>
                    <a:pt x="66" y="118"/>
                  </a:lnTo>
                  <a:lnTo>
                    <a:pt x="66" y="118"/>
                  </a:lnTo>
                  <a:lnTo>
                    <a:pt x="58" y="134"/>
                  </a:lnTo>
                  <a:lnTo>
                    <a:pt x="52" y="151"/>
                  </a:lnTo>
                  <a:lnTo>
                    <a:pt x="5" y="157"/>
                  </a:lnTo>
                  <a:lnTo>
                    <a:pt x="5" y="157"/>
                  </a:lnTo>
                  <a:lnTo>
                    <a:pt x="1" y="160"/>
                  </a:lnTo>
                  <a:lnTo>
                    <a:pt x="0" y="163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" y="215"/>
                  </a:lnTo>
                  <a:lnTo>
                    <a:pt x="5" y="218"/>
                  </a:lnTo>
                  <a:lnTo>
                    <a:pt x="52" y="224"/>
                  </a:lnTo>
                  <a:lnTo>
                    <a:pt x="52" y="224"/>
                  </a:lnTo>
                  <a:lnTo>
                    <a:pt x="58" y="241"/>
                  </a:lnTo>
                  <a:lnTo>
                    <a:pt x="66" y="257"/>
                  </a:lnTo>
                  <a:lnTo>
                    <a:pt x="36" y="294"/>
                  </a:lnTo>
                  <a:lnTo>
                    <a:pt x="36" y="294"/>
                  </a:lnTo>
                  <a:lnTo>
                    <a:pt x="35" y="298"/>
                  </a:lnTo>
                  <a:lnTo>
                    <a:pt x="38" y="302"/>
                  </a:lnTo>
                  <a:lnTo>
                    <a:pt x="71" y="337"/>
                  </a:lnTo>
                  <a:lnTo>
                    <a:pt x="71" y="337"/>
                  </a:lnTo>
                  <a:lnTo>
                    <a:pt x="74" y="339"/>
                  </a:lnTo>
                  <a:lnTo>
                    <a:pt x="75" y="339"/>
                  </a:lnTo>
                  <a:lnTo>
                    <a:pt x="75" y="339"/>
                  </a:lnTo>
                  <a:lnTo>
                    <a:pt x="79" y="337"/>
                  </a:lnTo>
                  <a:lnTo>
                    <a:pt x="118" y="308"/>
                  </a:lnTo>
                  <a:lnTo>
                    <a:pt x="118" y="308"/>
                  </a:lnTo>
                  <a:lnTo>
                    <a:pt x="133" y="316"/>
                  </a:lnTo>
                  <a:lnTo>
                    <a:pt x="151" y="321"/>
                  </a:lnTo>
                  <a:lnTo>
                    <a:pt x="156" y="370"/>
                  </a:lnTo>
                  <a:lnTo>
                    <a:pt x="156" y="370"/>
                  </a:lnTo>
                  <a:lnTo>
                    <a:pt x="159" y="374"/>
                  </a:lnTo>
                  <a:lnTo>
                    <a:pt x="163" y="375"/>
                  </a:lnTo>
                  <a:lnTo>
                    <a:pt x="211" y="375"/>
                  </a:lnTo>
                  <a:lnTo>
                    <a:pt x="211" y="375"/>
                  </a:lnTo>
                  <a:lnTo>
                    <a:pt x="215" y="374"/>
                  </a:lnTo>
                  <a:lnTo>
                    <a:pt x="216" y="370"/>
                  </a:lnTo>
                  <a:lnTo>
                    <a:pt x="223" y="321"/>
                  </a:lnTo>
                  <a:lnTo>
                    <a:pt x="223" y="321"/>
                  </a:lnTo>
                  <a:lnTo>
                    <a:pt x="239" y="316"/>
                  </a:lnTo>
                  <a:lnTo>
                    <a:pt x="255" y="308"/>
                  </a:lnTo>
                  <a:lnTo>
                    <a:pt x="294" y="337"/>
                  </a:lnTo>
                  <a:lnTo>
                    <a:pt x="294" y="337"/>
                  </a:lnTo>
                  <a:lnTo>
                    <a:pt x="297" y="339"/>
                  </a:lnTo>
                  <a:lnTo>
                    <a:pt x="297" y="339"/>
                  </a:lnTo>
                  <a:lnTo>
                    <a:pt x="300" y="339"/>
                  </a:lnTo>
                  <a:lnTo>
                    <a:pt x="302" y="337"/>
                  </a:lnTo>
                  <a:lnTo>
                    <a:pt x="336" y="302"/>
                  </a:lnTo>
                  <a:lnTo>
                    <a:pt x="336" y="302"/>
                  </a:lnTo>
                  <a:lnTo>
                    <a:pt x="337" y="298"/>
                  </a:lnTo>
                  <a:lnTo>
                    <a:pt x="336" y="294"/>
                  </a:lnTo>
                  <a:lnTo>
                    <a:pt x="308" y="257"/>
                  </a:lnTo>
                  <a:lnTo>
                    <a:pt x="308" y="257"/>
                  </a:lnTo>
                  <a:lnTo>
                    <a:pt x="314" y="241"/>
                  </a:lnTo>
                  <a:lnTo>
                    <a:pt x="321" y="224"/>
                  </a:lnTo>
                  <a:lnTo>
                    <a:pt x="368" y="218"/>
                  </a:lnTo>
                  <a:lnTo>
                    <a:pt x="368" y="218"/>
                  </a:lnTo>
                  <a:lnTo>
                    <a:pt x="372" y="215"/>
                  </a:lnTo>
                  <a:lnTo>
                    <a:pt x="374" y="211"/>
                  </a:lnTo>
                  <a:lnTo>
                    <a:pt x="374" y="163"/>
                  </a:lnTo>
                  <a:lnTo>
                    <a:pt x="374" y="163"/>
                  </a:lnTo>
                  <a:lnTo>
                    <a:pt x="372" y="160"/>
                  </a:lnTo>
                  <a:lnTo>
                    <a:pt x="368" y="157"/>
                  </a:lnTo>
                  <a:lnTo>
                    <a:pt x="368" y="157"/>
                  </a:lnTo>
                  <a:close/>
                  <a:moveTo>
                    <a:pt x="187" y="267"/>
                  </a:moveTo>
                  <a:lnTo>
                    <a:pt x="187" y="267"/>
                  </a:lnTo>
                  <a:lnTo>
                    <a:pt x="179" y="266"/>
                  </a:lnTo>
                  <a:lnTo>
                    <a:pt x="171" y="266"/>
                  </a:lnTo>
                  <a:lnTo>
                    <a:pt x="156" y="261"/>
                  </a:lnTo>
                  <a:lnTo>
                    <a:pt x="142" y="254"/>
                  </a:lnTo>
                  <a:lnTo>
                    <a:pt x="130" y="243"/>
                  </a:lnTo>
                  <a:lnTo>
                    <a:pt x="121" y="233"/>
                  </a:lnTo>
                  <a:lnTo>
                    <a:pt x="113" y="219"/>
                  </a:lnTo>
                  <a:lnTo>
                    <a:pt x="109" y="203"/>
                  </a:lnTo>
                  <a:lnTo>
                    <a:pt x="108" y="196"/>
                  </a:lnTo>
                  <a:lnTo>
                    <a:pt x="108" y="187"/>
                  </a:lnTo>
                  <a:lnTo>
                    <a:pt x="108" y="187"/>
                  </a:lnTo>
                  <a:lnTo>
                    <a:pt x="108" y="179"/>
                  </a:lnTo>
                  <a:lnTo>
                    <a:pt x="109" y="171"/>
                  </a:lnTo>
                  <a:lnTo>
                    <a:pt x="113" y="156"/>
                  </a:lnTo>
                  <a:lnTo>
                    <a:pt x="121" y="142"/>
                  </a:lnTo>
                  <a:lnTo>
                    <a:pt x="130" y="132"/>
                  </a:lnTo>
                  <a:lnTo>
                    <a:pt x="142" y="121"/>
                  </a:lnTo>
                  <a:lnTo>
                    <a:pt x="156" y="114"/>
                  </a:lnTo>
                  <a:lnTo>
                    <a:pt x="171" y="109"/>
                  </a:lnTo>
                  <a:lnTo>
                    <a:pt x="179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95" y="108"/>
                  </a:lnTo>
                  <a:lnTo>
                    <a:pt x="203" y="109"/>
                  </a:lnTo>
                  <a:lnTo>
                    <a:pt x="218" y="114"/>
                  </a:lnTo>
                  <a:lnTo>
                    <a:pt x="231" y="121"/>
                  </a:lnTo>
                  <a:lnTo>
                    <a:pt x="243" y="132"/>
                  </a:lnTo>
                  <a:lnTo>
                    <a:pt x="253" y="142"/>
                  </a:lnTo>
                  <a:lnTo>
                    <a:pt x="259" y="156"/>
                  </a:lnTo>
                  <a:lnTo>
                    <a:pt x="265" y="171"/>
                  </a:lnTo>
                  <a:lnTo>
                    <a:pt x="266" y="179"/>
                  </a:lnTo>
                  <a:lnTo>
                    <a:pt x="266" y="187"/>
                  </a:lnTo>
                  <a:lnTo>
                    <a:pt x="266" y="187"/>
                  </a:lnTo>
                  <a:lnTo>
                    <a:pt x="266" y="196"/>
                  </a:lnTo>
                  <a:lnTo>
                    <a:pt x="265" y="203"/>
                  </a:lnTo>
                  <a:lnTo>
                    <a:pt x="259" y="219"/>
                  </a:lnTo>
                  <a:lnTo>
                    <a:pt x="253" y="233"/>
                  </a:lnTo>
                  <a:lnTo>
                    <a:pt x="243" y="243"/>
                  </a:lnTo>
                  <a:lnTo>
                    <a:pt x="231" y="254"/>
                  </a:lnTo>
                  <a:lnTo>
                    <a:pt x="218" y="261"/>
                  </a:lnTo>
                  <a:lnTo>
                    <a:pt x="203" y="266"/>
                  </a:lnTo>
                  <a:lnTo>
                    <a:pt x="195" y="266"/>
                  </a:lnTo>
                  <a:lnTo>
                    <a:pt x="187" y="267"/>
                  </a:lnTo>
                  <a:lnTo>
                    <a:pt x="18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9" name="5-Point Star 185">
            <a:extLst>
              <a:ext uri="{FF2B5EF4-FFF2-40B4-BE49-F238E27FC236}">
                <a16:creationId xmlns:a16="http://schemas.microsoft.com/office/drawing/2014/main" id="{F7EB018E-4776-4DA0-4C54-4DF7FEBA70FB}"/>
              </a:ext>
            </a:extLst>
          </p:cNvPr>
          <p:cNvSpPr/>
          <p:nvPr/>
        </p:nvSpPr>
        <p:spPr bwMode="gray">
          <a:xfrm>
            <a:off x="9069290" y="2248500"/>
            <a:ext cx="248479" cy="248479"/>
          </a:xfrm>
          <a:prstGeom prst="star5">
            <a:avLst>
              <a:gd name="adj" fmla="val 15400"/>
              <a:gd name="hf" fmla="val 105146"/>
              <a:gd name="vf" fmla="val 110557"/>
            </a:avLst>
          </a:prstGeom>
          <a:solidFill>
            <a:schemeClr val="tx1">
              <a:lumMod val="75000"/>
              <a:lumOff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0345CA5E-F1BF-1385-D3C5-F94454F70FEB}"/>
              </a:ext>
            </a:extLst>
          </p:cNvPr>
          <p:cNvSpPr/>
          <p:nvPr/>
        </p:nvSpPr>
        <p:spPr>
          <a:xfrm>
            <a:off x="8564981" y="2028017"/>
            <a:ext cx="196770" cy="196770"/>
          </a:xfrm>
          <a:prstGeom prst="diamond">
            <a:avLst/>
          </a:prstGeom>
          <a:gradFill flip="none" rotWithShape="1">
            <a:gsLst>
              <a:gs pos="49000">
                <a:srgbClr val="B95D1F"/>
              </a:gs>
              <a:gs pos="0">
                <a:schemeClr val="accent2"/>
              </a:gs>
              <a:gs pos="50000">
                <a:schemeClr val="accent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>
            <a:solidFill>
              <a:srgbClr val="6D6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BD8552F4-C498-035F-CF86-AA764F31AA07}"/>
              </a:ext>
            </a:extLst>
          </p:cNvPr>
          <p:cNvSpPr/>
          <p:nvPr/>
        </p:nvSpPr>
        <p:spPr>
          <a:xfrm>
            <a:off x="9553713" y="2274354"/>
            <a:ext cx="196770" cy="196770"/>
          </a:xfrm>
          <a:prstGeom prst="diamond">
            <a:avLst/>
          </a:prstGeom>
          <a:gradFill flip="none" rotWithShape="1">
            <a:gsLst>
              <a:gs pos="49000">
                <a:srgbClr val="B95D1F"/>
              </a:gs>
              <a:gs pos="0">
                <a:schemeClr val="accent2"/>
              </a:gs>
              <a:gs pos="50000">
                <a:schemeClr val="accent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>
            <a:solidFill>
              <a:srgbClr val="6D6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8F5881F-FB61-8EA0-F2B1-D902216B54F8}"/>
              </a:ext>
            </a:extLst>
          </p:cNvPr>
          <p:cNvSpPr/>
          <p:nvPr/>
        </p:nvSpPr>
        <p:spPr>
          <a:xfrm>
            <a:off x="4540275" y="1502653"/>
            <a:ext cx="196770" cy="196770"/>
          </a:xfrm>
          <a:prstGeom prst="diamond">
            <a:avLst/>
          </a:prstGeom>
          <a:gradFill flip="none" rotWithShape="1">
            <a:gsLst>
              <a:gs pos="49000">
                <a:srgbClr val="B95D1F"/>
              </a:gs>
              <a:gs pos="0">
                <a:schemeClr val="accent2"/>
              </a:gs>
              <a:gs pos="50000">
                <a:schemeClr val="accent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>
            <a:solidFill>
              <a:srgbClr val="6D6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62DA9F2-D92C-10DB-133C-12D38D96ECBD}"/>
              </a:ext>
            </a:extLst>
          </p:cNvPr>
          <p:cNvSpPr/>
          <p:nvPr/>
        </p:nvSpPr>
        <p:spPr>
          <a:xfrm>
            <a:off x="4763703" y="1261255"/>
            <a:ext cx="2127939" cy="248377"/>
          </a:xfrm>
          <a:prstGeom prst="rect">
            <a:avLst/>
          </a:prstGeom>
          <a:solidFill>
            <a:schemeClr val="bg1">
              <a:alpha val="70000"/>
            </a:schemeClr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Arial" panose="020B0604020202020204" pitchFamily="34" charset="0"/>
              </a:rPr>
              <a:t>Milestone 1: Initiation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9F33412-06FD-DF38-6453-905AA8EEBB1C}"/>
              </a:ext>
            </a:extLst>
          </p:cNvPr>
          <p:cNvSpPr/>
          <p:nvPr/>
        </p:nvSpPr>
        <p:spPr>
          <a:xfrm>
            <a:off x="8686986" y="1412381"/>
            <a:ext cx="2127939" cy="248377"/>
          </a:xfrm>
          <a:prstGeom prst="rect">
            <a:avLst/>
          </a:prstGeom>
          <a:solidFill>
            <a:schemeClr val="bg1">
              <a:alpha val="70000"/>
            </a:schemeClr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Arial" panose="020B0604020202020204" pitchFamily="34" charset="0"/>
              </a:rPr>
              <a:t>Milestone 2: UAT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A527A55-CA6F-CA03-D974-FB1AF0E24CBC}"/>
              </a:ext>
            </a:extLst>
          </p:cNvPr>
          <p:cNvSpPr/>
          <p:nvPr/>
        </p:nvSpPr>
        <p:spPr>
          <a:xfrm>
            <a:off x="9372941" y="1991462"/>
            <a:ext cx="2127939" cy="248377"/>
          </a:xfrm>
          <a:prstGeom prst="rect">
            <a:avLst/>
          </a:prstGeom>
          <a:solidFill>
            <a:schemeClr val="bg1">
              <a:alpha val="70000"/>
            </a:schemeClr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Arial" panose="020B0604020202020204" pitchFamily="34" charset="0"/>
              </a:rPr>
              <a:t>Milestone 3: Project Closure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4A1AF8F4-6423-61E9-355B-07AE5A6D21F7}"/>
              </a:ext>
            </a:extLst>
          </p:cNvPr>
          <p:cNvCxnSpPr>
            <a:stCxn id="132" idx="0"/>
            <a:endCxn id="133" idx="1"/>
          </p:cNvCxnSpPr>
          <p:nvPr/>
        </p:nvCxnSpPr>
        <p:spPr>
          <a:xfrm rot="5400000" flipH="1" flipV="1">
            <a:off x="4642577" y="1381528"/>
            <a:ext cx="117209" cy="12504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C54E61FF-52C7-7E0B-BD38-4262951BF1D1}"/>
              </a:ext>
            </a:extLst>
          </p:cNvPr>
          <p:cNvCxnSpPr>
            <a:stCxn id="130" idx="0"/>
            <a:endCxn id="134" idx="1"/>
          </p:cNvCxnSpPr>
          <p:nvPr/>
        </p:nvCxnSpPr>
        <p:spPr>
          <a:xfrm rot="5400000" flipH="1" flipV="1">
            <a:off x="8429453" y="1770484"/>
            <a:ext cx="491447" cy="236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55AF2DF4-B497-D2CC-6738-11FB46B7C6E4}"/>
              </a:ext>
            </a:extLst>
          </p:cNvPr>
          <p:cNvCxnSpPr>
            <a:endCxn id="135" idx="2"/>
          </p:cNvCxnSpPr>
          <p:nvPr/>
        </p:nvCxnSpPr>
        <p:spPr>
          <a:xfrm flipV="1">
            <a:off x="9557983" y="2239839"/>
            <a:ext cx="878928" cy="1329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Arrow: Pentagon 138">
            <a:extLst>
              <a:ext uri="{FF2B5EF4-FFF2-40B4-BE49-F238E27FC236}">
                <a16:creationId xmlns:a16="http://schemas.microsoft.com/office/drawing/2014/main" id="{A45B76C5-37EA-9024-D33B-82571B91ECE6}"/>
              </a:ext>
            </a:extLst>
          </p:cNvPr>
          <p:cNvSpPr/>
          <p:nvPr/>
        </p:nvSpPr>
        <p:spPr>
          <a:xfrm>
            <a:off x="3736258" y="1339217"/>
            <a:ext cx="36576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Arrow: Pentagon 139">
            <a:extLst>
              <a:ext uri="{FF2B5EF4-FFF2-40B4-BE49-F238E27FC236}">
                <a16:creationId xmlns:a16="http://schemas.microsoft.com/office/drawing/2014/main" id="{40AF5AA1-DE12-24E5-E89D-43810964A0F1}"/>
              </a:ext>
            </a:extLst>
          </p:cNvPr>
          <p:cNvSpPr/>
          <p:nvPr/>
        </p:nvSpPr>
        <p:spPr>
          <a:xfrm>
            <a:off x="2885366" y="1340126"/>
            <a:ext cx="914400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7E5F4B3-6535-2DDD-F707-B4EAE520C4B3}"/>
              </a:ext>
            </a:extLst>
          </p:cNvPr>
          <p:cNvGrpSpPr/>
          <p:nvPr/>
        </p:nvGrpSpPr>
        <p:grpSpPr>
          <a:xfrm>
            <a:off x="4931475" y="2544573"/>
            <a:ext cx="7019892" cy="251817"/>
            <a:chOff x="4233559" y="3454235"/>
            <a:chExt cx="7019892" cy="276999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7713AB2D-371E-9F5F-7F9B-668C113EFBF0}"/>
                </a:ext>
              </a:extLst>
            </p:cNvPr>
            <p:cNvGrpSpPr/>
            <p:nvPr/>
          </p:nvGrpSpPr>
          <p:grpSpPr>
            <a:xfrm>
              <a:off x="4233559" y="3454235"/>
              <a:ext cx="6033747" cy="276999"/>
              <a:chOff x="6158253" y="6204858"/>
              <a:chExt cx="6033747" cy="27699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C0D2AD4-D0D6-9D3E-5FA6-5D0F185A75EC}"/>
                  </a:ext>
                </a:extLst>
              </p:cNvPr>
              <p:cNvGrpSpPr/>
              <p:nvPr/>
            </p:nvGrpSpPr>
            <p:grpSpPr>
              <a:xfrm>
                <a:off x="7020372" y="6211638"/>
                <a:ext cx="756751" cy="243746"/>
                <a:chOff x="7906633" y="6236135"/>
                <a:chExt cx="756751" cy="243746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6BB6B721-9BEA-D30E-0364-FE7E5DD1891B}"/>
                    </a:ext>
                  </a:extLst>
                </p:cNvPr>
                <p:cNvGrpSpPr/>
                <p:nvPr/>
              </p:nvGrpSpPr>
              <p:grpSpPr>
                <a:xfrm>
                  <a:off x="7906633" y="6236135"/>
                  <a:ext cx="251516" cy="243746"/>
                  <a:chOff x="6183149" y="5596614"/>
                  <a:chExt cx="1308038" cy="1267638"/>
                </a:xfrm>
              </p:grpSpPr>
              <p:sp>
                <p:nvSpPr>
                  <p:cNvPr id="167" name="Oval 166">
                    <a:extLst>
                      <a:ext uri="{FF2B5EF4-FFF2-40B4-BE49-F238E27FC236}">
                        <a16:creationId xmlns:a16="http://schemas.microsoft.com/office/drawing/2014/main" id="{540D4121-B29F-E6EC-D543-FFB9A3FDD0A7}"/>
                      </a:ext>
                    </a:extLst>
                  </p:cNvPr>
                  <p:cNvSpPr/>
                  <p:nvPr/>
                </p:nvSpPr>
                <p:spPr>
                  <a:xfrm>
                    <a:off x="6566982" y="5943317"/>
                    <a:ext cx="583894" cy="56633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68" name="Freeform 92">
                    <a:extLst>
                      <a:ext uri="{FF2B5EF4-FFF2-40B4-BE49-F238E27FC236}">
                        <a16:creationId xmlns:a16="http://schemas.microsoft.com/office/drawing/2014/main" id="{DA836862-D039-E533-3017-4FB26F5D4DB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493776" y="5878813"/>
                    <a:ext cx="709000" cy="687681"/>
                  </a:xfrm>
                  <a:custGeom>
                    <a:avLst/>
                    <a:gdLst>
                      <a:gd name="T0" fmla="*/ 312 w 659"/>
                      <a:gd name="T1" fmla="*/ 657 h 657"/>
                      <a:gd name="T2" fmla="*/ 264 w 659"/>
                      <a:gd name="T3" fmla="*/ 650 h 657"/>
                      <a:gd name="T4" fmla="*/ 202 w 659"/>
                      <a:gd name="T5" fmla="*/ 631 h 657"/>
                      <a:gd name="T6" fmla="*/ 120 w 659"/>
                      <a:gd name="T7" fmla="*/ 582 h 657"/>
                      <a:gd name="T8" fmla="*/ 57 w 659"/>
                      <a:gd name="T9" fmla="*/ 512 h 657"/>
                      <a:gd name="T10" fmla="*/ 15 w 659"/>
                      <a:gd name="T11" fmla="*/ 426 h 657"/>
                      <a:gd name="T12" fmla="*/ 4 w 659"/>
                      <a:gd name="T13" fmla="*/ 379 h 657"/>
                      <a:gd name="T14" fmla="*/ 0 w 659"/>
                      <a:gd name="T15" fmla="*/ 328 h 657"/>
                      <a:gd name="T16" fmla="*/ 3 w 659"/>
                      <a:gd name="T17" fmla="*/ 294 h 657"/>
                      <a:gd name="T18" fmla="*/ 11 w 659"/>
                      <a:gd name="T19" fmla="*/ 246 h 657"/>
                      <a:gd name="T20" fmla="*/ 41 w 659"/>
                      <a:gd name="T21" fmla="*/ 172 h 657"/>
                      <a:gd name="T22" fmla="*/ 97 w 659"/>
                      <a:gd name="T23" fmla="*/ 95 h 657"/>
                      <a:gd name="T24" fmla="*/ 172 w 659"/>
                      <a:gd name="T25" fmla="*/ 39 h 657"/>
                      <a:gd name="T26" fmla="*/ 248 w 659"/>
                      <a:gd name="T27" fmla="*/ 9 h 657"/>
                      <a:gd name="T28" fmla="*/ 296 w 659"/>
                      <a:gd name="T29" fmla="*/ 1 h 657"/>
                      <a:gd name="T30" fmla="*/ 330 w 659"/>
                      <a:gd name="T31" fmla="*/ 0 h 657"/>
                      <a:gd name="T32" fmla="*/ 379 w 659"/>
                      <a:gd name="T33" fmla="*/ 2 h 657"/>
                      <a:gd name="T34" fmla="*/ 428 w 659"/>
                      <a:gd name="T35" fmla="*/ 15 h 657"/>
                      <a:gd name="T36" fmla="*/ 514 w 659"/>
                      <a:gd name="T37" fmla="*/ 55 h 657"/>
                      <a:gd name="T38" fmla="*/ 583 w 659"/>
                      <a:gd name="T39" fmla="*/ 119 h 657"/>
                      <a:gd name="T40" fmla="*/ 633 w 659"/>
                      <a:gd name="T41" fmla="*/ 200 h 657"/>
                      <a:gd name="T42" fmla="*/ 652 w 659"/>
                      <a:gd name="T43" fmla="*/ 262 h 657"/>
                      <a:gd name="T44" fmla="*/ 657 w 659"/>
                      <a:gd name="T45" fmla="*/ 311 h 657"/>
                      <a:gd name="T46" fmla="*/ 657 w 659"/>
                      <a:gd name="T47" fmla="*/ 345 h 657"/>
                      <a:gd name="T48" fmla="*/ 652 w 659"/>
                      <a:gd name="T49" fmla="*/ 395 h 657"/>
                      <a:gd name="T50" fmla="*/ 633 w 659"/>
                      <a:gd name="T51" fmla="*/ 457 h 657"/>
                      <a:gd name="T52" fmla="*/ 583 w 659"/>
                      <a:gd name="T53" fmla="*/ 537 h 657"/>
                      <a:gd name="T54" fmla="*/ 514 w 659"/>
                      <a:gd name="T55" fmla="*/ 600 h 657"/>
                      <a:gd name="T56" fmla="*/ 428 w 659"/>
                      <a:gd name="T57" fmla="*/ 642 h 657"/>
                      <a:gd name="T58" fmla="*/ 379 w 659"/>
                      <a:gd name="T59" fmla="*/ 653 h 657"/>
                      <a:gd name="T60" fmla="*/ 330 w 659"/>
                      <a:gd name="T61" fmla="*/ 657 h 657"/>
                      <a:gd name="T62" fmla="*/ 330 w 659"/>
                      <a:gd name="T63" fmla="*/ 37 h 657"/>
                      <a:gd name="T64" fmla="*/ 244 w 659"/>
                      <a:gd name="T65" fmla="*/ 49 h 657"/>
                      <a:gd name="T66" fmla="*/ 167 w 659"/>
                      <a:gd name="T67" fmla="*/ 87 h 657"/>
                      <a:gd name="T68" fmla="*/ 105 w 659"/>
                      <a:gd name="T69" fmla="*/ 144 h 657"/>
                      <a:gd name="T70" fmla="*/ 61 w 659"/>
                      <a:gd name="T71" fmla="*/ 215 h 657"/>
                      <a:gd name="T72" fmla="*/ 39 w 659"/>
                      <a:gd name="T73" fmla="*/ 298 h 657"/>
                      <a:gd name="T74" fmla="*/ 39 w 659"/>
                      <a:gd name="T75" fmla="*/ 357 h 657"/>
                      <a:gd name="T76" fmla="*/ 61 w 659"/>
                      <a:gd name="T77" fmla="*/ 442 h 657"/>
                      <a:gd name="T78" fmla="*/ 105 w 659"/>
                      <a:gd name="T79" fmla="*/ 513 h 657"/>
                      <a:gd name="T80" fmla="*/ 167 w 659"/>
                      <a:gd name="T81" fmla="*/ 569 h 657"/>
                      <a:gd name="T82" fmla="*/ 244 w 659"/>
                      <a:gd name="T83" fmla="*/ 606 h 657"/>
                      <a:gd name="T84" fmla="*/ 330 w 659"/>
                      <a:gd name="T85" fmla="*/ 619 h 657"/>
                      <a:gd name="T86" fmla="*/ 389 w 659"/>
                      <a:gd name="T87" fmla="*/ 614 h 657"/>
                      <a:gd name="T88" fmla="*/ 468 w 659"/>
                      <a:gd name="T89" fmla="*/ 584 h 657"/>
                      <a:gd name="T90" fmla="*/ 535 w 659"/>
                      <a:gd name="T91" fmla="*/ 535 h 657"/>
                      <a:gd name="T92" fmla="*/ 586 w 659"/>
                      <a:gd name="T93" fmla="*/ 467 h 657"/>
                      <a:gd name="T94" fmla="*/ 614 w 659"/>
                      <a:gd name="T95" fmla="*/ 387 h 657"/>
                      <a:gd name="T96" fmla="*/ 621 w 659"/>
                      <a:gd name="T97" fmla="*/ 328 h 657"/>
                      <a:gd name="T98" fmla="*/ 608 w 659"/>
                      <a:gd name="T99" fmla="*/ 242 h 657"/>
                      <a:gd name="T100" fmla="*/ 571 w 659"/>
                      <a:gd name="T101" fmla="*/ 165 h 657"/>
                      <a:gd name="T102" fmla="*/ 515 w 659"/>
                      <a:gd name="T103" fmla="*/ 103 h 657"/>
                      <a:gd name="T104" fmla="*/ 442 w 659"/>
                      <a:gd name="T105" fmla="*/ 60 h 657"/>
                      <a:gd name="T106" fmla="*/ 359 w 659"/>
                      <a:gd name="T107" fmla="*/ 39 h 6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659" h="657">
                        <a:moveTo>
                          <a:pt x="330" y="657"/>
                        </a:moveTo>
                        <a:lnTo>
                          <a:pt x="330" y="657"/>
                        </a:lnTo>
                        <a:lnTo>
                          <a:pt x="312" y="657"/>
                        </a:lnTo>
                        <a:lnTo>
                          <a:pt x="296" y="655"/>
                        </a:lnTo>
                        <a:lnTo>
                          <a:pt x="280" y="653"/>
                        </a:lnTo>
                        <a:lnTo>
                          <a:pt x="264" y="650"/>
                        </a:lnTo>
                        <a:lnTo>
                          <a:pt x="248" y="646"/>
                        </a:lnTo>
                        <a:lnTo>
                          <a:pt x="231" y="642"/>
                        </a:lnTo>
                        <a:lnTo>
                          <a:pt x="202" y="631"/>
                        </a:lnTo>
                        <a:lnTo>
                          <a:pt x="172" y="618"/>
                        </a:lnTo>
                        <a:lnTo>
                          <a:pt x="145" y="600"/>
                        </a:lnTo>
                        <a:lnTo>
                          <a:pt x="120" y="582"/>
                        </a:lnTo>
                        <a:lnTo>
                          <a:pt x="97" y="560"/>
                        </a:lnTo>
                        <a:lnTo>
                          <a:pt x="76" y="537"/>
                        </a:lnTo>
                        <a:lnTo>
                          <a:pt x="57" y="512"/>
                        </a:lnTo>
                        <a:lnTo>
                          <a:pt x="41" y="485"/>
                        </a:lnTo>
                        <a:lnTo>
                          <a:pt x="27" y="457"/>
                        </a:lnTo>
                        <a:lnTo>
                          <a:pt x="15" y="426"/>
                        </a:lnTo>
                        <a:lnTo>
                          <a:pt x="11" y="410"/>
                        </a:lnTo>
                        <a:lnTo>
                          <a:pt x="7" y="395"/>
                        </a:lnTo>
                        <a:lnTo>
                          <a:pt x="4" y="379"/>
                        </a:lnTo>
                        <a:lnTo>
                          <a:pt x="3" y="361"/>
                        </a:lnTo>
                        <a:lnTo>
                          <a:pt x="2" y="345"/>
                        </a:lnTo>
                        <a:lnTo>
                          <a:pt x="0" y="328"/>
                        </a:lnTo>
                        <a:lnTo>
                          <a:pt x="0" y="328"/>
                        </a:lnTo>
                        <a:lnTo>
                          <a:pt x="2" y="311"/>
                        </a:lnTo>
                        <a:lnTo>
                          <a:pt x="3" y="294"/>
                        </a:lnTo>
                        <a:lnTo>
                          <a:pt x="4" y="278"/>
                        </a:lnTo>
                        <a:lnTo>
                          <a:pt x="7" y="262"/>
                        </a:lnTo>
                        <a:lnTo>
                          <a:pt x="11" y="246"/>
                        </a:lnTo>
                        <a:lnTo>
                          <a:pt x="15" y="231"/>
                        </a:lnTo>
                        <a:lnTo>
                          <a:pt x="27" y="200"/>
                        </a:lnTo>
                        <a:lnTo>
                          <a:pt x="41" y="172"/>
                        </a:lnTo>
                        <a:lnTo>
                          <a:pt x="57" y="145"/>
                        </a:lnTo>
                        <a:lnTo>
                          <a:pt x="76" y="119"/>
                        </a:lnTo>
                        <a:lnTo>
                          <a:pt x="97" y="95"/>
                        </a:lnTo>
                        <a:lnTo>
                          <a:pt x="120" y="75"/>
                        </a:lnTo>
                        <a:lnTo>
                          <a:pt x="145" y="55"/>
                        </a:lnTo>
                        <a:lnTo>
                          <a:pt x="172" y="39"/>
                        </a:lnTo>
                        <a:lnTo>
                          <a:pt x="202" y="25"/>
                        </a:lnTo>
                        <a:lnTo>
                          <a:pt x="231" y="15"/>
                        </a:lnTo>
                        <a:lnTo>
                          <a:pt x="248" y="9"/>
                        </a:lnTo>
                        <a:lnTo>
                          <a:pt x="264" y="6"/>
                        </a:lnTo>
                        <a:lnTo>
                          <a:pt x="280" y="2"/>
                        </a:lnTo>
                        <a:lnTo>
                          <a:pt x="296" y="1"/>
                        </a:lnTo>
                        <a:lnTo>
                          <a:pt x="312" y="0"/>
                        </a:lnTo>
                        <a:lnTo>
                          <a:pt x="330" y="0"/>
                        </a:lnTo>
                        <a:lnTo>
                          <a:pt x="330" y="0"/>
                        </a:lnTo>
                        <a:lnTo>
                          <a:pt x="347" y="0"/>
                        </a:lnTo>
                        <a:lnTo>
                          <a:pt x="363" y="1"/>
                        </a:lnTo>
                        <a:lnTo>
                          <a:pt x="379" y="2"/>
                        </a:lnTo>
                        <a:lnTo>
                          <a:pt x="395" y="6"/>
                        </a:lnTo>
                        <a:lnTo>
                          <a:pt x="411" y="9"/>
                        </a:lnTo>
                        <a:lnTo>
                          <a:pt x="428" y="15"/>
                        </a:lnTo>
                        <a:lnTo>
                          <a:pt x="457" y="25"/>
                        </a:lnTo>
                        <a:lnTo>
                          <a:pt x="487" y="39"/>
                        </a:lnTo>
                        <a:lnTo>
                          <a:pt x="514" y="55"/>
                        </a:lnTo>
                        <a:lnTo>
                          <a:pt x="539" y="75"/>
                        </a:lnTo>
                        <a:lnTo>
                          <a:pt x="562" y="95"/>
                        </a:lnTo>
                        <a:lnTo>
                          <a:pt x="583" y="119"/>
                        </a:lnTo>
                        <a:lnTo>
                          <a:pt x="602" y="145"/>
                        </a:lnTo>
                        <a:lnTo>
                          <a:pt x="618" y="172"/>
                        </a:lnTo>
                        <a:lnTo>
                          <a:pt x="633" y="200"/>
                        </a:lnTo>
                        <a:lnTo>
                          <a:pt x="644" y="231"/>
                        </a:lnTo>
                        <a:lnTo>
                          <a:pt x="648" y="246"/>
                        </a:lnTo>
                        <a:lnTo>
                          <a:pt x="652" y="262"/>
                        </a:lnTo>
                        <a:lnTo>
                          <a:pt x="655" y="278"/>
                        </a:lnTo>
                        <a:lnTo>
                          <a:pt x="657" y="294"/>
                        </a:lnTo>
                        <a:lnTo>
                          <a:pt x="657" y="311"/>
                        </a:lnTo>
                        <a:lnTo>
                          <a:pt x="659" y="328"/>
                        </a:lnTo>
                        <a:lnTo>
                          <a:pt x="659" y="328"/>
                        </a:lnTo>
                        <a:lnTo>
                          <a:pt x="657" y="345"/>
                        </a:lnTo>
                        <a:lnTo>
                          <a:pt x="657" y="361"/>
                        </a:lnTo>
                        <a:lnTo>
                          <a:pt x="655" y="379"/>
                        </a:lnTo>
                        <a:lnTo>
                          <a:pt x="652" y="395"/>
                        </a:lnTo>
                        <a:lnTo>
                          <a:pt x="648" y="410"/>
                        </a:lnTo>
                        <a:lnTo>
                          <a:pt x="644" y="426"/>
                        </a:lnTo>
                        <a:lnTo>
                          <a:pt x="633" y="457"/>
                        </a:lnTo>
                        <a:lnTo>
                          <a:pt x="618" y="485"/>
                        </a:lnTo>
                        <a:lnTo>
                          <a:pt x="602" y="512"/>
                        </a:lnTo>
                        <a:lnTo>
                          <a:pt x="583" y="537"/>
                        </a:lnTo>
                        <a:lnTo>
                          <a:pt x="562" y="560"/>
                        </a:lnTo>
                        <a:lnTo>
                          <a:pt x="539" y="582"/>
                        </a:lnTo>
                        <a:lnTo>
                          <a:pt x="514" y="600"/>
                        </a:lnTo>
                        <a:lnTo>
                          <a:pt x="487" y="618"/>
                        </a:lnTo>
                        <a:lnTo>
                          <a:pt x="457" y="631"/>
                        </a:lnTo>
                        <a:lnTo>
                          <a:pt x="428" y="642"/>
                        </a:lnTo>
                        <a:lnTo>
                          <a:pt x="411" y="646"/>
                        </a:lnTo>
                        <a:lnTo>
                          <a:pt x="395" y="650"/>
                        </a:lnTo>
                        <a:lnTo>
                          <a:pt x="379" y="653"/>
                        </a:lnTo>
                        <a:lnTo>
                          <a:pt x="363" y="655"/>
                        </a:lnTo>
                        <a:lnTo>
                          <a:pt x="347" y="657"/>
                        </a:lnTo>
                        <a:lnTo>
                          <a:pt x="330" y="657"/>
                        </a:lnTo>
                        <a:lnTo>
                          <a:pt x="330" y="657"/>
                        </a:lnTo>
                        <a:close/>
                        <a:moveTo>
                          <a:pt x="330" y="37"/>
                        </a:moveTo>
                        <a:lnTo>
                          <a:pt x="330" y="37"/>
                        </a:lnTo>
                        <a:lnTo>
                          <a:pt x="300" y="39"/>
                        </a:lnTo>
                        <a:lnTo>
                          <a:pt x="270" y="43"/>
                        </a:lnTo>
                        <a:lnTo>
                          <a:pt x="244" y="49"/>
                        </a:lnTo>
                        <a:lnTo>
                          <a:pt x="217" y="60"/>
                        </a:lnTo>
                        <a:lnTo>
                          <a:pt x="191" y="72"/>
                        </a:lnTo>
                        <a:lnTo>
                          <a:pt x="167" y="87"/>
                        </a:lnTo>
                        <a:lnTo>
                          <a:pt x="144" y="103"/>
                        </a:lnTo>
                        <a:lnTo>
                          <a:pt x="124" y="122"/>
                        </a:lnTo>
                        <a:lnTo>
                          <a:pt x="105" y="144"/>
                        </a:lnTo>
                        <a:lnTo>
                          <a:pt x="88" y="165"/>
                        </a:lnTo>
                        <a:lnTo>
                          <a:pt x="73" y="189"/>
                        </a:lnTo>
                        <a:lnTo>
                          <a:pt x="61" y="215"/>
                        </a:lnTo>
                        <a:lnTo>
                          <a:pt x="51" y="242"/>
                        </a:lnTo>
                        <a:lnTo>
                          <a:pt x="45" y="270"/>
                        </a:lnTo>
                        <a:lnTo>
                          <a:pt x="39" y="298"/>
                        </a:lnTo>
                        <a:lnTo>
                          <a:pt x="38" y="328"/>
                        </a:lnTo>
                        <a:lnTo>
                          <a:pt x="38" y="328"/>
                        </a:lnTo>
                        <a:lnTo>
                          <a:pt x="39" y="357"/>
                        </a:lnTo>
                        <a:lnTo>
                          <a:pt x="45" y="387"/>
                        </a:lnTo>
                        <a:lnTo>
                          <a:pt x="51" y="415"/>
                        </a:lnTo>
                        <a:lnTo>
                          <a:pt x="61" y="442"/>
                        </a:lnTo>
                        <a:lnTo>
                          <a:pt x="73" y="467"/>
                        </a:lnTo>
                        <a:lnTo>
                          <a:pt x="88" y="490"/>
                        </a:lnTo>
                        <a:lnTo>
                          <a:pt x="105" y="513"/>
                        </a:lnTo>
                        <a:lnTo>
                          <a:pt x="124" y="535"/>
                        </a:lnTo>
                        <a:lnTo>
                          <a:pt x="144" y="553"/>
                        </a:lnTo>
                        <a:lnTo>
                          <a:pt x="167" y="569"/>
                        </a:lnTo>
                        <a:lnTo>
                          <a:pt x="191" y="584"/>
                        </a:lnTo>
                        <a:lnTo>
                          <a:pt x="217" y="596"/>
                        </a:lnTo>
                        <a:lnTo>
                          <a:pt x="244" y="606"/>
                        </a:lnTo>
                        <a:lnTo>
                          <a:pt x="270" y="614"/>
                        </a:lnTo>
                        <a:lnTo>
                          <a:pt x="300" y="618"/>
                        </a:lnTo>
                        <a:lnTo>
                          <a:pt x="330" y="619"/>
                        </a:lnTo>
                        <a:lnTo>
                          <a:pt x="330" y="619"/>
                        </a:lnTo>
                        <a:lnTo>
                          <a:pt x="359" y="618"/>
                        </a:lnTo>
                        <a:lnTo>
                          <a:pt x="389" y="614"/>
                        </a:lnTo>
                        <a:lnTo>
                          <a:pt x="415" y="606"/>
                        </a:lnTo>
                        <a:lnTo>
                          <a:pt x="442" y="596"/>
                        </a:lnTo>
                        <a:lnTo>
                          <a:pt x="468" y="584"/>
                        </a:lnTo>
                        <a:lnTo>
                          <a:pt x="492" y="569"/>
                        </a:lnTo>
                        <a:lnTo>
                          <a:pt x="515" y="553"/>
                        </a:lnTo>
                        <a:lnTo>
                          <a:pt x="535" y="535"/>
                        </a:lnTo>
                        <a:lnTo>
                          <a:pt x="554" y="513"/>
                        </a:lnTo>
                        <a:lnTo>
                          <a:pt x="571" y="490"/>
                        </a:lnTo>
                        <a:lnTo>
                          <a:pt x="586" y="467"/>
                        </a:lnTo>
                        <a:lnTo>
                          <a:pt x="598" y="442"/>
                        </a:lnTo>
                        <a:lnTo>
                          <a:pt x="608" y="415"/>
                        </a:lnTo>
                        <a:lnTo>
                          <a:pt x="614" y="387"/>
                        </a:lnTo>
                        <a:lnTo>
                          <a:pt x="620" y="357"/>
                        </a:lnTo>
                        <a:lnTo>
                          <a:pt x="621" y="328"/>
                        </a:lnTo>
                        <a:lnTo>
                          <a:pt x="621" y="328"/>
                        </a:lnTo>
                        <a:lnTo>
                          <a:pt x="620" y="298"/>
                        </a:lnTo>
                        <a:lnTo>
                          <a:pt x="614" y="270"/>
                        </a:lnTo>
                        <a:lnTo>
                          <a:pt x="608" y="242"/>
                        </a:lnTo>
                        <a:lnTo>
                          <a:pt x="598" y="215"/>
                        </a:lnTo>
                        <a:lnTo>
                          <a:pt x="586" y="189"/>
                        </a:lnTo>
                        <a:lnTo>
                          <a:pt x="571" y="165"/>
                        </a:lnTo>
                        <a:lnTo>
                          <a:pt x="554" y="144"/>
                        </a:lnTo>
                        <a:lnTo>
                          <a:pt x="535" y="122"/>
                        </a:lnTo>
                        <a:lnTo>
                          <a:pt x="515" y="103"/>
                        </a:lnTo>
                        <a:lnTo>
                          <a:pt x="492" y="87"/>
                        </a:lnTo>
                        <a:lnTo>
                          <a:pt x="468" y="72"/>
                        </a:lnTo>
                        <a:lnTo>
                          <a:pt x="442" y="60"/>
                        </a:lnTo>
                        <a:lnTo>
                          <a:pt x="415" y="49"/>
                        </a:lnTo>
                        <a:lnTo>
                          <a:pt x="389" y="43"/>
                        </a:lnTo>
                        <a:lnTo>
                          <a:pt x="359" y="39"/>
                        </a:lnTo>
                        <a:lnTo>
                          <a:pt x="330" y="37"/>
                        </a:lnTo>
                        <a:lnTo>
                          <a:pt x="330" y="37"/>
                        </a:lnTo>
                        <a:close/>
                      </a:path>
                    </a:pathLst>
                  </a:custGeom>
                  <a:solidFill>
                    <a:srgbClr val="6D6E71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CA57653A-DBD2-371B-D16A-FD0747CFC880}"/>
                      </a:ext>
                    </a:extLst>
                  </p:cNvPr>
                  <p:cNvGrpSpPr/>
                  <p:nvPr/>
                </p:nvGrpSpPr>
                <p:grpSpPr>
                  <a:xfrm>
                    <a:off x="6636674" y="6047428"/>
                    <a:ext cx="411817" cy="361839"/>
                    <a:chOff x="6670972" y="6125666"/>
                    <a:chExt cx="309070" cy="271563"/>
                  </a:xfrm>
                </p:grpSpPr>
                <p:sp>
                  <p:nvSpPr>
                    <p:cNvPr id="177" name="Freeform 101">
                      <a:extLst>
                        <a:ext uri="{FF2B5EF4-FFF2-40B4-BE49-F238E27FC236}">
                          <a16:creationId xmlns:a16="http://schemas.microsoft.com/office/drawing/2014/main" id="{15F7E0CE-0079-EB90-9761-41914AB145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670972" y="6268501"/>
                      <a:ext cx="59995" cy="8817"/>
                    </a:xfrm>
                    <a:custGeom>
                      <a:avLst/>
                      <a:gdLst>
                        <a:gd name="T0" fmla="*/ 61 w 66"/>
                        <a:gd name="T1" fmla="*/ 11 h 11"/>
                        <a:gd name="T2" fmla="*/ 61 w 66"/>
                        <a:gd name="T3" fmla="*/ 11 h 11"/>
                        <a:gd name="T4" fmla="*/ 64 w 66"/>
                        <a:gd name="T5" fmla="*/ 11 h 11"/>
                        <a:gd name="T6" fmla="*/ 65 w 66"/>
                        <a:gd name="T7" fmla="*/ 10 h 11"/>
                        <a:gd name="T8" fmla="*/ 66 w 66"/>
                        <a:gd name="T9" fmla="*/ 7 h 11"/>
                        <a:gd name="T10" fmla="*/ 66 w 66"/>
                        <a:gd name="T11" fmla="*/ 6 h 11"/>
                        <a:gd name="T12" fmla="*/ 66 w 66"/>
                        <a:gd name="T13" fmla="*/ 6 h 11"/>
                        <a:gd name="T14" fmla="*/ 66 w 66"/>
                        <a:gd name="T15" fmla="*/ 3 h 11"/>
                        <a:gd name="T16" fmla="*/ 65 w 66"/>
                        <a:gd name="T17" fmla="*/ 1 h 11"/>
                        <a:gd name="T18" fmla="*/ 64 w 66"/>
                        <a:gd name="T19" fmla="*/ 0 h 11"/>
                        <a:gd name="T20" fmla="*/ 61 w 66"/>
                        <a:gd name="T21" fmla="*/ 0 h 11"/>
                        <a:gd name="T22" fmla="*/ 6 w 66"/>
                        <a:gd name="T23" fmla="*/ 0 h 11"/>
                        <a:gd name="T24" fmla="*/ 6 w 66"/>
                        <a:gd name="T25" fmla="*/ 0 h 11"/>
                        <a:gd name="T26" fmla="*/ 3 w 66"/>
                        <a:gd name="T27" fmla="*/ 0 h 11"/>
                        <a:gd name="T28" fmla="*/ 2 w 66"/>
                        <a:gd name="T29" fmla="*/ 1 h 11"/>
                        <a:gd name="T30" fmla="*/ 0 w 66"/>
                        <a:gd name="T31" fmla="*/ 3 h 11"/>
                        <a:gd name="T32" fmla="*/ 0 w 66"/>
                        <a:gd name="T33" fmla="*/ 6 h 11"/>
                        <a:gd name="T34" fmla="*/ 0 w 66"/>
                        <a:gd name="T35" fmla="*/ 6 h 11"/>
                        <a:gd name="T36" fmla="*/ 0 w 66"/>
                        <a:gd name="T37" fmla="*/ 7 h 11"/>
                        <a:gd name="T38" fmla="*/ 2 w 66"/>
                        <a:gd name="T39" fmla="*/ 10 h 11"/>
                        <a:gd name="T40" fmla="*/ 3 w 66"/>
                        <a:gd name="T41" fmla="*/ 11 h 11"/>
                        <a:gd name="T42" fmla="*/ 6 w 66"/>
                        <a:gd name="T43" fmla="*/ 11 h 11"/>
                        <a:gd name="T44" fmla="*/ 61 w 66"/>
                        <a:gd name="T45" fmla="*/ 11 h 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66" h="11">
                          <a:moveTo>
                            <a:pt x="61" y="11"/>
                          </a:moveTo>
                          <a:lnTo>
                            <a:pt x="61" y="11"/>
                          </a:lnTo>
                          <a:lnTo>
                            <a:pt x="64" y="11"/>
                          </a:lnTo>
                          <a:lnTo>
                            <a:pt x="65" y="10"/>
                          </a:lnTo>
                          <a:lnTo>
                            <a:pt x="66" y="7"/>
                          </a:lnTo>
                          <a:lnTo>
                            <a:pt x="66" y="6"/>
                          </a:lnTo>
                          <a:lnTo>
                            <a:pt x="66" y="6"/>
                          </a:lnTo>
                          <a:lnTo>
                            <a:pt x="66" y="3"/>
                          </a:lnTo>
                          <a:lnTo>
                            <a:pt x="65" y="1"/>
                          </a:lnTo>
                          <a:lnTo>
                            <a:pt x="64" y="0"/>
                          </a:lnTo>
                          <a:lnTo>
                            <a:pt x="61" y="0"/>
                          </a:lnTo>
                          <a:lnTo>
                            <a:pt x="6" y="0"/>
                          </a:lnTo>
                          <a:lnTo>
                            <a:pt x="6" y="0"/>
                          </a:lnTo>
                          <a:lnTo>
                            <a:pt x="3" y="0"/>
                          </a:lnTo>
                          <a:lnTo>
                            <a:pt x="2" y="1"/>
                          </a:lnTo>
                          <a:lnTo>
                            <a:pt x="0" y="3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0" y="7"/>
                          </a:lnTo>
                          <a:lnTo>
                            <a:pt x="2" y="10"/>
                          </a:lnTo>
                          <a:lnTo>
                            <a:pt x="3" y="11"/>
                          </a:lnTo>
                          <a:lnTo>
                            <a:pt x="6" y="11"/>
                          </a:lnTo>
                          <a:lnTo>
                            <a:pt x="61" y="1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78" name="Freeform 102">
                      <a:extLst>
                        <a:ext uri="{FF2B5EF4-FFF2-40B4-BE49-F238E27FC236}">
                          <a16:creationId xmlns:a16="http://schemas.microsoft.com/office/drawing/2014/main" id="{669BFFEC-6625-269C-DAF1-FCFEADCD2F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710969" y="6227943"/>
                      <a:ext cx="61814" cy="10578"/>
                    </a:xfrm>
                    <a:custGeom>
                      <a:avLst/>
                      <a:gdLst>
                        <a:gd name="T0" fmla="*/ 5 w 67"/>
                        <a:gd name="T1" fmla="*/ 13 h 13"/>
                        <a:gd name="T2" fmla="*/ 62 w 67"/>
                        <a:gd name="T3" fmla="*/ 13 h 13"/>
                        <a:gd name="T4" fmla="*/ 62 w 67"/>
                        <a:gd name="T5" fmla="*/ 13 h 13"/>
                        <a:gd name="T6" fmla="*/ 63 w 67"/>
                        <a:gd name="T7" fmla="*/ 11 h 13"/>
                        <a:gd name="T8" fmla="*/ 66 w 67"/>
                        <a:gd name="T9" fmla="*/ 10 h 13"/>
                        <a:gd name="T10" fmla="*/ 66 w 67"/>
                        <a:gd name="T11" fmla="*/ 9 h 13"/>
                        <a:gd name="T12" fmla="*/ 67 w 67"/>
                        <a:gd name="T13" fmla="*/ 6 h 13"/>
                        <a:gd name="T14" fmla="*/ 67 w 67"/>
                        <a:gd name="T15" fmla="*/ 6 h 13"/>
                        <a:gd name="T16" fmla="*/ 66 w 67"/>
                        <a:gd name="T17" fmla="*/ 4 h 13"/>
                        <a:gd name="T18" fmla="*/ 66 w 67"/>
                        <a:gd name="T19" fmla="*/ 2 h 13"/>
                        <a:gd name="T20" fmla="*/ 63 w 67"/>
                        <a:gd name="T21" fmla="*/ 2 h 13"/>
                        <a:gd name="T22" fmla="*/ 62 w 67"/>
                        <a:gd name="T23" fmla="*/ 0 h 13"/>
                        <a:gd name="T24" fmla="*/ 5 w 67"/>
                        <a:gd name="T25" fmla="*/ 0 h 13"/>
                        <a:gd name="T26" fmla="*/ 5 w 67"/>
                        <a:gd name="T27" fmla="*/ 0 h 13"/>
                        <a:gd name="T28" fmla="*/ 2 w 67"/>
                        <a:gd name="T29" fmla="*/ 2 h 13"/>
                        <a:gd name="T30" fmla="*/ 1 w 67"/>
                        <a:gd name="T31" fmla="*/ 2 h 13"/>
                        <a:gd name="T32" fmla="*/ 0 w 67"/>
                        <a:gd name="T33" fmla="*/ 4 h 13"/>
                        <a:gd name="T34" fmla="*/ 0 w 67"/>
                        <a:gd name="T35" fmla="*/ 6 h 13"/>
                        <a:gd name="T36" fmla="*/ 0 w 67"/>
                        <a:gd name="T37" fmla="*/ 6 h 13"/>
                        <a:gd name="T38" fmla="*/ 0 w 67"/>
                        <a:gd name="T39" fmla="*/ 9 h 13"/>
                        <a:gd name="T40" fmla="*/ 1 w 67"/>
                        <a:gd name="T41" fmla="*/ 10 h 13"/>
                        <a:gd name="T42" fmla="*/ 2 w 67"/>
                        <a:gd name="T43" fmla="*/ 11 h 13"/>
                        <a:gd name="T44" fmla="*/ 5 w 67"/>
                        <a:gd name="T45" fmla="*/ 13 h 13"/>
                        <a:gd name="T46" fmla="*/ 5 w 67"/>
                        <a:gd name="T47" fmla="*/ 13 h 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7" h="13">
                          <a:moveTo>
                            <a:pt x="5" y="13"/>
                          </a:moveTo>
                          <a:lnTo>
                            <a:pt x="62" y="13"/>
                          </a:lnTo>
                          <a:lnTo>
                            <a:pt x="62" y="13"/>
                          </a:lnTo>
                          <a:lnTo>
                            <a:pt x="63" y="11"/>
                          </a:lnTo>
                          <a:lnTo>
                            <a:pt x="66" y="10"/>
                          </a:lnTo>
                          <a:lnTo>
                            <a:pt x="66" y="9"/>
                          </a:lnTo>
                          <a:lnTo>
                            <a:pt x="67" y="6"/>
                          </a:lnTo>
                          <a:lnTo>
                            <a:pt x="67" y="6"/>
                          </a:lnTo>
                          <a:lnTo>
                            <a:pt x="66" y="4"/>
                          </a:lnTo>
                          <a:lnTo>
                            <a:pt x="66" y="2"/>
                          </a:lnTo>
                          <a:lnTo>
                            <a:pt x="63" y="2"/>
                          </a:lnTo>
                          <a:lnTo>
                            <a:pt x="62" y="0"/>
                          </a:lnTo>
                          <a:lnTo>
                            <a:pt x="5" y="0"/>
                          </a:lnTo>
                          <a:lnTo>
                            <a:pt x="5" y="0"/>
                          </a:lnTo>
                          <a:lnTo>
                            <a:pt x="2" y="2"/>
                          </a:lnTo>
                          <a:lnTo>
                            <a:pt x="1" y="2"/>
                          </a:lnTo>
                          <a:lnTo>
                            <a:pt x="0" y="4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0" y="9"/>
                          </a:lnTo>
                          <a:lnTo>
                            <a:pt x="1" y="10"/>
                          </a:lnTo>
                          <a:lnTo>
                            <a:pt x="2" y="11"/>
                          </a:lnTo>
                          <a:lnTo>
                            <a:pt x="5" y="13"/>
                          </a:lnTo>
                          <a:lnTo>
                            <a:pt x="5" y="1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79" name="Freeform 130">
                      <a:extLst>
                        <a:ext uri="{FF2B5EF4-FFF2-40B4-BE49-F238E27FC236}">
                          <a16:creationId xmlns:a16="http://schemas.microsoft.com/office/drawing/2014/main" id="{EFB9EF2E-6964-BD81-94AE-1DA76D5608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889140" y="6125666"/>
                      <a:ext cx="70904" cy="68775"/>
                    </a:xfrm>
                    <a:custGeom>
                      <a:avLst/>
                      <a:gdLst>
                        <a:gd name="T0" fmla="*/ 39 w 78"/>
                        <a:gd name="T1" fmla="*/ 77 h 77"/>
                        <a:gd name="T2" fmla="*/ 39 w 78"/>
                        <a:gd name="T3" fmla="*/ 77 h 77"/>
                        <a:gd name="T4" fmla="*/ 47 w 78"/>
                        <a:gd name="T5" fmla="*/ 77 h 77"/>
                        <a:gd name="T6" fmla="*/ 54 w 78"/>
                        <a:gd name="T7" fmla="*/ 75 h 77"/>
                        <a:gd name="T8" fmla="*/ 60 w 78"/>
                        <a:gd name="T9" fmla="*/ 71 h 77"/>
                        <a:gd name="T10" fmla="*/ 66 w 78"/>
                        <a:gd name="T11" fmla="*/ 67 h 77"/>
                        <a:gd name="T12" fmla="*/ 71 w 78"/>
                        <a:gd name="T13" fmla="*/ 60 h 77"/>
                        <a:gd name="T14" fmla="*/ 75 w 78"/>
                        <a:gd name="T15" fmla="*/ 53 h 77"/>
                        <a:gd name="T16" fmla="*/ 76 w 78"/>
                        <a:gd name="T17" fmla="*/ 47 h 77"/>
                        <a:gd name="T18" fmla="*/ 78 w 78"/>
                        <a:gd name="T19" fmla="*/ 39 h 77"/>
                        <a:gd name="T20" fmla="*/ 78 w 78"/>
                        <a:gd name="T21" fmla="*/ 39 h 77"/>
                        <a:gd name="T22" fmla="*/ 76 w 78"/>
                        <a:gd name="T23" fmla="*/ 30 h 77"/>
                        <a:gd name="T24" fmla="*/ 75 w 78"/>
                        <a:gd name="T25" fmla="*/ 24 h 77"/>
                        <a:gd name="T26" fmla="*/ 71 w 78"/>
                        <a:gd name="T27" fmla="*/ 17 h 77"/>
                        <a:gd name="T28" fmla="*/ 66 w 78"/>
                        <a:gd name="T29" fmla="*/ 10 h 77"/>
                        <a:gd name="T30" fmla="*/ 60 w 78"/>
                        <a:gd name="T31" fmla="*/ 6 h 77"/>
                        <a:gd name="T32" fmla="*/ 54 w 78"/>
                        <a:gd name="T33" fmla="*/ 2 h 77"/>
                        <a:gd name="T34" fmla="*/ 47 w 78"/>
                        <a:gd name="T35" fmla="*/ 0 h 77"/>
                        <a:gd name="T36" fmla="*/ 39 w 78"/>
                        <a:gd name="T37" fmla="*/ 0 h 77"/>
                        <a:gd name="T38" fmla="*/ 39 w 78"/>
                        <a:gd name="T39" fmla="*/ 0 h 77"/>
                        <a:gd name="T40" fmla="*/ 31 w 78"/>
                        <a:gd name="T41" fmla="*/ 0 h 77"/>
                        <a:gd name="T42" fmla="*/ 23 w 78"/>
                        <a:gd name="T43" fmla="*/ 2 h 77"/>
                        <a:gd name="T44" fmla="*/ 16 w 78"/>
                        <a:gd name="T45" fmla="*/ 6 h 77"/>
                        <a:gd name="T46" fmla="*/ 11 w 78"/>
                        <a:gd name="T47" fmla="*/ 10 h 77"/>
                        <a:gd name="T48" fmla="*/ 7 w 78"/>
                        <a:gd name="T49" fmla="*/ 17 h 77"/>
                        <a:gd name="T50" fmla="*/ 3 w 78"/>
                        <a:gd name="T51" fmla="*/ 24 h 77"/>
                        <a:gd name="T52" fmla="*/ 0 w 78"/>
                        <a:gd name="T53" fmla="*/ 30 h 77"/>
                        <a:gd name="T54" fmla="*/ 0 w 78"/>
                        <a:gd name="T55" fmla="*/ 39 h 77"/>
                        <a:gd name="T56" fmla="*/ 0 w 78"/>
                        <a:gd name="T57" fmla="*/ 39 h 77"/>
                        <a:gd name="T58" fmla="*/ 0 w 78"/>
                        <a:gd name="T59" fmla="*/ 47 h 77"/>
                        <a:gd name="T60" fmla="*/ 3 w 78"/>
                        <a:gd name="T61" fmla="*/ 53 h 77"/>
                        <a:gd name="T62" fmla="*/ 7 w 78"/>
                        <a:gd name="T63" fmla="*/ 60 h 77"/>
                        <a:gd name="T64" fmla="*/ 11 w 78"/>
                        <a:gd name="T65" fmla="*/ 67 h 77"/>
                        <a:gd name="T66" fmla="*/ 16 w 78"/>
                        <a:gd name="T67" fmla="*/ 71 h 77"/>
                        <a:gd name="T68" fmla="*/ 23 w 78"/>
                        <a:gd name="T69" fmla="*/ 75 h 77"/>
                        <a:gd name="T70" fmla="*/ 31 w 78"/>
                        <a:gd name="T71" fmla="*/ 77 h 77"/>
                        <a:gd name="T72" fmla="*/ 39 w 78"/>
                        <a:gd name="T73" fmla="*/ 77 h 77"/>
                        <a:gd name="T74" fmla="*/ 39 w 78"/>
                        <a:gd name="T75" fmla="*/ 77 h 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78" h="77">
                          <a:moveTo>
                            <a:pt x="39" y="77"/>
                          </a:moveTo>
                          <a:lnTo>
                            <a:pt x="39" y="77"/>
                          </a:lnTo>
                          <a:lnTo>
                            <a:pt x="47" y="77"/>
                          </a:lnTo>
                          <a:lnTo>
                            <a:pt x="54" y="75"/>
                          </a:lnTo>
                          <a:lnTo>
                            <a:pt x="60" y="71"/>
                          </a:lnTo>
                          <a:lnTo>
                            <a:pt x="66" y="67"/>
                          </a:lnTo>
                          <a:lnTo>
                            <a:pt x="71" y="60"/>
                          </a:lnTo>
                          <a:lnTo>
                            <a:pt x="75" y="53"/>
                          </a:lnTo>
                          <a:lnTo>
                            <a:pt x="76" y="47"/>
                          </a:lnTo>
                          <a:lnTo>
                            <a:pt x="78" y="39"/>
                          </a:lnTo>
                          <a:lnTo>
                            <a:pt x="78" y="39"/>
                          </a:lnTo>
                          <a:lnTo>
                            <a:pt x="76" y="30"/>
                          </a:lnTo>
                          <a:lnTo>
                            <a:pt x="75" y="24"/>
                          </a:lnTo>
                          <a:lnTo>
                            <a:pt x="71" y="17"/>
                          </a:lnTo>
                          <a:lnTo>
                            <a:pt x="66" y="10"/>
                          </a:lnTo>
                          <a:lnTo>
                            <a:pt x="60" y="6"/>
                          </a:lnTo>
                          <a:lnTo>
                            <a:pt x="54" y="2"/>
                          </a:lnTo>
                          <a:lnTo>
                            <a:pt x="47" y="0"/>
                          </a:lnTo>
                          <a:lnTo>
                            <a:pt x="39" y="0"/>
                          </a:lnTo>
                          <a:lnTo>
                            <a:pt x="39" y="0"/>
                          </a:lnTo>
                          <a:lnTo>
                            <a:pt x="31" y="0"/>
                          </a:lnTo>
                          <a:lnTo>
                            <a:pt x="23" y="2"/>
                          </a:lnTo>
                          <a:lnTo>
                            <a:pt x="16" y="6"/>
                          </a:lnTo>
                          <a:lnTo>
                            <a:pt x="11" y="10"/>
                          </a:lnTo>
                          <a:lnTo>
                            <a:pt x="7" y="17"/>
                          </a:lnTo>
                          <a:lnTo>
                            <a:pt x="3" y="24"/>
                          </a:lnTo>
                          <a:lnTo>
                            <a:pt x="0" y="30"/>
                          </a:lnTo>
                          <a:lnTo>
                            <a:pt x="0" y="39"/>
                          </a:lnTo>
                          <a:lnTo>
                            <a:pt x="0" y="39"/>
                          </a:lnTo>
                          <a:lnTo>
                            <a:pt x="0" y="47"/>
                          </a:lnTo>
                          <a:lnTo>
                            <a:pt x="3" y="53"/>
                          </a:lnTo>
                          <a:lnTo>
                            <a:pt x="7" y="60"/>
                          </a:lnTo>
                          <a:lnTo>
                            <a:pt x="11" y="67"/>
                          </a:lnTo>
                          <a:lnTo>
                            <a:pt x="16" y="71"/>
                          </a:lnTo>
                          <a:lnTo>
                            <a:pt x="23" y="75"/>
                          </a:lnTo>
                          <a:lnTo>
                            <a:pt x="31" y="77"/>
                          </a:lnTo>
                          <a:lnTo>
                            <a:pt x="39" y="77"/>
                          </a:lnTo>
                          <a:lnTo>
                            <a:pt x="39" y="7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80" name="Freeform 132">
                      <a:extLst>
                        <a:ext uri="{FF2B5EF4-FFF2-40B4-BE49-F238E27FC236}">
                          <a16:creationId xmlns:a16="http://schemas.microsoft.com/office/drawing/2014/main" id="{0F23FDAB-9E85-E58D-6ECA-DFDA9DC7AA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763693" y="6139772"/>
                      <a:ext cx="216349" cy="257457"/>
                    </a:xfrm>
                    <a:custGeom>
                      <a:avLst/>
                      <a:gdLst>
                        <a:gd name="T0" fmla="*/ 237 w 239"/>
                        <a:gd name="T1" fmla="*/ 96 h 291"/>
                        <a:gd name="T2" fmla="*/ 226 w 239"/>
                        <a:gd name="T3" fmla="*/ 90 h 291"/>
                        <a:gd name="T4" fmla="*/ 214 w 239"/>
                        <a:gd name="T5" fmla="*/ 92 h 291"/>
                        <a:gd name="T6" fmla="*/ 135 w 239"/>
                        <a:gd name="T7" fmla="*/ 67 h 291"/>
                        <a:gd name="T8" fmla="*/ 135 w 239"/>
                        <a:gd name="T9" fmla="*/ 67 h 291"/>
                        <a:gd name="T10" fmla="*/ 135 w 239"/>
                        <a:gd name="T11" fmla="*/ 67 h 291"/>
                        <a:gd name="T12" fmla="*/ 73 w 239"/>
                        <a:gd name="T13" fmla="*/ 5 h 291"/>
                        <a:gd name="T14" fmla="*/ 62 w 239"/>
                        <a:gd name="T15" fmla="*/ 0 h 291"/>
                        <a:gd name="T16" fmla="*/ 51 w 239"/>
                        <a:gd name="T17" fmla="*/ 4 h 291"/>
                        <a:gd name="T18" fmla="*/ 7 w 239"/>
                        <a:gd name="T19" fmla="*/ 37 h 291"/>
                        <a:gd name="T20" fmla="*/ 0 w 239"/>
                        <a:gd name="T21" fmla="*/ 47 h 291"/>
                        <a:gd name="T22" fmla="*/ 2 w 239"/>
                        <a:gd name="T23" fmla="*/ 57 h 291"/>
                        <a:gd name="T24" fmla="*/ 3 w 239"/>
                        <a:gd name="T25" fmla="*/ 61 h 291"/>
                        <a:gd name="T26" fmla="*/ 12 w 239"/>
                        <a:gd name="T27" fmla="*/ 67 h 291"/>
                        <a:gd name="T28" fmla="*/ 23 w 239"/>
                        <a:gd name="T29" fmla="*/ 66 h 291"/>
                        <a:gd name="T30" fmla="*/ 59 w 239"/>
                        <a:gd name="T31" fmla="*/ 39 h 291"/>
                        <a:gd name="T32" fmla="*/ 54 w 239"/>
                        <a:gd name="T33" fmla="*/ 123 h 291"/>
                        <a:gd name="T34" fmla="*/ 50 w 239"/>
                        <a:gd name="T35" fmla="*/ 129 h 291"/>
                        <a:gd name="T36" fmla="*/ 45 w 239"/>
                        <a:gd name="T37" fmla="*/ 139 h 291"/>
                        <a:gd name="T38" fmla="*/ 43 w 239"/>
                        <a:gd name="T39" fmla="*/ 146 h 291"/>
                        <a:gd name="T40" fmla="*/ 47 w 239"/>
                        <a:gd name="T41" fmla="*/ 164 h 291"/>
                        <a:gd name="T42" fmla="*/ 59 w 239"/>
                        <a:gd name="T43" fmla="*/ 177 h 291"/>
                        <a:gd name="T44" fmla="*/ 81 w 239"/>
                        <a:gd name="T45" fmla="*/ 264 h 291"/>
                        <a:gd name="T46" fmla="*/ 78 w 239"/>
                        <a:gd name="T47" fmla="*/ 270 h 291"/>
                        <a:gd name="T48" fmla="*/ 81 w 239"/>
                        <a:gd name="T49" fmla="*/ 283 h 291"/>
                        <a:gd name="T50" fmla="*/ 85 w 239"/>
                        <a:gd name="T51" fmla="*/ 287 h 291"/>
                        <a:gd name="T52" fmla="*/ 94 w 239"/>
                        <a:gd name="T53" fmla="*/ 291 h 291"/>
                        <a:gd name="T54" fmla="*/ 98 w 239"/>
                        <a:gd name="T55" fmla="*/ 290 h 291"/>
                        <a:gd name="T56" fmla="*/ 106 w 239"/>
                        <a:gd name="T57" fmla="*/ 287 h 291"/>
                        <a:gd name="T58" fmla="*/ 153 w 239"/>
                        <a:gd name="T59" fmla="*/ 216 h 291"/>
                        <a:gd name="T60" fmla="*/ 156 w 239"/>
                        <a:gd name="T61" fmla="*/ 211 h 291"/>
                        <a:gd name="T62" fmla="*/ 156 w 239"/>
                        <a:gd name="T63" fmla="*/ 204 h 291"/>
                        <a:gd name="T64" fmla="*/ 148 w 239"/>
                        <a:gd name="T65" fmla="*/ 193 h 291"/>
                        <a:gd name="T66" fmla="*/ 82 w 239"/>
                        <a:gd name="T67" fmla="*/ 152 h 291"/>
                        <a:gd name="T68" fmla="*/ 79 w 239"/>
                        <a:gd name="T69" fmla="*/ 147 h 291"/>
                        <a:gd name="T70" fmla="*/ 82 w 239"/>
                        <a:gd name="T71" fmla="*/ 143 h 291"/>
                        <a:gd name="T72" fmla="*/ 167 w 239"/>
                        <a:gd name="T73" fmla="*/ 146 h 291"/>
                        <a:gd name="T74" fmla="*/ 172 w 239"/>
                        <a:gd name="T75" fmla="*/ 150 h 291"/>
                        <a:gd name="T76" fmla="*/ 179 w 239"/>
                        <a:gd name="T77" fmla="*/ 152 h 291"/>
                        <a:gd name="T78" fmla="*/ 187 w 239"/>
                        <a:gd name="T79" fmla="*/ 149 h 291"/>
                        <a:gd name="T80" fmla="*/ 233 w 239"/>
                        <a:gd name="T81" fmla="*/ 121 h 291"/>
                        <a:gd name="T82" fmla="*/ 239 w 239"/>
                        <a:gd name="T83" fmla="*/ 110 h 291"/>
                        <a:gd name="T84" fmla="*/ 237 w 239"/>
                        <a:gd name="T85" fmla="*/ 96 h 2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239" h="291">
                          <a:moveTo>
                            <a:pt x="237" y="96"/>
                          </a:moveTo>
                          <a:lnTo>
                            <a:pt x="237" y="96"/>
                          </a:lnTo>
                          <a:lnTo>
                            <a:pt x="233" y="92"/>
                          </a:lnTo>
                          <a:lnTo>
                            <a:pt x="226" y="90"/>
                          </a:lnTo>
                          <a:lnTo>
                            <a:pt x="219" y="90"/>
                          </a:lnTo>
                          <a:lnTo>
                            <a:pt x="214" y="92"/>
                          </a:lnTo>
                          <a:lnTo>
                            <a:pt x="180" y="113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73" y="5"/>
                          </a:lnTo>
                          <a:lnTo>
                            <a:pt x="73" y="5"/>
                          </a:lnTo>
                          <a:lnTo>
                            <a:pt x="67" y="1"/>
                          </a:lnTo>
                          <a:lnTo>
                            <a:pt x="62" y="0"/>
                          </a:lnTo>
                          <a:lnTo>
                            <a:pt x="57" y="1"/>
                          </a:lnTo>
                          <a:lnTo>
                            <a:pt x="51" y="4"/>
                          </a:lnTo>
                          <a:lnTo>
                            <a:pt x="7" y="37"/>
                          </a:lnTo>
                          <a:lnTo>
                            <a:pt x="7" y="37"/>
                          </a:lnTo>
                          <a:lnTo>
                            <a:pt x="3" y="41"/>
                          </a:lnTo>
                          <a:lnTo>
                            <a:pt x="0" y="47"/>
                          </a:lnTo>
                          <a:lnTo>
                            <a:pt x="0" y="52"/>
                          </a:lnTo>
                          <a:lnTo>
                            <a:pt x="2" y="57"/>
                          </a:lnTo>
                          <a:lnTo>
                            <a:pt x="2" y="57"/>
                          </a:lnTo>
                          <a:lnTo>
                            <a:pt x="3" y="61"/>
                          </a:lnTo>
                          <a:lnTo>
                            <a:pt x="6" y="64"/>
                          </a:lnTo>
                          <a:lnTo>
                            <a:pt x="12" y="67"/>
                          </a:lnTo>
                          <a:lnTo>
                            <a:pt x="19" y="67"/>
                          </a:lnTo>
                          <a:lnTo>
                            <a:pt x="23" y="66"/>
                          </a:lnTo>
                          <a:lnTo>
                            <a:pt x="26" y="64"/>
                          </a:lnTo>
                          <a:lnTo>
                            <a:pt x="59" y="39"/>
                          </a:lnTo>
                          <a:lnTo>
                            <a:pt x="98" y="79"/>
                          </a:lnTo>
                          <a:lnTo>
                            <a:pt x="54" y="123"/>
                          </a:lnTo>
                          <a:lnTo>
                            <a:pt x="54" y="123"/>
                          </a:lnTo>
                          <a:lnTo>
                            <a:pt x="50" y="129"/>
                          </a:lnTo>
                          <a:lnTo>
                            <a:pt x="46" y="134"/>
                          </a:lnTo>
                          <a:lnTo>
                            <a:pt x="45" y="139"/>
                          </a:lnTo>
                          <a:lnTo>
                            <a:pt x="43" y="146"/>
                          </a:lnTo>
                          <a:lnTo>
                            <a:pt x="43" y="146"/>
                          </a:lnTo>
                          <a:lnTo>
                            <a:pt x="43" y="156"/>
                          </a:lnTo>
                          <a:lnTo>
                            <a:pt x="47" y="164"/>
                          </a:lnTo>
                          <a:lnTo>
                            <a:pt x="51" y="170"/>
                          </a:lnTo>
                          <a:lnTo>
                            <a:pt x="59" y="177"/>
                          </a:lnTo>
                          <a:lnTo>
                            <a:pt x="116" y="212"/>
                          </a:lnTo>
                          <a:lnTo>
                            <a:pt x="81" y="264"/>
                          </a:lnTo>
                          <a:lnTo>
                            <a:pt x="81" y="264"/>
                          </a:lnTo>
                          <a:lnTo>
                            <a:pt x="78" y="270"/>
                          </a:lnTo>
                          <a:lnTo>
                            <a:pt x="78" y="276"/>
                          </a:lnTo>
                          <a:lnTo>
                            <a:pt x="81" y="283"/>
                          </a:lnTo>
                          <a:lnTo>
                            <a:pt x="85" y="287"/>
                          </a:lnTo>
                          <a:lnTo>
                            <a:pt x="85" y="287"/>
                          </a:lnTo>
                          <a:lnTo>
                            <a:pt x="89" y="290"/>
                          </a:lnTo>
                          <a:lnTo>
                            <a:pt x="94" y="291"/>
                          </a:lnTo>
                          <a:lnTo>
                            <a:pt x="94" y="291"/>
                          </a:lnTo>
                          <a:lnTo>
                            <a:pt x="98" y="290"/>
                          </a:lnTo>
                          <a:lnTo>
                            <a:pt x="102" y="289"/>
                          </a:lnTo>
                          <a:lnTo>
                            <a:pt x="106" y="287"/>
                          </a:lnTo>
                          <a:lnTo>
                            <a:pt x="109" y="283"/>
                          </a:lnTo>
                          <a:lnTo>
                            <a:pt x="153" y="216"/>
                          </a:lnTo>
                          <a:lnTo>
                            <a:pt x="153" y="216"/>
                          </a:lnTo>
                          <a:lnTo>
                            <a:pt x="156" y="211"/>
                          </a:lnTo>
                          <a:lnTo>
                            <a:pt x="156" y="204"/>
                          </a:lnTo>
                          <a:lnTo>
                            <a:pt x="156" y="204"/>
                          </a:lnTo>
                          <a:lnTo>
                            <a:pt x="153" y="197"/>
                          </a:lnTo>
                          <a:lnTo>
                            <a:pt x="148" y="193"/>
                          </a:lnTo>
                          <a:lnTo>
                            <a:pt x="82" y="152"/>
                          </a:lnTo>
                          <a:lnTo>
                            <a:pt x="82" y="152"/>
                          </a:lnTo>
                          <a:lnTo>
                            <a:pt x="81" y="150"/>
                          </a:lnTo>
                          <a:lnTo>
                            <a:pt x="79" y="147"/>
                          </a:lnTo>
                          <a:lnTo>
                            <a:pt x="81" y="145"/>
                          </a:lnTo>
                          <a:lnTo>
                            <a:pt x="82" y="143"/>
                          </a:lnTo>
                          <a:lnTo>
                            <a:pt x="122" y="102"/>
                          </a:lnTo>
                          <a:lnTo>
                            <a:pt x="167" y="146"/>
                          </a:lnTo>
                          <a:lnTo>
                            <a:pt x="167" y="146"/>
                          </a:lnTo>
                          <a:lnTo>
                            <a:pt x="172" y="150"/>
                          </a:lnTo>
                          <a:lnTo>
                            <a:pt x="179" y="152"/>
                          </a:lnTo>
                          <a:lnTo>
                            <a:pt x="179" y="152"/>
                          </a:lnTo>
                          <a:lnTo>
                            <a:pt x="183" y="150"/>
                          </a:lnTo>
                          <a:lnTo>
                            <a:pt x="187" y="149"/>
                          </a:lnTo>
                          <a:lnTo>
                            <a:pt x="233" y="121"/>
                          </a:lnTo>
                          <a:lnTo>
                            <a:pt x="233" y="121"/>
                          </a:lnTo>
                          <a:lnTo>
                            <a:pt x="237" y="115"/>
                          </a:lnTo>
                          <a:lnTo>
                            <a:pt x="239" y="110"/>
                          </a:lnTo>
                          <a:lnTo>
                            <a:pt x="239" y="103"/>
                          </a:lnTo>
                          <a:lnTo>
                            <a:pt x="237" y="96"/>
                          </a:lnTo>
                          <a:lnTo>
                            <a:pt x="237" y="9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81" name="Freeform 133">
                      <a:extLst>
                        <a:ext uri="{FF2B5EF4-FFF2-40B4-BE49-F238E27FC236}">
                          <a16:creationId xmlns:a16="http://schemas.microsoft.com/office/drawing/2014/main" id="{FCC8849A-F27A-1C0B-CD82-85506BF5E4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682148" y="6287466"/>
                      <a:ext cx="110900" cy="52903"/>
                    </a:xfrm>
                    <a:custGeom>
                      <a:avLst/>
                      <a:gdLst>
                        <a:gd name="T0" fmla="*/ 93 w 122"/>
                        <a:gd name="T1" fmla="*/ 6 h 61"/>
                        <a:gd name="T2" fmla="*/ 71 w 122"/>
                        <a:gd name="T3" fmla="*/ 27 h 61"/>
                        <a:gd name="T4" fmla="*/ 16 w 122"/>
                        <a:gd name="T5" fmla="*/ 27 h 61"/>
                        <a:gd name="T6" fmla="*/ 16 w 122"/>
                        <a:gd name="T7" fmla="*/ 27 h 61"/>
                        <a:gd name="T8" fmla="*/ 9 w 122"/>
                        <a:gd name="T9" fmla="*/ 29 h 61"/>
                        <a:gd name="T10" fmla="*/ 4 w 122"/>
                        <a:gd name="T11" fmla="*/ 33 h 61"/>
                        <a:gd name="T12" fmla="*/ 1 w 122"/>
                        <a:gd name="T13" fmla="*/ 38 h 61"/>
                        <a:gd name="T14" fmla="*/ 0 w 122"/>
                        <a:gd name="T15" fmla="*/ 45 h 61"/>
                        <a:gd name="T16" fmla="*/ 0 w 122"/>
                        <a:gd name="T17" fmla="*/ 45 h 61"/>
                        <a:gd name="T18" fmla="*/ 1 w 122"/>
                        <a:gd name="T19" fmla="*/ 51 h 61"/>
                        <a:gd name="T20" fmla="*/ 4 w 122"/>
                        <a:gd name="T21" fmla="*/ 57 h 61"/>
                        <a:gd name="T22" fmla="*/ 9 w 122"/>
                        <a:gd name="T23" fmla="*/ 59 h 61"/>
                        <a:gd name="T24" fmla="*/ 16 w 122"/>
                        <a:gd name="T25" fmla="*/ 61 h 61"/>
                        <a:gd name="T26" fmla="*/ 78 w 122"/>
                        <a:gd name="T27" fmla="*/ 61 h 61"/>
                        <a:gd name="T28" fmla="*/ 78 w 122"/>
                        <a:gd name="T29" fmla="*/ 61 h 61"/>
                        <a:gd name="T30" fmla="*/ 84 w 122"/>
                        <a:gd name="T31" fmla="*/ 59 h 61"/>
                        <a:gd name="T32" fmla="*/ 90 w 122"/>
                        <a:gd name="T33" fmla="*/ 57 h 61"/>
                        <a:gd name="T34" fmla="*/ 117 w 122"/>
                        <a:gd name="T35" fmla="*/ 29 h 61"/>
                        <a:gd name="T36" fmla="*/ 117 w 122"/>
                        <a:gd name="T37" fmla="*/ 29 h 61"/>
                        <a:gd name="T38" fmla="*/ 121 w 122"/>
                        <a:gd name="T39" fmla="*/ 23 h 61"/>
                        <a:gd name="T40" fmla="*/ 122 w 122"/>
                        <a:gd name="T41" fmla="*/ 16 h 61"/>
                        <a:gd name="T42" fmla="*/ 121 w 122"/>
                        <a:gd name="T43" fmla="*/ 11 h 61"/>
                        <a:gd name="T44" fmla="*/ 117 w 122"/>
                        <a:gd name="T45" fmla="*/ 6 h 61"/>
                        <a:gd name="T46" fmla="*/ 117 w 122"/>
                        <a:gd name="T47" fmla="*/ 6 h 61"/>
                        <a:gd name="T48" fmla="*/ 111 w 122"/>
                        <a:gd name="T49" fmla="*/ 2 h 61"/>
                        <a:gd name="T50" fmla="*/ 105 w 122"/>
                        <a:gd name="T51" fmla="*/ 0 h 61"/>
                        <a:gd name="T52" fmla="*/ 99 w 122"/>
                        <a:gd name="T53" fmla="*/ 2 h 61"/>
                        <a:gd name="T54" fmla="*/ 93 w 122"/>
                        <a:gd name="T55" fmla="*/ 6 h 61"/>
                        <a:gd name="T56" fmla="*/ 93 w 122"/>
                        <a:gd name="T57" fmla="*/ 6 h 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122" h="61">
                          <a:moveTo>
                            <a:pt x="93" y="6"/>
                          </a:moveTo>
                          <a:lnTo>
                            <a:pt x="71" y="27"/>
                          </a:lnTo>
                          <a:lnTo>
                            <a:pt x="16" y="27"/>
                          </a:lnTo>
                          <a:lnTo>
                            <a:pt x="16" y="27"/>
                          </a:lnTo>
                          <a:lnTo>
                            <a:pt x="9" y="29"/>
                          </a:lnTo>
                          <a:lnTo>
                            <a:pt x="4" y="33"/>
                          </a:lnTo>
                          <a:lnTo>
                            <a:pt x="1" y="38"/>
                          </a:lnTo>
                          <a:lnTo>
                            <a:pt x="0" y="45"/>
                          </a:lnTo>
                          <a:lnTo>
                            <a:pt x="0" y="45"/>
                          </a:lnTo>
                          <a:lnTo>
                            <a:pt x="1" y="51"/>
                          </a:lnTo>
                          <a:lnTo>
                            <a:pt x="4" y="57"/>
                          </a:lnTo>
                          <a:lnTo>
                            <a:pt x="9" y="59"/>
                          </a:lnTo>
                          <a:lnTo>
                            <a:pt x="16" y="61"/>
                          </a:lnTo>
                          <a:lnTo>
                            <a:pt x="78" y="61"/>
                          </a:lnTo>
                          <a:lnTo>
                            <a:pt x="78" y="61"/>
                          </a:lnTo>
                          <a:lnTo>
                            <a:pt x="84" y="59"/>
                          </a:lnTo>
                          <a:lnTo>
                            <a:pt x="90" y="57"/>
                          </a:lnTo>
                          <a:lnTo>
                            <a:pt x="117" y="29"/>
                          </a:lnTo>
                          <a:lnTo>
                            <a:pt x="117" y="29"/>
                          </a:lnTo>
                          <a:lnTo>
                            <a:pt x="121" y="23"/>
                          </a:lnTo>
                          <a:lnTo>
                            <a:pt x="122" y="16"/>
                          </a:lnTo>
                          <a:lnTo>
                            <a:pt x="121" y="11"/>
                          </a:lnTo>
                          <a:lnTo>
                            <a:pt x="117" y="6"/>
                          </a:lnTo>
                          <a:lnTo>
                            <a:pt x="117" y="6"/>
                          </a:lnTo>
                          <a:lnTo>
                            <a:pt x="111" y="2"/>
                          </a:lnTo>
                          <a:lnTo>
                            <a:pt x="105" y="0"/>
                          </a:lnTo>
                          <a:lnTo>
                            <a:pt x="99" y="2"/>
                          </a:lnTo>
                          <a:lnTo>
                            <a:pt x="93" y="6"/>
                          </a:lnTo>
                          <a:lnTo>
                            <a:pt x="93" y="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170" name="Freeform: Shape 234">
                    <a:extLst>
                      <a:ext uri="{FF2B5EF4-FFF2-40B4-BE49-F238E27FC236}">
                        <a16:creationId xmlns:a16="http://schemas.microsoft.com/office/drawing/2014/main" id="{4FDA134B-6BE3-2358-4FBC-0CD7F9B4BC6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252701" y="5921919"/>
                    <a:ext cx="99520" cy="96527"/>
                  </a:xfrm>
                  <a:custGeom>
                    <a:avLst/>
                    <a:gdLst>
                      <a:gd name="connsiteX0" fmla="*/ 0 w 42079"/>
                      <a:gd name="connsiteY0" fmla="*/ 0 h 42079"/>
                      <a:gd name="connsiteX1" fmla="*/ 42079 w 42079"/>
                      <a:gd name="connsiteY1" fmla="*/ 0 h 42079"/>
                      <a:gd name="connsiteX2" fmla="*/ 42079 w 42079"/>
                      <a:gd name="connsiteY2" fmla="*/ 42079 h 42079"/>
                      <a:gd name="connsiteX3" fmla="*/ 0 w 42079"/>
                      <a:gd name="connsiteY3" fmla="*/ 42079 h 42079"/>
                      <a:gd name="connsiteX4" fmla="*/ 0 w 42079"/>
                      <a:gd name="connsiteY4" fmla="*/ 0 h 420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79" h="42079">
                        <a:moveTo>
                          <a:pt x="42079" y="0"/>
                        </a:moveTo>
                        <a:lnTo>
                          <a:pt x="0" y="0"/>
                        </a:lnTo>
                        <a:lnTo>
                          <a:pt x="0" y="42079"/>
                        </a:lnTo>
                        <a:lnTo>
                          <a:pt x="42079" y="42079"/>
                        </a:lnTo>
                        <a:lnTo>
                          <a:pt x="42079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349" tIns="6351" rIns="6351" bIns="6349" numCol="1" spcCol="1270" anchor="ctr" anchorCtr="0">
                    <a:noAutofit/>
                  </a:bodyPr>
                  <a:lstStyle/>
                  <a:p>
                    <a:pPr marL="0" marR="0" lvl="0" indent="0" algn="ctr" defTabSz="22225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hueOff val="0"/>
                            <a:satOff val="0"/>
                            <a:lumOff val="0"/>
                            <a:alphaOff val="0"/>
                          </a:prst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  <p:sp>
                <p:nvSpPr>
                  <p:cNvPr id="172" name="Arrow: Circular 32">
                    <a:extLst>
                      <a:ext uri="{FF2B5EF4-FFF2-40B4-BE49-F238E27FC236}">
                        <a16:creationId xmlns:a16="http://schemas.microsoft.com/office/drawing/2014/main" id="{A4779657-F95A-17C1-CF5F-0DA32E7745E1}"/>
                      </a:ext>
                    </a:extLst>
                  </p:cNvPr>
                  <p:cNvSpPr/>
                  <p:nvPr/>
                </p:nvSpPr>
                <p:spPr>
                  <a:xfrm>
                    <a:off x="6184260" y="5596614"/>
                    <a:ext cx="1306927" cy="1267638"/>
                  </a:xfrm>
                  <a:prstGeom prst="circularArrow">
                    <a:avLst>
                      <a:gd name="adj1" fmla="val 8252"/>
                      <a:gd name="adj2" fmla="val 576425"/>
                      <a:gd name="adj3" fmla="val 4498028"/>
                      <a:gd name="adj4" fmla="val 20157980"/>
                      <a:gd name="adj5" fmla="val 9627"/>
                    </a:avLst>
                  </a:prstGeom>
                  <a:solidFill>
                    <a:srgbClr val="6D6E71"/>
                  </a:solid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2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3" name="Freeform: Shape 33">
                    <a:extLst>
                      <a:ext uri="{FF2B5EF4-FFF2-40B4-BE49-F238E27FC236}">
                        <a16:creationId xmlns:a16="http://schemas.microsoft.com/office/drawing/2014/main" id="{FBAC01A1-F656-796D-72AA-78A8A46363E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86983" y="6701707"/>
                    <a:ext cx="101486" cy="98435"/>
                  </a:xfrm>
                  <a:custGeom>
                    <a:avLst/>
                    <a:gdLst>
                      <a:gd name="connsiteX0" fmla="*/ 0 w 42910"/>
                      <a:gd name="connsiteY0" fmla="*/ 0 h 42910"/>
                      <a:gd name="connsiteX1" fmla="*/ 42910 w 42910"/>
                      <a:gd name="connsiteY1" fmla="*/ 0 h 42910"/>
                      <a:gd name="connsiteX2" fmla="*/ 42910 w 42910"/>
                      <a:gd name="connsiteY2" fmla="*/ 42910 h 42910"/>
                      <a:gd name="connsiteX3" fmla="*/ 0 w 42910"/>
                      <a:gd name="connsiteY3" fmla="*/ 42910 h 42910"/>
                      <a:gd name="connsiteX4" fmla="*/ 0 w 42910"/>
                      <a:gd name="connsiteY4" fmla="*/ 0 h 42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910" h="42910">
                        <a:moveTo>
                          <a:pt x="42910" y="0"/>
                        </a:moveTo>
                        <a:lnTo>
                          <a:pt x="0" y="0"/>
                        </a:lnTo>
                        <a:lnTo>
                          <a:pt x="0" y="42910"/>
                        </a:lnTo>
                        <a:lnTo>
                          <a:pt x="42910" y="42910"/>
                        </a:lnTo>
                        <a:lnTo>
                          <a:pt x="4291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350" tIns="6348" rIns="6350" bIns="6352" numCol="1" spcCol="1270" anchor="ctr" anchorCtr="0">
                    <a:noAutofit/>
                  </a:bodyPr>
                  <a:lstStyle/>
                  <a:p>
                    <a:pPr marL="0" marR="0" lvl="0" indent="0" algn="ctr" defTabSz="22225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hueOff val="0"/>
                            <a:satOff val="0"/>
                            <a:lumOff val="0"/>
                            <a:alphaOff val="0"/>
                          </a:prst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  <p:sp>
                <p:nvSpPr>
                  <p:cNvPr id="174" name="Arrow: Circular 34">
                    <a:extLst>
                      <a:ext uri="{FF2B5EF4-FFF2-40B4-BE49-F238E27FC236}">
                        <a16:creationId xmlns:a16="http://schemas.microsoft.com/office/drawing/2014/main" id="{9B23073B-B181-9AC1-4F69-4B578A8BD433}"/>
                      </a:ext>
                    </a:extLst>
                  </p:cNvPr>
                  <p:cNvSpPr/>
                  <p:nvPr/>
                </p:nvSpPr>
                <p:spPr>
                  <a:xfrm>
                    <a:off x="6184260" y="5596614"/>
                    <a:ext cx="1306927" cy="1206867"/>
                  </a:xfrm>
                  <a:prstGeom prst="circularArrow">
                    <a:avLst>
                      <a:gd name="adj1" fmla="val 8252"/>
                      <a:gd name="adj2" fmla="val 576425"/>
                      <a:gd name="adj3" fmla="val 11618312"/>
                      <a:gd name="adj4" fmla="val 5725546"/>
                      <a:gd name="adj5" fmla="val 9627"/>
                    </a:avLst>
                  </a:prstGeom>
                  <a:solidFill>
                    <a:srgbClr val="6D6E71"/>
                  </a:solid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2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5" name="Freeform: Shape 35">
                    <a:extLst>
                      <a:ext uri="{FF2B5EF4-FFF2-40B4-BE49-F238E27FC236}">
                        <a16:creationId xmlns:a16="http://schemas.microsoft.com/office/drawing/2014/main" id="{EE1112A2-3929-6F73-09CA-C8BFCC2E6AC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316469" y="5915361"/>
                    <a:ext cx="113039" cy="109642"/>
                  </a:xfrm>
                  <a:custGeom>
                    <a:avLst/>
                    <a:gdLst>
                      <a:gd name="connsiteX0" fmla="*/ 0 w 47797"/>
                      <a:gd name="connsiteY0" fmla="*/ 0 h 47797"/>
                      <a:gd name="connsiteX1" fmla="*/ 47797 w 47797"/>
                      <a:gd name="connsiteY1" fmla="*/ 0 h 47797"/>
                      <a:gd name="connsiteX2" fmla="*/ 47797 w 47797"/>
                      <a:gd name="connsiteY2" fmla="*/ 47797 h 47797"/>
                      <a:gd name="connsiteX3" fmla="*/ 0 w 47797"/>
                      <a:gd name="connsiteY3" fmla="*/ 47797 h 47797"/>
                      <a:gd name="connsiteX4" fmla="*/ 0 w 47797"/>
                      <a:gd name="connsiteY4" fmla="*/ 0 h 477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797" h="47797">
                        <a:moveTo>
                          <a:pt x="47797" y="0"/>
                        </a:moveTo>
                        <a:lnTo>
                          <a:pt x="0" y="0"/>
                        </a:lnTo>
                        <a:lnTo>
                          <a:pt x="0" y="47797"/>
                        </a:lnTo>
                        <a:lnTo>
                          <a:pt x="47797" y="47797"/>
                        </a:lnTo>
                        <a:lnTo>
                          <a:pt x="47797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539" tIns="2539" rIns="2541" bIns="2541" numCol="1" spcCol="1270" anchor="ctr" anchorCtr="0">
                    <a:noAutofit/>
                  </a:bodyPr>
                  <a:lstStyle/>
                  <a:p>
                    <a:pPr marL="0" marR="0" lvl="0" indent="0" algn="ctr" defTabSz="889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hueOff val="0"/>
                            <a:satOff val="0"/>
                            <a:lumOff val="0"/>
                            <a:alphaOff val="0"/>
                          </a:prst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  <p:sp>
                <p:nvSpPr>
                  <p:cNvPr id="176" name="Arrow: Circular 36">
                    <a:extLst>
                      <a:ext uri="{FF2B5EF4-FFF2-40B4-BE49-F238E27FC236}">
                        <a16:creationId xmlns:a16="http://schemas.microsoft.com/office/drawing/2014/main" id="{131A8DBB-BE20-F57C-A446-3768C420D3DE}"/>
                      </a:ext>
                    </a:extLst>
                  </p:cNvPr>
                  <p:cNvSpPr/>
                  <p:nvPr/>
                </p:nvSpPr>
                <p:spPr>
                  <a:xfrm>
                    <a:off x="6183149" y="5601342"/>
                    <a:ext cx="1306927" cy="1206867"/>
                  </a:xfrm>
                  <a:prstGeom prst="circularArrow">
                    <a:avLst>
                      <a:gd name="adj1" fmla="val 8252"/>
                      <a:gd name="adj2" fmla="val 576425"/>
                      <a:gd name="adj3" fmla="val 18842530"/>
                      <a:gd name="adj4" fmla="val 13035139"/>
                      <a:gd name="adj5" fmla="val 9627"/>
                    </a:avLst>
                  </a:prstGeom>
                  <a:solidFill>
                    <a:srgbClr val="6D6E71"/>
                  </a:solid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2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A897A94A-0824-A4E2-6C92-2929F1CA19C0}"/>
                    </a:ext>
                  </a:extLst>
                </p:cNvPr>
                <p:cNvSpPr/>
                <p:nvPr/>
              </p:nvSpPr>
              <p:spPr>
                <a:xfrm>
                  <a:off x="8195307" y="6288759"/>
                  <a:ext cx="468077" cy="153888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Initiation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C819776B-135E-F59C-065D-91134E86A948}"/>
                  </a:ext>
                </a:extLst>
              </p:cNvPr>
              <p:cNvGrpSpPr/>
              <p:nvPr/>
            </p:nvGrpSpPr>
            <p:grpSpPr>
              <a:xfrm>
                <a:off x="7963539" y="6232999"/>
                <a:ext cx="962349" cy="201024"/>
                <a:chOff x="8768758" y="6257496"/>
                <a:chExt cx="962349" cy="201024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46E38D70-D989-CE09-A85D-9895826FFC1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768758" y="6257496"/>
                  <a:ext cx="201637" cy="201024"/>
                  <a:chOff x="5834063" y="5856923"/>
                  <a:chExt cx="522288" cy="520700"/>
                </a:xfrm>
                <a:solidFill>
                  <a:srgbClr val="6D6E71"/>
                </a:solidFill>
              </p:grpSpPr>
              <p:sp>
                <p:nvSpPr>
                  <p:cNvPr id="163" name="Freeform 44">
                    <a:extLst>
                      <a:ext uri="{FF2B5EF4-FFF2-40B4-BE49-F238E27FC236}">
                        <a16:creationId xmlns:a16="http://schemas.microsoft.com/office/drawing/2014/main" id="{F8C2A472-9F0A-7346-575E-35598FBDD14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834063" y="5856923"/>
                    <a:ext cx="522288" cy="520700"/>
                  </a:xfrm>
                  <a:custGeom>
                    <a:avLst/>
                    <a:gdLst>
                      <a:gd name="T0" fmla="*/ 312 w 657"/>
                      <a:gd name="T1" fmla="*/ 658 h 658"/>
                      <a:gd name="T2" fmla="*/ 262 w 657"/>
                      <a:gd name="T3" fmla="*/ 651 h 658"/>
                      <a:gd name="T4" fmla="*/ 201 w 657"/>
                      <a:gd name="T5" fmla="*/ 632 h 658"/>
                      <a:gd name="T6" fmla="*/ 119 w 657"/>
                      <a:gd name="T7" fmla="*/ 582 h 658"/>
                      <a:gd name="T8" fmla="*/ 56 w 657"/>
                      <a:gd name="T9" fmla="*/ 512 h 658"/>
                      <a:gd name="T10" fmla="*/ 15 w 657"/>
                      <a:gd name="T11" fmla="*/ 426 h 658"/>
                      <a:gd name="T12" fmla="*/ 4 w 657"/>
                      <a:gd name="T13" fmla="*/ 379 h 658"/>
                      <a:gd name="T14" fmla="*/ 0 w 657"/>
                      <a:gd name="T15" fmla="*/ 330 h 658"/>
                      <a:gd name="T16" fmla="*/ 1 w 657"/>
                      <a:gd name="T17" fmla="*/ 296 h 658"/>
                      <a:gd name="T18" fmla="*/ 10 w 657"/>
                      <a:gd name="T19" fmla="*/ 248 h 658"/>
                      <a:gd name="T20" fmla="*/ 40 w 657"/>
                      <a:gd name="T21" fmla="*/ 172 h 658"/>
                      <a:gd name="T22" fmla="*/ 96 w 657"/>
                      <a:gd name="T23" fmla="*/ 97 h 658"/>
                      <a:gd name="T24" fmla="*/ 172 w 657"/>
                      <a:gd name="T25" fmla="*/ 39 h 658"/>
                      <a:gd name="T26" fmla="*/ 247 w 657"/>
                      <a:gd name="T27" fmla="*/ 11 h 658"/>
                      <a:gd name="T28" fmla="*/ 295 w 657"/>
                      <a:gd name="T29" fmla="*/ 2 h 658"/>
                      <a:gd name="T30" fmla="*/ 329 w 657"/>
                      <a:gd name="T31" fmla="*/ 0 h 658"/>
                      <a:gd name="T32" fmla="*/ 379 w 657"/>
                      <a:gd name="T33" fmla="*/ 4 h 658"/>
                      <a:gd name="T34" fmla="*/ 426 w 657"/>
                      <a:gd name="T35" fmla="*/ 15 h 658"/>
                      <a:gd name="T36" fmla="*/ 512 w 657"/>
                      <a:gd name="T37" fmla="*/ 57 h 658"/>
                      <a:gd name="T38" fmla="*/ 582 w 657"/>
                      <a:gd name="T39" fmla="*/ 120 h 658"/>
                      <a:gd name="T40" fmla="*/ 631 w 657"/>
                      <a:gd name="T41" fmla="*/ 201 h 658"/>
                      <a:gd name="T42" fmla="*/ 650 w 657"/>
                      <a:gd name="T43" fmla="*/ 262 h 658"/>
                      <a:gd name="T44" fmla="*/ 657 w 657"/>
                      <a:gd name="T45" fmla="*/ 312 h 658"/>
                      <a:gd name="T46" fmla="*/ 657 w 657"/>
                      <a:gd name="T47" fmla="*/ 346 h 658"/>
                      <a:gd name="T48" fmla="*/ 650 w 657"/>
                      <a:gd name="T49" fmla="*/ 396 h 658"/>
                      <a:gd name="T50" fmla="*/ 631 w 657"/>
                      <a:gd name="T51" fmla="*/ 457 h 658"/>
                      <a:gd name="T52" fmla="*/ 582 w 657"/>
                      <a:gd name="T53" fmla="*/ 538 h 658"/>
                      <a:gd name="T54" fmla="*/ 512 w 657"/>
                      <a:gd name="T55" fmla="*/ 603 h 658"/>
                      <a:gd name="T56" fmla="*/ 426 w 657"/>
                      <a:gd name="T57" fmla="*/ 643 h 658"/>
                      <a:gd name="T58" fmla="*/ 379 w 657"/>
                      <a:gd name="T59" fmla="*/ 655 h 658"/>
                      <a:gd name="T60" fmla="*/ 329 w 657"/>
                      <a:gd name="T61" fmla="*/ 658 h 658"/>
                      <a:gd name="T62" fmla="*/ 329 w 657"/>
                      <a:gd name="T63" fmla="*/ 38 h 658"/>
                      <a:gd name="T64" fmla="*/ 242 w 657"/>
                      <a:gd name="T65" fmla="*/ 51 h 658"/>
                      <a:gd name="T66" fmla="*/ 166 w 657"/>
                      <a:gd name="T67" fmla="*/ 88 h 658"/>
                      <a:gd name="T68" fmla="*/ 103 w 657"/>
                      <a:gd name="T69" fmla="*/ 144 h 658"/>
                      <a:gd name="T70" fmla="*/ 60 w 657"/>
                      <a:gd name="T71" fmla="*/ 215 h 658"/>
                      <a:gd name="T72" fmla="*/ 39 w 657"/>
                      <a:gd name="T73" fmla="*/ 299 h 658"/>
                      <a:gd name="T74" fmla="*/ 39 w 657"/>
                      <a:gd name="T75" fmla="*/ 359 h 658"/>
                      <a:gd name="T76" fmla="*/ 60 w 657"/>
                      <a:gd name="T77" fmla="*/ 443 h 658"/>
                      <a:gd name="T78" fmla="*/ 103 w 657"/>
                      <a:gd name="T79" fmla="*/ 514 h 658"/>
                      <a:gd name="T80" fmla="*/ 166 w 657"/>
                      <a:gd name="T81" fmla="*/ 570 h 658"/>
                      <a:gd name="T82" fmla="*/ 242 w 657"/>
                      <a:gd name="T83" fmla="*/ 608 h 658"/>
                      <a:gd name="T84" fmla="*/ 329 w 657"/>
                      <a:gd name="T85" fmla="*/ 620 h 658"/>
                      <a:gd name="T86" fmla="*/ 387 w 657"/>
                      <a:gd name="T87" fmla="*/ 615 h 658"/>
                      <a:gd name="T88" fmla="*/ 467 w 657"/>
                      <a:gd name="T89" fmla="*/ 585 h 658"/>
                      <a:gd name="T90" fmla="*/ 535 w 657"/>
                      <a:gd name="T91" fmla="*/ 535 h 658"/>
                      <a:gd name="T92" fmla="*/ 584 w 657"/>
                      <a:gd name="T93" fmla="*/ 468 h 658"/>
                      <a:gd name="T94" fmla="*/ 614 w 657"/>
                      <a:gd name="T95" fmla="*/ 387 h 658"/>
                      <a:gd name="T96" fmla="*/ 619 w 657"/>
                      <a:gd name="T97" fmla="*/ 330 h 658"/>
                      <a:gd name="T98" fmla="*/ 607 w 657"/>
                      <a:gd name="T99" fmla="*/ 242 h 658"/>
                      <a:gd name="T100" fmla="*/ 570 w 657"/>
                      <a:gd name="T101" fmla="*/ 167 h 658"/>
                      <a:gd name="T102" fmla="*/ 513 w 657"/>
                      <a:gd name="T103" fmla="*/ 104 h 658"/>
                      <a:gd name="T104" fmla="*/ 442 w 657"/>
                      <a:gd name="T105" fmla="*/ 61 h 658"/>
                      <a:gd name="T106" fmla="*/ 359 w 657"/>
                      <a:gd name="T107" fmla="*/ 39 h 6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657" h="658">
                        <a:moveTo>
                          <a:pt x="329" y="658"/>
                        </a:moveTo>
                        <a:lnTo>
                          <a:pt x="329" y="658"/>
                        </a:lnTo>
                        <a:lnTo>
                          <a:pt x="312" y="658"/>
                        </a:lnTo>
                        <a:lnTo>
                          <a:pt x="295" y="656"/>
                        </a:lnTo>
                        <a:lnTo>
                          <a:pt x="278" y="655"/>
                        </a:lnTo>
                        <a:lnTo>
                          <a:pt x="262" y="651"/>
                        </a:lnTo>
                        <a:lnTo>
                          <a:pt x="247" y="648"/>
                        </a:lnTo>
                        <a:lnTo>
                          <a:pt x="231" y="643"/>
                        </a:lnTo>
                        <a:lnTo>
                          <a:pt x="201" y="632"/>
                        </a:lnTo>
                        <a:lnTo>
                          <a:pt x="172" y="619"/>
                        </a:lnTo>
                        <a:lnTo>
                          <a:pt x="145" y="603"/>
                        </a:lnTo>
                        <a:lnTo>
                          <a:pt x="119" y="582"/>
                        </a:lnTo>
                        <a:lnTo>
                          <a:pt x="96" y="562"/>
                        </a:lnTo>
                        <a:lnTo>
                          <a:pt x="75" y="538"/>
                        </a:lnTo>
                        <a:lnTo>
                          <a:pt x="56" y="512"/>
                        </a:lnTo>
                        <a:lnTo>
                          <a:pt x="40" y="486"/>
                        </a:lnTo>
                        <a:lnTo>
                          <a:pt x="25" y="457"/>
                        </a:lnTo>
                        <a:lnTo>
                          <a:pt x="15" y="426"/>
                        </a:lnTo>
                        <a:lnTo>
                          <a:pt x="10" y="412"/>
                        </a:lnTo>
                        <a:lnTo>
                          <a:pt x="6" y="396"/>
                        </a:lnTo>
                        <a:lnTo>
                          <a:pt x="4" y="379"/>
                        </a:lnTo>
                        <a:lnTo>
                          <a:pt x="1" y="363"/>
                        </a:lnTo>
                        <a:lnTo>
                          <a:pt x="0" y="346"/>
                        </a:lnTo>
                        <a:lnTo>
                          <a:pt x="0" y="330"/>
                        </a:lnTo>
                        <a:lnTo>
                          <a:pt x="0" y="330"/>
                        </a:lnTo>
                        <a:lnTo>
                          <a:pt x="0" y="312"/>
                        </a:lnTo>
                        <a:lnTo>
                          <a:pt x="1" y="296"/>
                        </a:lnTo>
                        <a:lnTo>
                          <a:pt x="4" y="279"/>
                        </a:lnTo>
                        <a:lnTo>
                          <a:pt x="6" y="262"/>
                        </a:lnTo>
                        <a:lnTo>
                          <a:pt x="10" y="248"/>
                        </a:lnTo>
                        <a:lnTo>
                          <a:pt x="15" y="232"/>
                        </a:lnTo>
                        <a:lnTo>
                          <a:pt x="25" y="201"/>
                        </a:lnTo>
                        <a:lnTo>
                          <a:pt x="40" y="172"/>
                        </a:lnTo>
                        <a:lnTo>
                          <a:pt x="56" y="146"/>
                        </a:lnTo>
                        <a:lnTo>
                          <a:pt x="75" y="120"/>
                        </a:lnTo>
                        <a:lnTo>
                          <a:pt x="96" y="97"/>
                        </a:lnTo>
                        <a:lnTo>
                          <a:pt x="119" y="76"/>
                        </a:lnTo>
                        <a:lnTo>
                          <a:pt x="145" y="57"/>
                        </a:lnTo>
                        <a:lnTo>
                          <a:pt x="172" y="39"/>
                        </a:lnTo>
                        <a:lnTo>
                          <a:pt x="201" y="26"/>
                        </a:lnTo>
                        <a:lnTo>
                          <a:pt x="231" y="15"/>
                        </a:lnTo>
                        <a:lnTo>
                          <a:pt x="247" y="11"/>
                        </a:lnTo>
                        <a:lnTo>
                          <a:pt x="262" y="7"/>
                        </a:lnTo>
                        <a:lnTo>
                          <a:pt x="278" y="4"/>
                        </a:lnTo>
                        <a:lnTo>
                          <a:pt x="295" y="2"/>
                        </a:lnTo>
                        <a:lnTo>
                          <a:pt x="312" y="0"/>
                        </a:lnTo>
                        <a:lnTo>
                          <a:pt x="329" y="0"/>
                        </a:lnTo>
                        <a:lnTo>
                          <a:pt x="329" y="0"/>
                        </a:lnTo>
                        <a:lnTo>
                          <a:pt x="345" y="0"/>
                        </a:lnTo>
                        <a:lnTo>
                          <a:pt x="363" y="2"/>
                        </a:lnTo>
                        <a:lnTo>
                          <a:pt x="379" y="4"/>
                        </a:lnTo>
                        <a:lnTo>
                          <a:pt x="395" y="7"/>
                        </a:lnTo>
                        <a:lnTo>
                          <a:pt x="411" y="11"/>
                        </a:lnTo>
                        <a:lnTo>
                          <a:pt x="426" y="15"/>
                        </a:lnTo>
                        <a:lnTo>
                          <a:pt x="457" y="26"/>
                        </a:lnTo>
                        <a:lnTo>
                          <a:pt x="485" y="39"/>
                        </a:lnTo>
                        <a:lnTo>
                          <a:pt x="512" y="57"/>
                        </a:lnTo>
                        <a:lnTo>
                          <a:pt x="537" y="76"/>
                        </a:lnTo>
                        <a:lnTo>
                          <a:pt x="562" y="97"/>
                        </a:lnTo>
                        <a:lnTo>
                          <a:pt x="582" y="120"/>
                        </a:lnTo>
                        <a:lnTo>
                          <a:pt x="602" y="146"/>
                        </a:lnTo>
                        <a:lnTo>
                          <a:pt x="618" y="172"/>
                        </a:lnTo>
                        <a:lnTo>
                          <a:pt x="631" y="201"/>
                        </a:lnTo>
                        <a:lnTo>
                          <a:pt x="642" y="232"/>
                        </a:lnTo>
                        <a:lnTo>
                          <a:pt x="648" y="248"/>
                        </a:lnTo>
                        <a:lnTo>
                          <a:pt x="650" y="262"/>
                        </a:lnTo>
                        <a:lnTo>
                          <a:pt x="654" y="279"/>
                        </a:lnTo>
                        <a:lnTo>
                          <a:pt x="656" y="296"/>
                        </a:lnTo>
                        <a:lnTo>
                          <a:pt x="657" y="312"/>
                        </a:lnTo>
                        <a:lnTo>
                          <a:pt x="657" y="330"/>
                        </a:lnTo>
                        <a:lnTo>
                          <a:pt x="657" y="330"/>
                        </a:lnTo>
                        <a:lnTo>
                          <a:pt x="657" y="346"/>
                        </a:lnTo>
                        <a:lnTo>
                          <a:pt x="656" y="363"/>
                        </a:lnTo>
                        <a:lnTo>
                          <a:pt x="654" y="379"/>
                        </a:lnTo>
                        <a:lnTo>
                          <a:pt x="650" y="396"/>
                        </a:lnTo>
                        <a:lnTo>
                          <a:pt x="648" y="412"/>
                        </a:lnTo>
                        <a:lnTo>
                          <a:pt x="642" y="426"/>
                        </a:lnTo>
                        <a:lnTo>
                          <a:pt x="631" y="457"/>
                        </a:lnTo>
                        <a:lnTo>
                          <a:pt x="618" y="486"/>
                        </a:lnTo>
                        <a:lnTo>
                          <a:pt x="602" y="512"/>
                        </a:lnTo>
                        <a:lnTo>
                          <a:pt x="582" y="538"/>
                        </a:lnTo>
                        <a:lnTo>
                          <a:pt x="562" y="562"/>
                        </a:lnTo>
                        <a:lnTo>
                          <a:pt x="537" y="582"/>
                        </a:lnTo>
                        <a:lnTo>
                          <a:pt x="512" y="603"/>
                        </a:lnTo>
                        <a:lnTo>
                          <a:pt x="485" y="619"/>
                        </a:lnTo>
                        <a:lnTo>
                          <a:pt x="457" y="632"/>
                        </a:lnTo>
                        <a:lnTo>
                          <a:pt x="426" y="643"/>
                        </a:lnTo>
                        <a:lnTo>
                          <a:pt x="411" y="648"/>
                        </a:lnTo>
                        <a:lnTo>
                          <a:pt x="395" y="651"/>
                        </a:lnTo>
                        <a:lnTo>
                          <a:pt x="379" y="655"/>
                        </a:lnTo>
                        <a:lnTo>
                          <a:pt x="363" y="656"/>
                        </a:lnTo>
                        <a:lnTo>
                          <a:pt x="345" y="658"/>
                        </a:lnTo>
                        <a:lnTo>
                          <a:pt x="329" y="658"/>
                        </a:lnTo>
                        <a:lnTo>
                          <a:pt x="329" y="658"/>
                        </a:lnTo>
                        <a:close/>
                        <a:moveTo>
                          <a:pt x="329" y="38"/>
                        </a:moveTo>
                        <a:lnTo>
                          <a:pt x="329" y="38"/>
                        </a:lnTo>
                        <a:lnTo>
                          <a:pt x="299" y="39"/>
                        </a:lnTo>
                        <a:lnTo>
                          <a:pt x="270" y="43"/>
                        </a:lnTo>
                        <a:lnTo>
                          <a:pt x="242" y="51"/>
                        </a:lnTo>
                        <a:lnTo>
                          <a:pt x="215" y="61"/>
                        </a:lnTo>
                        <a:lnTo>
                          <a:pt x="189" y="73"/>
                        </a:lnTo>
                        <a:lnTo>
                          <a:pt x="166" y="88"/>
                        </a:lnTo>
                        <a:lnTo>
                          <a:pt x="144" y="104"/>
                        </a:lnTo>
                        <a:lnTo>
                          <a:pt x="122" y="123"/>
                        </a:lnTo>
                        <a:lnTo>
                          <a:pt x="103" y="144"/>
                        </a:lnTo>
                        <a:lnTo>
                          <a:pt x="87" y="167"/>
                        </a:lnTo>
                        <a:lnTo>
                          <a:pt x="72" y="190"/>
                        </a:lnTo>
                        <a:lnTo>
                          <a:pt x="60" y="215"/>
                        </a:lnTo>
                        <a:lnTo>
                          <a:pt x="51" y="242"/>
                        </a:lnTo>
                        <a:lnTo>
                          <a:pt x="43" y="271"/>
                        </a:lnTo>
                        <a:lnTo>
                          <a:pt x="39" y="299"/>
                        </a:lnTo>
                        <a:lnTo>
                          <a:pt x="37" y="330"/>
                        </a:lnTo>
                        <a:lnTo>
                          <a:pt x="37" y="330"/>
                        </a:lnTo>
                        <a:lnTo>
                          <a:pt x="39" y="359"/>
                        </a:lnTo>
                        <a:lnTo>
                          <a:pt x="43" y="387"/>
                        </a:lnTo>
                        <a:lnTo>
                          <a:pt x="51" y="416"/>
                        </a:lnTo>
                        <a:lnTo>
                          <a:pt x="60" y="443"/>
                        </a:lnTo>
                        <a:lnTo>
                          <a:pt x="72" y="468"/>
                        </a:lnTo>
                        <a:lnTo>
                          <a:pt x="87" y="492"/>
                        </a:lnTo>
                        <a:lnTo>
                          <a:pt x="103" y="514"/>
                        </a:lnTo>
                        <a:lnTo>
                          <a:pt x="122" y="535"/>
                        </a:lnTo>
                        <a:lnTo>
                          <a:pt x="144" y="554"/>
                        </a:lnTo>
                        <a:lnTo>
                          <a:pt x="166" y="570"/>
                        </a:lnTo>
                        <a:lnTo>
                          <a:pt x="189" y="585"/>
                        </a:lnTo>
                        <a:lnTo>
                          <a:pt x="215" y="597"/>
                        </a:lnTo>
                        <a:lnTo>
                          <a:pt x="242" y="608"/>
                        </a:lnTo>
                        <a:lnTo>
                          <a:pt x="270" y="615"/>
                        </a:lnTo>
                        <a:lnTo>
                          <a:pt x="299" y="619"/>
                        </a:lnTo>
                        <a:lnTo>
                          <a:pt x="329" y="620"/>
                        </a:lnTo>
                        <a:lnTo>
                          <a:pt x="329" y="620"/>
                        </a:lnTo>
                        <a:lnTo>
                          <a:pt x="359" y="619"/>
                        </a:lnTo>
                        <a:lnTo>
                          <a:pt x="387" y="615"/>
                        </a:lnTo>
                        <a:lnTo>
                          <a:pt x="415" y="608"/>
                        </a:lnTo>
                        <a:lnTo>
                          <a:pt x="442" y="597"/>
                        </a:lnTo>
                        <a:lnTo>
                          <a:pt x="467" y="585"/>
                        </a:lnTo>
                        <a:lnTo>
                          <a:pt x="492" y="570"/>
                        </a:lnTo>
                        <a:lnTo>
                          <a:pt x="513" y="554"/>
                        </a:lnTo>
                        <a:lnTo>
                          <a:pt x="535" y="535"/>
                        </a:lnTo>
                        <a:lnTo>
                          <a:pt x="553" y="514"/>
                        </a:lnTo>
                        <a:lnTo>
                          <a:pt x="570" y="492"/>
                        </a:lnTo>
                        <a:lnTo>
                          <a:pt x="584" y="468"/>
                        </a:lnTo>
                        <a:lnTo>
                          <a:pt x="596" y="443"/>
                        </a:lnTo>
                        <a:lnTo>
                          <a:pt x="607" y="416"/>
                        </a:lnTo>
                        <a:lnTo>
                          <a:pt x="614" y="387"/>
                        </a:lnTo>
                        <a:lnTo>
                          <a:pt x="618" y="359"/>
                        </a:lnTo>
                        <a:lnTo>
                          <a:pt x="619" y="330"/>
                        </a:lnTo>
                        <a:lnTo>
                          <a:pt x="619" y="330"/>
                        </a:lnTo>
                        <a:lnTo>
                          <a:pt x="618" y="299"/>
                        </a:lnTo>
                        <a:lnTo>
                          <a:pt x="614" y="271"/>
                        </a:lnTo>
                        <a:lnTo>
                          <a:pt x="607" y="242"/>
                        </a:lnTo>
                        <a:lnTo>
                          <a:pt x="596" y="215"/>
                        </a:lnTo>
                        <a:lnTo>
                          <a:pt x="584" y="190"/>
                        </a:lnTo>
                        <a:lnTo>
                          <a:pt x="570" y="167"/>
                        </a:lnTo>
                        <a:lnTo>
                          <a:pt x="553" y="144"/>
                        </a:lnTo>
                        <a:lnTo>
                          <a:pt x="535" y="123"/>
                        </a:lnTo>
                        <a:lnTo>
                          <a:pt x="513" y="104"/>
                        </a:lnTo>
                        <a:lnTo>
                          <a:pt x="492" y="88"/>
                        </a:lnTo>
                        <a:lnTo>
                          <a:pt x="467" y="73"/>
                        </a:lnTo>
                        <a:lnTo>
                          <a:pt x="442" y="61"/>
                        </a:lnTo>
                        <a:lnTo>
                          <a:pt x="415" y="51"/>
                        </a:lnTo>
                        <a:lnTo>
                          <a:pt x="387" y="43"/>
                        </a:lnTo>
                        <a:lnTo>
                          <a:pt x="359" y="39"/>
                        </a:lnTo>
                        <a:lnTo>
                          <a:pt x="329" y="38"/>
                        </a:lnTo>
                        <a:lnTo>
                          <a:pt x="329" y="38"/>
                        </a:lnTo>
                        <a:close/>
                      </a:path>
                    </a:pathLst>
                  </a:custGeom>
                  <a:grpFill/>
                  <a:ln w="3175">
                    <a:solidFill>
                      <a:srgbClr val="6D6E71"/>
                    </a:solidFill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64" name="Freeform 188">
                    <a:extLst>
                      <a:ext uri="{FF2B5EF4-FFF2-40B4-BE49-F238E27FC236}">
                        <a16:creationId xmlns:a16="http://schemas.microsoft.com/office/drawing/2014/main" id="{62D11347-8875-AB08-7961-F77AE2E78C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951538" y="6028373"/>
                    <a:ext cx="293688" cy="198438"/>
                  </a:xfrm>
                  <a:custGeom>
                    <a:avLst/>
                    <a:gdLst>
                      <a:gd name="T0" fmla="*/ 346 w 369"/>
                      <a:gd name="T1" fmla="*/ 0 h 250"/>
                      <a:gd name="T2" fmla="*/ 135 w 369"/>
                      <a:gd name="T3" fmla="*/ 211 h 250"/>
                      <a:gd name="T4" fmla="*/ 22 w 369"/>
                      <a:gd name="T5" fmla="*/ 97 h 250"/>
                      <a:gd name="T6" fmla="*/ 0 w 369"/>
                      <a:gd name="T7" fmla="*/ 119 h 250"/>
                      <a:gd name="T8" fmla="*/ 125 w 369"/>
                      <a:gd name="T9" fmla="*/ 244 h 250"/>
                      <a:gd name="T10" fmla="*/ 125 w 369"/>
                      <a:gd name="T11" fmla="*/ 244 h 250"/>
                      <a:gd name="T12" fmla="*/ 130 w 369"/>
                      <a:gd name="T13" fmla="*/ 248 h 250"/>
                      <a:gd name="T14" fmla="*/ 135 w 369"/>
                      <a:gd name="T15" fmla="*/ 250 h 250"/>
                      <a:gd name="T16" fmla="*/ 135 w 369"/>
                      <a:gd name="T17" fmla="*/ 250 h 250"/>
                      <a:gd name="T18" fmla="*/ 142 w 369"/>
                      <a:gd name="T19" fmla="*/ 248 h 250"/>
                      <a:gd name="T20" fmla="*/ 147 w 369"/>
                      <a:gd name="T21" fmla="*/ 244 h 250"/>
                      <a:gd name="T22" fmla="*/ 369 w 369"/>
                      <a:gd name="T23" fmla="*/ 23 h 250"/>
                      <a:gd name="T24" fmla="*/ 346 w 369"/>
                      <a:gd name="T25" fmla="*/ 0 h 2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69" h="250">
                        <a:moveTo>
                          <a:pt x="346" y="0"/>
                        </a:moveTo>
                        <a:lnTo>
                          <a:pt x="135" y="211"/>
                        </a:lnTo>
                        <a:lnTo>
                          <a:pt x="22" y="97"/>
                        </a:lnTo>
                        <a:lnTo>
                          <a:pt x="0" y="119"/>
                        </a:lnTo>
                        <a:lnTo>
                          <a:pt x="125" y="244"/>
                        </a:lnTo>
                        <a:lnTo>
                          <a:pt x="125" y="244"/>
                        </a:lnTo>
                        <a:lnTo>
                          <a:pt x="130" y="248"/>
                        </a:lnTo>
                        <a:lnTo>
                          <a:pt x="135" y="250"/>
                        </a:lnTo>
                        <a:lnTo>
                          <a:pt x="135" y="250"/>
                        </a:lnTo>
                        <a:lnTo>
                          <a:pt x="142" y="248"/>
                        </a:lnTo>
                        <a:lnTo>
                          <a:pt x="147" y="244"/>
                        </a:lnTo>
                        <a:lnTo>
                          <a:pt x="369" y="23"/>
                        </a:lnTo>
                        <a:lnTo>
                          <a:pt x="346" y="0"/>
                        </a:lnTo>
                        <a:close/>
                      </a:path>
                    </a:pathLst>
                  </a:custGeom>
                  <a:grpFill/>
                  <a:ln w="3175">
                    <a:solidFill>
                      <a:srgbClr val="6D6E71"/>
                    </a:solidFill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6FC23FAE-8C9C-9902-31D3-9BBD79C75701}"/>
                    </a:ext>
                  </a:extLst>
                </p:cNvPr>
                <p:cNvSpPr/>
                <p:nvPr/>
              </p:nvSpPr>
              <p:spPr>
                <a:xfrm>
                  <a:off x="9025786" y="6288759"/>
                  <a:ext cx="705321" cy="153888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Development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7F1B67D1-23D5-02CE-4A56-730475DBCF6C}"/>
                  </a:ext>
                </a:extLst>
              </p:cNvPr>
              <p:cNvGrpSpPr/>
              <p:nvPr/>
            </p:nvGrpSpPr>
            <p:grpSpPr>
              <a:xfrm>
                <a:off x="9150776" y="6208073"/>
                <a:ext cx="1004533" cy="220098"/>
                <a:chOff x="9812436" y="6247959"/>
                <a:chExt cx="1004533" cy="220098"/>
              </a:xfrm>
            </p:grpSpPr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1F3E32BF-BF4F-7DC7-E8B4-4DEF6B44C7F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812436" y="6247959"/>
                  <a:ext cx="220098" cy="220098"/>
                  <a:chOff x="6716713" y="4183698"/>
                  <a:chExt cx="522288" cy="522288"/>
                </a:xfrm>
                <a:solidFill>
                  <a:srgbClr val="6D6E71"/>
                </a:solidFill>
              </p:grpSpPr>
              <p:sp>
                <p:nvSpPr>
                  <p:cNvPr id="159" name="Freeform 73">
                    <a:extLst>
                      <a:ext uri="{FF2B5EF4-FFF2-40B4-BE49-F238E27FC236}">
                        <a16:creationId xmlns:a16="http://schemas.microsoft.com/office/drawing/2014/main" id="{D84DEB8F-99F6-7CBF-A3FD-32F47E0103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716713" y="4183698"/>
                    <a:ext cx="522288" cy="522288"/>
                  </a:xfrm>
                  <a:custGeom>
                    <a:avLst/>
                    <a:gdLst>
                      <a:gd name="T0" fmla="*/ 312 w 657"/>
                      <a:gd name="T1" fmla="*/ 657 h 657"/>
                      <a:gd name="T2" fmla="*/ 262 w 657"/>
                      <a:gd name="T3" fmla="*/ 650 h 657"/>
                      <a:gd name="T4" fmla="*/ 200 w 657"/>
                      <a:gd name="T5" fmla="*/ 632 h 657"/>
                      <a:gd name="T6" fmla="*/ 120 w 657"/>
                      <a:gd name="T7" fmla="*/ 582 h 657"/>
                      <a:gd name="T8" fmla="*/ 57 w 657"/>
                      <a:gd name="T9" fmla="*/ 512 h 657"/>
                      <a:gd name="T10" fmla="*/ 15 w 657"/>
                      <a:gd name="T11" fmla="*/ 426 h 657"/>
                      <a:gd name="T12" fmla="*/ 4 w 657"/>
                      <a:gd name="T13" fmla="*/ 379 h 657"/>
                      <a:gd name="T14" fmla="*/ 0 w 657"/>
                      <a:gd name="T15" fmla="*/ 328 h 657"/>
                      <a:gd name="T16" fmla="*/ 2 w 657"/>
                      <a:gd name="T17" fmla="*/ 294 h 657"/>
                      <a:gd name="T18" fmla="*/ 10 w 657"/>
                      <a:gd name="T19" fmla="*/ 246 h 657"/>
                      <a:gd name="T20" fmla="*/ 39 w 657"/>
                      <a:gd name="T21" fmla="*/ 172 h 657"/>
                      <a:gd name="T22" fmla="*/ 96 w 657"/>
                      <a:gd name="T23" fmla="*/ 95 h 657"/>
                      <a:gd name="T24" fmla="*/ 172 w 657"/>
                      <a:gd name="T25" fmla="*/ 39 h 657"/>
                      <a:gd name="T26" fmla="*/ 246 w 657"/>
                      <a:gd name="T27" fmla="*/ 9 h 657"/>
                      <a:gd name="T28" fmla="*/ 295 w 657"/>
                      <a:gd name="T29" fmla="*/ 1 h 657"/>
                      <a:gd name="T30" fmla="*/ 328 w 657"/>
                      <a:gd name="T31" fmla="*/ 0 h 657"/>
                      <a:gd name="T32" fmla="*/ 379 w 657"/>
                      <a:gd name="T33" fmla="*/ 4 h 657"/>
                      <a:gd name="T34" fmla="*/ 426 w 657"/>
                      <a:gd name="T35" fmla="*/ 15 h 657"/>
                      <a:gd name="T36" fmla="*/ 512 w 657"/>
                      <a:gd name="T37" fmla="*/ 56 h 657"/>
                      <a:gd name="T38" fmla="*/ 582 w 657"/>
                      <a:gd name="T39" fmla="*/ 119 h 657"/>
                      <a:gd name="T40" fmla="*/ 632 w 657"/>
                      <a:gd name="T41" fmla="*/ 200 h 657"/>
                      <a:gd name="T42" fmla="*/ 651 w 657"/>
                      <a:gd name="T43" fmla="*/ 262 h 657"/>
                      <a:gd name="T44" fmla="*/ 657 w 657"/>
                      <a:gd name="T45" fmla="*/ 312 h 657"/>
                      <a:gd name="T46" fmla="*/ 657 w 657"/>
                      <a:gd name="T47" fmla="*/ 345 h 657"/>
                      <a:gd name="T48" fmla="*/ 651 w 657"/>
                      <a:gd name="T49" fmla="*/ 395 h 657"/>
                      <a:gd name="T50" fmla="*/ 632 w 657"/>
                      <a:gd name="T51" fmla="*/ 457 h 657"/>
                      <a:gd name="T52" fmla="*/ 582 w 657"/>
                      <a:gd name="T53" fmla="*/ 537 h 657"/>
                      <a:gd name="T54" fmla="*/ 512 w 657"/>
                      <a:gd name="T55" fmla="*/ 601 h 657"/>
                      <a:gd name="T56" fmla="*/ 426 w 657"/>
                      <a:gd name="T57" fmla="*/ 642 h 657"/>
                      <a:gd name="T58" fmla="*/ 379 w 657"/>
                      <a:gd name="T59" fmla="*/ 653 h 657"/>
                      <a:gd name="T60" fmla="*/ 328 w 657"/>
                      <a:gd name="T61" fmla="*/ 657 h 657"/>
                      <a:gd name="T62" fmla="*/ 328 w 657"/>
                      <a:gd name="T63" fmla="*/ 37 h 657"/>
                      <a:gd name="T64" fmla="*/ 242 w 657"/>
                      <a:gd name="T65" fmla="*/ 50 h 657"/>
                      <a:gd name="T66" fmla="*/ 166 w 657"/>
                      <a:gd name="T67" fmla="*/ 87 h 657"/>
                      <a:gd name="T68" fmla="*/ 104 w 657"/>
                      <a:gd name="T69" fmla="*/ 144 h 657"/>
                      <a:gd name="T70" fmla="*/ 61 w 657"/>
                      <a:gd name="T71" fmla="*/ 215 h 657"/>
                      <a:gd name="T72" fmla="*/ 39 w 657"/>
                      <a:gd name="T73" fmla="*/ 298 h 657"/>
                      <a:gd name="T74" fmla="*/ 39 w 657"/>
                      <a:gd name="T75" fmla="*/ 359 h 657"/>
                      <a:gd name="T76" fmla="*/ 61 w 657"/>
                      <a:gd name="T77" fmla="*/ 442 h 657"/>
                      <a:gd name="T78" fmla="*/ 104 w 657"/>
                      <a:gd name="T79" fmla="*/ 513 h 657"/>
                      <a:gd name="T80" fmla="*/ 166 w 657"/>
                      <a:gd name="T81" fmla="*/ 570 h 657"/>
                      <a:gd name="T82" fmla="*/ 242 w 657"/>
                      <a:gd name="T83" fmla="*/ 606 h 657"/>
                      <a:gd name="T84" fmla="*/ 328 w 657"/>
                      <a:gd name="T85" fmla="*/ 619 h 657"/>
                      <a:gd name="T86" fmla="*/ 387 w 657"/>
                      <a:gd name="T87" fmla="*/ 614 h 657"/>
                      <a:gd name="T88" fmla="*/ 468 w 657"/>
                      <a:gd name="T89" fmla="*/ 585 h 657"/>
                      <a:gd name="T90" fmla="*/ 535 w 657"/>
                      <a:gd name="T91" fmla="*/ 535 h 657"/>
                      <a:gd name="T92" fmla="*/ 585 w 657"/>
                      <a:gd name="T93" fmla="*/ 468 h 657"/>
                      <a:gd name="T94" fmla="*/ 614 w 657"/>
                      <a:gd name="T95" fmla="*/ 387 h 657"/>
                      <a:gd name="T96" fmla="*/ 620 w 657"/>
                      <a:gd name="T97" fmla="*/ 328 h 657"/>
                      <a:gd name="T98" fmla="*/ 606 w 657"/>
                      <a:gd name="T99" fmla="*/ 242 h 657"/>
                      <a:gd name="T100" fmla="*/ 570 w 657"/>
                      <a:gd name="T101" fmla="*/ 165 h 657"/>
                      <a:gd name="T102" fmla="*/ 514 w 657"/>
                      <a:gd name="T103" fmla="*/ 103 h 657"/>
                      <a:gd name="T104" fmla="*/ 442 w 657"/>
                      <a:gd name="T105" fmla="*/ 60 h 657"/>
                      <a:gd name="T106" fmla="*/ 359 w 657"/>
                      <a:gd name="T107" fmla="*/ 39 h 6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657" h="657">
                        <a:moveTo>
                          <a:pt x="328" y="657"/>
                        </a:moveTo>
                        <a:lnTo>
                          <a:pt x="328" y="657"/>
                        </a:lnTo>
                        <a:lnTo>
                          <a:pt x="312" y="657"/>
                        </a:lnTo>
                        <a:lnTo>
                          <a:pt x="295" y="656"/>
                        </a:lnTo>
                        <a:lnTo>
                          <a:pt x="278" y="653"/>
                        </a:lnTo>
                        <a:lnTo>
                          <a:pt x="262" y="650"/>
                        </a:lnTo>
                        <a:lnTo>
                          <a:pt x="246" y="646"/>
                        </a:lnTo>
                        <a:lnTo>
                          <a:pt x="231" y="642"/>
                        </a:lnTo>
                        <a:lnTo>
                          <a:pt x="200" y="632"/>
                        </a:lnTo>
                        <a:lnTo>
                          <a:pt x="172" y="618"/>
                        </a:lnTo>
                        <a:lnTo>
                          <a:pt x="145" y="601"/>
                        </a:lnTo>
                        <a:lnTo>
                          <a:pt x="120" y="582"/>
                        </a:lnTo>
                        <a:lnTo>
                          <a:pt x="96" y="560"/>
                        </a:lnTo>
                        <a:lnTo>
                          <a:pt x="75" y="537"/>
                        </a:lnTo>
                        <a:lnTo>
                          <a:pt x="57" y="512"/>
                        </a:lnTo>
                        <a:lnTo>
                          <a:pt x="39" y="485"/>
                        </a:lnTo>
                        <a:lnTo>
                          <a:pt x="26" y="457"/>
                        </a:lnTo>
                        <a:lnTo>
                          <a:pt x="15" y="426"/>
                        </a:lnTo>
                        <a:lnTo>
                          <a:pt x="10" y="411"/>
                        </a:lnTo>
                        <a:lnTo>
                          <a:pt x="7" y="395"/>
                        </a:lnTo>
                        <a:lnTo>
                          <a:pt x="4" y="379"/>
                        </a:lnTo>
                        <a:lnTo>
                          <a:pt x="2" y="361"/>
                        </a:lnTo>
                        <a:lnTo>
                          <a:pt x="0" y="345"/>
                        </a:lnTo>
                        <a:lnTo>
                          <a:pt x="0" y="328"/>
                        </a:lnTo>
                        <a:lnTo>
                          <a:pt x="0" y="328"/>
                        </a:lnTo>
                        <a:lnTo>
                          <a:pt x="0" y="312"/>
                        </a:lnTo>
                        <a:lnTo>
                          <a:pt x="2" y="294"/>
                        </a:lnTo>
                        <a:lnTo>
                          <a:pt x="4" y="278"/>
                        </a:lnTo>
                        <a:lnTo>
                          <a:pt x="7" y="262"/>
                        </a:lnTo>
                        <a:lnTo>
                          <a:pt x="10" y="246"/>
                        </a:lnTo>
                        <a:lnTo>
                          <a:pt x="15" y="231"/>
                        </a:lnTo>
                        <a:lnTo>
                          <a:pt x="26" y="200"/>
                        </a:lnTo>
                        <a:lnTo>
                          <a:pt x="39" y="172"/>
                        </a:lnTo>
                        <a:lnTo>
                          <a:pt x="57" y="145"/>
                        </a:lnTo>
                        <a:lnTo>
                          <a:pt x="75" y="119"/>
                        </a:lnTo>
                        <a:lnTo>
                          <a:pt x="96" y="95"/>
                        </a:lnTo>
                        <a:lnTo>
                          <a:pt x="120" y="75"/>
                        </a:lnTo>
                        <a:lnTo>
                          <a:pt x="145" y="56"/>
                        </a:lnTo>
                        <a:lnTo>
                          <a:pt x="172" y="39"/>
                        </a:lnTo>
                        <a:lnTo>
                          <a:pt x="200" y="25"/>
                        </a:lnTo>
                        <a:lnTo>
                          <a:pt x="231" y="15"/>
                        </a:lnTo>
                        <a:lnTo>
                          <a:pt x="246" y="9"/>
                        </a:lnTo>
                        <a:lnTo>
                          <a:pt x="262" y="7"/>
                        </a:lnTo>
                        <a:lnTo>
                          <a:pt x="278" y="4"/>
                        </a:lnTo>
                        <a:lnTo>
                          <a:pt x="295" y="1"/>
                        </a:lnTo>
                        <a:lnTo>
                          <a:pt x="312" y="0"/>
                        </a:lnTo>
                        <a:lnTo>
                          <a:pt x="328" y="0"/>
                        </a:lnTo>
                        <a:lnTo>
                          <a:pt x="328" y="0"/>
                        </a:lnTo>
                        <a:lnTo>
                          <a:pt x="346" y="0"/>
                        </a:lnTo>
                        <a:lnTo>
                          <a:pt x="362" y="1"/>
                        </a:lnTo>
                        <a:lnTo>
                          <a:pt x="379" y="4"/>
                        </a:lnTo>
                        <a:lnTo>
                          <a:pt x="395" y="7"/>
                        </a:lnTo>
                        <a:lnTo>
                          <a:pt x="411" y="9"/>
                        </a:lnTo>
                        <a:lnTo>
                          <a:pt x="426" y="15"/>
                        </a:lnTo>
                        <a:lnTo>
                          <a:pt x="457" y="25"/>
                        </a:lnTo>
                        <a:lnTo>
                          <a:pt x="485" y="39"/>
                        </a:lnTo>
                        <a:lnTo>
                          <a:pt x="512" y="56"/>
                        </a:lnTo>
                        <a:lnTo>
                          <a:pt x="538" y="75"/>
                        </a:lnTo>
                        <a:lnTo>
                          <a:pt x="561" y="95"/>
                        </a:lnTo>
                        <a:lnTo>
                          <a:pt x="582" y="119"/>
                        </a:lnTo>
                        <a:lnTo>
                          <a:pt x="601" y="145"/>
                        </a:lnTo>
                        <a:lnTo>
                          <a:pt x="618" y="172"/>
                        </a:lnTo>
                        <a:lnTo>
                          <a:pt x="632" y="200"/>
                        </a:lnTo>
                        <a:lnTo>
                          <a:pt x="643" y="231"/>
                        </a:lnTo>
                        <a:lnTo>
                          <a:pt x="648" y="246"/>
                        </a:lnTo>
                        <a:lnTo>
                          <a:pt x="651" y="262"/>
                        </a:lnTo>
                        <a:lnTo>
                          <a:pt x="653" y="278"/>
                        </a:lnTo>
                        <a:lnTo>
                          <a:pt x="656" y="294"/>
                        </a:lnTo>
                        <a:lnTo>
                          <a:pt x="657" y="312"/>
                        </a:lnTo>
                        <a:lnTo>
                          <a:pt x="657" y="328"/>
                        </a:lnTo>
                        <a:lnTo>
                          <a:pt x="657" y="328"/>
                        </a:lnTo>
                        <a:lnTo>
                          <a:pt x="657" y="345"/>
                        </a:lnTo>
                        <a:lnTo>
                          <a:pt x="656" y="361"/>
                        </a:lnTo>
                        <a:lnTo>
                          <a:pt x="653" y="379"/>
                        </a:lnTo>
                        <a:lnTo>
                          <a:pt x="651" y="395"/>
                        </a:lnTo>
                        <a:lnTo>
                          <a:pt x="648" y="411"/>
                        </a:lnTo>
                        <a:lnTo>
                          <a:pt x="643" y="426"/>
                        </a:lnTo>
                        <a:lnTo>
                          <a:pt x="632" y="457"/>
                        </a:lnTo>
                        <a:lnTo>
                          <a:pt x="618" y="485"/>
                        </a:lnTo>
                        <a:lnTo>
                          <a:pt x="601" y="512"/>
                        </a:lnTo>
                        <a:lnTo>
                          <a:pt x="582" y="537"/>
                        </a:lnTo>
                        <a:lnTo>
                          <a:pt x="561" y="560"/>
                        </a:lnTo>
                        <a:lnTo>
                          <a:pt x="538" y="582"/>
                        </a:lnTo>
                        <a:lnTo>
                          <a:pt x="512" y="601"/>
                        </a:lnTo>
                        <a:lnTo>
                          <a:pt x="485" y="618"/>
                        </a:lnTo>
                        <a:lnTo>
                          <a:pt x="457" y="632"/>
                        </a:lnTo>
                        <a:lnTo>
                          <a:pt x="426" y="642"/>
                        </a:lnTo>
                        <a:lnTo>
                          <a:pt x="411" y="646"/>
                        </a:lnTo>
                        <a:lnTo>
                          <a:pt x="395" y="650"/>
                        </a:lnTo>
                        <a:lnTo>
                          <a:pt x="379" y="653"/>
                        </a:lnTo>
                        <a:lnTo>
                          <a:pt x="362" y="656"/>
                        </a:lnTo>
                        <a:lnTo>
                          <a:pt x="346" y="657"/>
                        </a:lnTo>
                        <a:lnTo>
                          <a:pt x="328" y="657"/>
                        </a:lnTo>
                        <a:lnTo>
                          <a:pt x="328" y="657"/>
                        </a:lnTo>
                        <a:close/>
                        <a:moveTo>
                          <a:pt x="328" y="37"/>
                        </a:moveTo>
                        <a:lnTo>
                          <a:pt x="328" y="37"/>
                        </a:lnTo>
                        <a:lnTo>
                          <a:pt x="299" y="39"/>
                        </a:lnTo>
                        <a:lnTo>
                          <a:pt x="270" y="43"/>
                        </a:lnTo>
                        <a:lnTo>
                          <a:pt x="242" y="50"/>
                        </a:lnTo>
                        <a:lnTo>
                          <a:pt x="215" y="60"/>
                        </a:lnTo>
                        <a:lnTo>
                          <a:pt x="190" y="72"/>
                        </a:lnTo>
                        <a:lnTo>
                          <a:pt x="166" y="87"/>
                        </a:lnTo>
                        <a:lnTo>
                          <a:pt x="144" y="103"/>
                        </a:lnTo>
                        <a:lnTo>
                          <a:pt x="123" y="122"/>
                        </a:lnTo>
                        <a:lnTo>
                          <a:pt x="104" y="144"/>
                        </a:lnTo>
                        <a:lnTo>
                          <a:pt x="88" y="165"/>
                        </a:lnTo>
                        <a:lnTo>
                          <a:pt x="73" y="189"/>
                        </a:lnTo>
                        <a:lnTo>
                          <a:pt x="61" y="215"/>
                        </a:lnTo>
                        <a:lnTo>
                          <a:pt x="50" y="242"/>
                        </a:lnTo>
                        <a:lnTo>
                          <a:pt x="43" y="270"/>
                        </a:lnTo>
                        <a:lnTo>
                          <a:pt x="39" y="298"/>
                        </a:lnTo>
                        <a:lnTo>
                          <a:pt x="38" y="328"/>
                        </a:lnTo>
                        <a:lnTo>
                          <a:pt x="38" y="328"/>
                        </a:lnTo>
                        <a:lnTo>
                          <a:pt x="39" y="359"/>
                        </a:lnTo>
                        <a:lnTo>
                          <a:pt x="43" y="387"/>
                        </a:lnTo>
                        <a:lnTo>
                          <a:pt x="50" y="415"/>
                        </a:lnTo>
                        <a:lnTo>
                          <a:pt x="61" y="442"/>
                        </a:lnTo>
                        <a:lnTo>
                          <a:pt x="73" y="468"/>
                        </a:lnTo>
                        <a:lnTo>
                          <a:pt x="88" y="492"/>
                        </a:lnTo>
                        <a:lnTo>
                          <a:pt x="104" y="513"/>
                        </a:lnTo>
                        <a:lnTo>
                          <a:pt x="123" y="535"/>
                        </a:lnTo>
                        <a:lnTo>
                          <a:pt x="144" y="554"/>
                        </a:lnTo>
                        <a:lnTo>
                          <a:pt x="166" y="570"/>
                        </a:lnTo>
                        <a:lnTo>
                          <a:pt x="190" y="585"/>
                        </a:lnTo>
                        <a:lnTo>
                          <a:pt x="215" y="597"/>
                        </a:lnTo>
                        <a:lnTo>
                          <a:pt x="242" y="606"/>
                        </a:lnTo>
                        <a:lnTo>
                          <a:pt x="270" y="614"/>
                        </a:lnTo>
                        <a:lnTo>
                          <a:pt x="299" y="618"/>
                        </a:lnTo>
                        <a:lnTo>
                          <a:pt x="328" y="619"/>
                        </a:lnTo>
                        <a:lnTo>
                          <a:pt x="328" y="619"/>
                        </a:lnTo>
                        <a:lnTo>
                          <a:pt x="359" y="618"/>
                        </a:lnTo>
                        <a:lnTo>
                          <a:pt x="387" y="614"/>
                        </a:lnTo>
                        <a:lnTo>
                          <a:pt x="415" y="606"/>
                        </a:lnTo>
                        <a:lnTo>
                          <a:pt x="442" y="597"/>
                        </a:lnTo>
                        <a:lnTo>
                          <a:pt x="468" y="585"/>
                        </a:lnTo>
                        <a:lnTo>
                          <a:pt x="492" y="570"/>
                        </a:lnTo>
                        <a:lnTo>
                          <a:pt x="514" y="554"/>
                        </a:lnTo>
                        <a:lnTo>
                          <a:pt x="535" y="535"/>
                        </a:lnTo>
                        <a:lnTo>
                          <a:pt x="554" y="513"/>
                        </a:lnTo>
                        <a:lnTo>
                          <a:pt x="570" y="492"/>
                        </a:lnTo>
                        <a:lnTo>
                          <a:pt x="585" y="468"/>
                        </a:lnTo>
                        <a:lnTo>
                          <a:pt x="597" y="442"/>
                        </a:lnTo>
                        <a:lnTo>
                          <a:pt x="606" y="415"/>
                        </a:lnTo>
                        <a:lnTo>
                          <a:pt x="614" y="387"/>
                        </a:lnTo>
                        <a:lnTo>
                          <a:pt x="618" y="359"/>
                        </a:lnTo>
                        <a:lnTo>
                          <a:pt x="620" y="328"/>
                        </a:lnTo>
                        <a:lnTo>
                          <a:pt x="620" y="328"/>
                        </a:lnTo>
                        <a:lnTo>
                          <a:pt x="618" y="298"/>
                        </a:lnTo>
                        <a:lnTo>
                          <a:pt x="614" y="270"/>
                        </a:lnTo>
                        <a:lnTo>
                          <a:pt x="606" y="242"/>
                        </a:lnTo>
                        <a:lnTo>
                          <a:pt x="597" y="215"/>
                        </a:lnTo>
                        <a:lnTo>
                          <a:pt x="585" y="189"/>
                        </a:lnTo>
                        <a:lnTo>
                          <a:pt x="570" y="165"/>
                        </a:lnTo>
                        <a:lnTo>
                          <a:pt x="554" y="144"/>
                        </a:lnTo>
                        <a:lnTo>
                          <a:pt x="535" y="122"/>
                        </a:lnTo>
                        <a:lnTo>
                          <a:pt x="514" y="103"/>
                        </a:lnTo>
                        <a:lnTo>
                          <a:pt x="492" y="87"/>
                        </a:lnTo>
                        <a:lnTo>
                          <a:pt x="468" y="72"/>
                        </a:lnTo>
                        <a:lnTo>
                          <a:pt x="442" y="60"/>
                        </a:lnTo>
                        <a:lnTo>
                          <a:pt x="415" y="50"/>
                        </a:lnTo>
                        <a:lnTo>
                          <a:pt x="387" y="43"/>
                        </a:lnTo>
                        <a:lnTo>
                          <a:pt x="359" y="39"/>
                        </a:lnTo>
                        <a:lnTo>
                          <a:pt x="328" y="37"/>
                        </a:lnTo>
                        <a:lnTo>
                          <a:pt x="328" y="3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0" name="Freeform 216">
                    <a:extLst>
                      <a:ext uri="{FF2B5EF4-FFF2-40B4-BE49-F238E27FC236}">
                        <a16:creationId xmlns:a16="http://schemas.microsoft.com/office/drawing/2014/main" id="{457016CE-D886-CC15-5059-9763CFB6712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831013" y="4294823"/>
                    <a:ext cx="296863" cy="298450"/>
                  </a:xfrm>
                  <a:custGeom>
                    <a:avLst/>
                    <a:gdLst>
                      <a:gd name="T0" fmla="*/ 321 w 374"/>
                      <a:gd name="T1" fmla="*/ 151 h 375"/>
                      <a:gd name="T2" fmla="*/ 336 w 374"/>
                      <a:gd name="T3" fmla="*/ 81 h 375"/>
                      <a:gd name="T4" fmla="*/ 336 w 374"/>
                      <a:gd name="T5" fmla="*/ 73 h 375"/>
                      <a:gd name="T6" fmla="*/ 298 w 374"/>
                      <a:gd name="T7" fmla="*/ 36 h 375"/>
                      <a:gd name="T8" fmla="*/ 255 w 374"/>
                      <a:gd name="T9" fmla="*/ 67 h 375"/>
                      <a:gd name="T10" fmla="*/ 216 w 374"/>
                      <a:gd name="T11" fmla="*/ 5 h 375"/>
                      <a:gd name="T12" fmla="*/ 211 w 374"/>
                      <a:gd name="T13" fmla="*/ 0 h 375"/>
                      <a:gd name="T14" fmla="*/ 159 w 374"/>
                      <a:gd name="T15" fmla="*/ 1 h 375"/>
                      <a:gd name="T16" fmla="*/ 151 w 374"/>
                      <a:gd name="T17" fmla="*/ 54 h 375"/>
                      <a:gd name="T18" fmla="*/ 79 w 374"/>
                      <a:gd name="T19" fmla="*/ 38 h 375"/>
                      <a:gd name="T20" fmla="*/ 71 w 374"/>
                      <a:gd name="T21" fmla="*/ 38 h 375"/>
                      <a:gd name="T22" fmla="*/ 35 w 374"/>
                      <a:gd name="T23" fmla="*/ 77 h 375"/>
                      <a:gd name="T24" fmla="*/ 66 w 374"/>
                      <a:gd name="T25" fmla="*/ 118 h 375"/>
                      <a:gd name="T26" fmla="*/ 5 w 374"/>
                      <a:gd name="T27" fmla="*/ 157 h 375"/>
                      <a:gd name="T28" fmla="*/ 0 w 374"/>
                      <a:gd name="T29" fmla="*/ 163 h 375"/>
                      <a:gd name="T30" fmla="*/ 1 w 374"/>
                      <a:gd name="T31" fmla="*/ 215 h 375"/>
                      <a:gd name="T32" fmla="*/ 52 w 374"/>
                      <a:gd name="T33" fmla="*/ 224 h 375"/>
                      <a:gd name="T34" fmla="*/ 36 w 374"/>
                      <a:gd name="T35" fmla="*/ 294 h 375"/>
                      <a:gd name="T36" fmla="*/ 38 w 374"/>
                      <a:gd name="T37" fmla="*/ 302 h 375"/>
                      <a:gd name="T38" fmla="*/ 74 w 374"/>
                      <a:gd name="T39" fmla="*/ 339 h 375"/>
                      <a:gd name="T40" fmla="*/ 79 w 374"/>
                      <a:gd name="T41" fmla="*/ 337 h 375"/>
                      <a:gd name="T42" fmla="*/ 133 w 374"/>
                      <a:gd name="T43" fmla="*/ 316 h 375"/>
                      <a:gd name="T44" fmla="*/ 156 w 374"/>
                      <a:gd name="T45" fmla="*/ 370 h 375"/>
                      <a:gd name="T46" fmla="*/ 211 w 374"/>
                      <a:gd name="T47" fmla="*/ 375 h 375"/>
                      <a:gd name="T48" fmla="*/ 216 w 374"/>
                      <a:gd name="T49" fmla="*/ 370 h 375"/>
                      <a:gd name="T50" fmla="*/ 239 w 374"/>
                      <a:gd name="T51" fmla="*/ 316 h 375"/>
                      <a:gd name="T52" fmla="*/ 294 w 374"/>
                      <a:gd name="T53" fmla="*/ 337 h 375"/>
                      <a:gd name="T54" fmla="*/ 300 w 374"/>
                      <a:gd name="T55" fmla="*/ 339 h 375"/>
                      <a:gd name="T56" fmla="*/ 336 w 374"/>
                      <a:gd name="T57" fmla="*/ 302 h 375"/>
                      <a:gd name="T58" fmla="*/ 308 w 374"/>
                      <a:gd name="T59" fmla="*/ 257 h 375"/>
                      <a:gd name="T60" fmla="*/ 321 w 374"/>
                      <a:gd name="T61" fmla="*/ 224 h 375"/>
                      <a:gd name="T62" fmla="*/ 372 w 374"/>
                      <a:gd name="T63" fmla="*/ 215 h 375"/>
                      <a:gd name="T64" fmla="*/ 374 w 374"/>
                      <a:gd name="T65" fmla="*/ 163 h 375"/>
                      <a:gd name="T66" fmla="*/ 368 w 374"/>
                      <a:gd name="T67" fmla="*/ 157 h 375"/>
                      <a:gd name="T68" fmla="*/ 179 w 374"/>
                      <a:gd name="T69" fmla="*/ 266 h 375"/>
                      <a:gd name="T70" fmla="*/ 142 w 374"/>
                      <a:gd name="T71" fmla="*/ 254 h 375"/>
                      <a:gd name="T72" fmla="*/ 113 w 374"/>
                      <a:gd name="T73" fmla="*/ 219 h 375"/>
                      <a:gd name="T74" fmla="*/ 108 w 374"/>
                      <a:gd name="T75" fmla="*/ 187 h 375"/>
                      <a:gd name="T76" fmla="*/ 109 w 374"/>
                      <a:gd name="T77" fmla="*/ 171 h 375"/>
                      <a:gd name="T78" fmla="*/ 130 w 374"/>
                      <a:gd name="T79" fmla="*/ 132 h 375"/>
                      <a:gd name="T80" fmla="*/ 171 w 374"/>
                      <a:gd name="T81" fmla="*/ 109 h 375"/>
                      <a:gd name="T82" fmla="*/ 187 w 374"/>
                      <a:gd name="T83" fmla="*/ 108 h 375"/>
                      <a:gd name="T84" fmla="*/ 218 w 374"/>
                      <a:gd name="T85" fmla="*/ 114 h 375"/>
                      <a:gd name="T86" fmla="*/ 253 w 374"/>
                      <a:gd name="T87" fmla="*/ 142 h 375"/>
                      <a:gd name="T88" fmla="*/ 266 w 374"/>
                      <a:gd name="T89" fmla="*/ 179 h 375"/>
                      <a:gd name="T90" fmla="*/ 266 w 374"/>
                      <a:gd name="T91" fmla="*/ 196 h 375"/>
                      <a:gd name="T92" fmla="*/ 253 w 374"/>
                      <a:gd name="T93" fmla="*/ 233 h 375"/>
                      <a:gd name="T94" fmla="*/ 218 w 374"/>
                      <a:gd name="T95" fmla="*/ 261 h 375"/>
                      <a:gd name="T96" fmla="*/ 187 w 374"/>
                      <a:gd name="T97" fmla="*/ 267 h 3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374" h="375">
                        <a:moveTo>
                          <a:pt x="368" y="157"/>
                        </a:moveTo>
                        <a:lnTo>
                          <a:pt x="321" y="151"/>
                        </a:lnTo>
                        <a:lnTo>
                          <a:pt x="321" y="151"/>
                        </a:lnTo>
                        <a:lnTo>
                          <a:pt x="314" y="134"/>
                        </a:lnTo>
                        <a:lnTo>
                          <a:pt x="308" y="118"/>
                        </a:lnTo>
                        <a:lnTo>
                          <a:pt x="336" y="81"/>
                        </a:lnTo>
                        <a:lnTo>
                          <a:pt x="336" y="81"/>
                        </a:lnTo>
                        <a:lnTo>
                          <a:pt x="337" y="77"/>
                        </a:lnTo>
                        <a:lnTo>
                          <a:pt x="336" y="73"/>
                        </a:lnTo>
                        <a:lnTo>
                          <a:pt x="302" y="38"/>
                        </a:lnTo>
                        <a:lnTo>
                          <a:pt x="302" y="38"/>
                        </a:lnTo>
                        <a:lnTo>
                          <a:pt x="298" y="36"/>
                        </a:lnTo>
                        <a:lnTo>
                          <a:pt x="294" y="38"/>
                        </a:lnTo>
                        <a:lnTo>
                          <a:pt x="255" y="67"/>
                        </a:lnTo>
                        <a:lnTo>
                          <a:pt x="255" y="67"/>
                        </a:lnTo>
                        <a:lnTo>
                          <a:pt x="239" y="59"/>
                        </a:lnTo>
                        <a:lnTo>
                          <a:pt x="223" y="54"/>
                        </a:lnTo>
                        <a:lnTo>
                          <a:pt x="216" y="5"/>
                        </a:lnTo>
                        <a:lnTo>
                          <a:pt x="216" y="5"/>
                        </a:lnTo>
                        <a:lnTo>
                          <a:pt x="215" y="1"/>
                        </a:lnTo>
                        <a:lnTo>
                          <a:pt x="211" y="0"/>
                        </a:lnTo>
                        <a:lnTo>
                          <a:pt x="163" y="0"/>
                        </a:lnTo>
                        <a:lnTo>
                          <a:pt x="163" y="0"/>
                        </a:lnTo>
                        <a:lnTo>
                          <a:pt x="159" y="1"/>
                        </a:lnTo>
                        <a:lnTo>
                          <a:pt x="156" y="5"/>
                        </a:lnTo>
                        <a:lnTo>
                          <a:pt x="151" y="54"/>
                        </a:lnTo>
                        <a:lnTo>
                          <a:pt x="151" y="54"/>
                        </a:lnTo>
                        <a:lnTo>
                          <a:pt x="133" y="59"/>
                        </a:lnTo>
                        <a:lnTo>
                          <a:pt x="118" y="67"/>
                        </a:lnTo>
                        <a:lnTo>
                          <a:pt x="79" y="38"/>
                        </a:lnTo>
                        <a:lnTo>
                          <a:pt x="79" y="38"/>
                        </a:lnTo>
                        <a:lnTo>
                          <a:pt x="75" y="36"/>
                        </a:lnTo>
                        <a:lnTo>
                          <a:pt x="71" y="38"/>
                        </a:lnTo>
                        <a:lnTo>
                          <a:pt x="38" y="73"/>
                        </a:lnTo>
                        <a:lnTo>
                          <a:pt x="38" y="73"/>
                        </a:lnTo>
                        <a:lnTo>
                          <a:pt x="35" y="77"/>
                        </a:lnTo>
                        <a:lnTo>
                          <a:pt x="36" y="81"/>
                        </a:lnTo>
                        <a:lnTo>
                          <a:pt x="66" y="118"/>
                        </a:lnTo>
                        <a:lnTo>
                          <a:pt x="66" y="118"/>
                        </a:lnTo>
                        <a:lnTo>
                          <a:pt x="58" y="134"/>
                        </a:lnTo>
                        <a:lnTo>
                          <a:pt x="52" y="151"/>
                        </a:lnTo>
                        <a:lnTo>
                          <a:pt x="5" y="157"/>
                        </a:lnTo>
                        <a:lnTo>
                          <a:pt x="5" y="157"/>
                        </a:lnTo>
                        <a:lnTo>
                          <a:pt x="1" y="160"/>
                        </a:lnTo>
                        <a:lnTo>
                          <a:pt x="0" y="163"/>
                        </a:lnTo>
                        <a:lnTo>
                          <a:pt x="0" y="211"/>
                        </a:lnTo>
                        <a:lnTo>
                          <a:pt x="0" y="211"/>
                        </a:lnTo>
                        <a:lnTo>
                          <a:pt x="1" y="215"/>
                        </a:lnTo>
                        <a:lnTo>
                          <a:pt x="5" y="218"/>
                        </a:lnTo>
                        <a:lnTo>
                          <a:pt x="52" y="224"/>
                        </a:lnTo>
                        <a:lnTo>
                          <a:pt x="52" y="224"/>
                        </a:lnTo>
                        <a:lnTo>
                          <a:pt x="58" y="241"/>
                        </a:lnTo>
                        <a:lnTo>
                          <a:pt x="66" y="257"/>
                        </a:lnTo>
                        <a:lnTo>
                          <a:pt x="36" y="294"/>
                        </a:lnTo>
                        <a:lnTo>
                          <a:pt x="36" y="294"/>
                        </a:lnTo>
                        <a:lnTo>
                          <a:pt x="35" y="298"/>
                        </a:lnTo>
                        <a:lnTo>
                          <a:pt x="38" y="302"/>
                        </a:lnTo>
                        <a:lnTo>
                          <a:pt x="71" y="337"/>
                        </a:lnTo>
                        <a:lnTo>
                          <a:pt x="71" y="337"/>
                        </a:lnTo>
                        <a:lnTo>
                          <a:pt x="74" y="339"/>
                        </a:lnTo>
                        <a:lnTo>
                          <a:pt x="75" y="339"/>
                        </a:lnTo>
                        <a:lnTo>
                          <a:pt x="75" y="339"/>
                        </a:lnTo>
                        <a:lnTo>
                          <a:pt x="79" y="337"/>
                        </a:lnTo>
                        <a:lnTo>
                          <a:pt x="118" y="308"/>
                        </a:lnTo>
                        <a:lnTo>
                          <a:pt x="118" y="308"/>
                        </a:lnTo>
                        <a:lnTo>
                          <a:pt x="133" y="316"/>
                        </a:lnTo>
                        <a:lnTo>
                          <a:pt x="151" y="321"/>
                        </a:lnTo>
                        <a:lnTo>
                          <a:pt x="156" y="370"/>
                        </a:lnTo>
                        <a:lnTo>
                          <a:pt x="156" y="370"/>
                        </a:lnTo>
                        <a:lnTo>
                          <a:pt x="159" y="374"/>
                        </a:lnTo>
                        <a:lnTo>
                          <a:pt x="163" y="375"/>
                        </a:lnTo>
                        <a:lnTo>
                          <a:pt x="211" y="375"/>
                        </a:lnTo>
                        <a:lnTo>
                          <a:pt x="211" y="375"/>
                        </a:lnTo>
                        <a:lnTo>
                          <a:pt x="215" y="374"/>
                        </a:lnTo>
                        <a:lnTo>
                          <a:pt x="216" y="370"/>
                        </a:lnTo>
                        <a:lnTo>
                          <a:pt x="223" y="321"/>
                        </a:lnTo>
                        <a:lnTo>
                          <a:pt x="223" y="321"/>
                        </a:lnTo>
                        <a:lnTo>
                          <a:pt x="239" y="316"/>
                        </a:lnTo>
                        <a:lnTo>
                          <a:pt x="255" y="308"/>
                        </a:lnTo>
                        <a:lnTo>
                          <a:pt x="294" y="337"/>
                        </a:lnTo>
                        <a:lnTo>
                          <a:pt x="294" y="337"/>
                        </a:lnTo>
                        <a:lnTo>
                          <a:pt x="297" y="339"/>
                        </a:lnTo>
                        <a:lnTo>
                          <a:pt x="297" y="339"/>
                        </a:lnTo>
                        <a:lnTo>
                          <a:pt x="300" y="339"/>
                        </a:lnTo>
                        <a:lnTo>
                          <a:pt x="302" y="337"/>
                        </a:lnTo>
                        <a:lnTo>
                          <a:pt x="336" y="302"/>
                        </a:lnTo>
                        <a:lnTo>
                          <a:pt x="336" y="302"/>
                        </a:lnTo>
                        <a:lnTo>
                          <a:pt x="337" y="298"/>
                        </a:lnTo>
                        <a:lnTo>
                          <a:pt x="336" y="294"/>
                        </a:lnTo>
                        <a:lnTo>
                          <a:pt x="308" y="257"/>
                        </a:lnTo>
                        <a:lnTo>
                          <a:pt x="308" y="257"/>
                        </a:lnTo>
                        <a:lnTo>
                          <a:pt x="314" y="241"/>
                        </a:lnTo>
                        <a:lnTo>
                          <a:pt x="321" y="224"/>
                        </a:lnTo>
                        <a:lnTo>
                          <a:pt x="368" y="218"/>
                        </a:lnTo>
                        <a:lnTo>
                          <a:pt x="368" y="218"/>
                        </a:lnTo>
                        <a:lnTo>
                          <a:pt x="372" y="215"/>
                        </a:lnTo>
                        <a:lnTo>
                          <a:pt x="374" y="211"/>
                        </a:lnTo>
                        <a:lnTo>
                          <a:pt x="374" y="163"/>
                        </a:lnTo>
                        <a:lnTo>
                          <a:pt x="374" y="163"/>
                        </a:lnTo>
                        <a:lnTo>
                          <a:pt x="372" y="160"/>
                        </a:lnTo>
                        <a:lnTo>
                          <a:pt x="368" y="157"/>
                        </a:lnTo>
                        <a:lnTo>
                          <a:pt x="368" y="157"/>
                        </a:lnTo>
                        <a:close/>
                        <a:moveTo>
                          <a:pt x="187" y="267"/>
                        </a:moveTo>
                        <a:lnTo>
                          <a:pt x="187" y="267"/>
                        </a:lnTo>
                        <a:lnTo>
                          <a:pt x="179" y="266"/>
                        </a:lnTo>
                        <a:lnTo>
                          <a:pt x="171" y="266"/>
                        </a:lnTo>
                        <a:lnTo>
                          <a:pt x="156" y="261"/>
                        </a:lnTo>
                        <a:lnTo>
                          <a:pt x="142" y="254"/>
                        </a:lnTo>
                        <a:lnTo>
                          <a:pt x="130" y="243"/>
                        </a:lnTo>
                        <a:lnTo>
                          <a:pt x="121" y="233"/>
                        </a:lnTo>
                        <a:lnTo>
                          <a:pt x="113" y="219"/>
                        </a:lnTo>
                        <a:lnTo>
                          <a:pt x="109" y="203"/>
                        </a:lnTo>
                        <a:lnTo>
                          <a:pt x="108" y="196"/>
                        </a:lnTo>
                        <a:lnTo>
                          <a:pt x="108" y="187"/>
                        </a:lnTo>
                        <a:lnTo>
                          <a:pt x="108" y="187"/>
                        </a:lnTo>
                        <a:lnTo>
                          <a:pt x="108" y="179"/>
                        </a:lnTo>
                        <a:lnTo>
                          <a:pt x="109" y="171"/>
                        </a:lnTo>
                        <a:lnTo>
                          <a:pt x="113" y="156"/>
                        </a:lnTo>
                        <a:lnTo>
                          <a:pt x="121" y="142"/>
                        </a:lnTo>
                        <a:lnTo>
                          <a:pt x="130" y="132"/>
                        </a:lnTo>
                        <a:lnTo>
                          <a:pt x="142" y="121"/>
                        </a:lnTo>
                        <a:lnTo>
                          <a:pt x="156" y="114"/>
                        </a:lnTo>
                        <a:lnTo>
                          <a:pt x="171" y="109"/>
                        </a:lnTo>
                        <a:lnTo>
                          <a:pt x="179" y="108"/>
                        </a:lnTo>
                        <a:lnTo>
                          <a:pt x="187" y="108"/>
                        </a:lnTo>
                        <a:lnTo>
                          <a:pt x="187" y="108"/>
                        </a:lnTo>
                        <a:lnTo>
                          <a:pt x="195" y="108"/>
                        </a:lnTo>
                        <a:lnTo>
                          <a:pt x="203" y="109"/>
                        </a:lnTo>
                        <a:lnTo>
                          <a:pt x="218" y="114"/>
                        </a:lnTo>
                        <a:lnTo>
                          <a:pt x="231" y="121"/>
                        </a:lnTo>
                        <a:lnTo>
                          <a:pt x="243" y="132"/>
                        </a:lnTo>
                        <a:lnTo>
                          <a:pt x="253" y="142"/>
                        </a:lnTo>
                        <a:lnTo>
                          <a:pt x="259" y="156"/>
                        </a:lnTo>
                        <a:lnTo>
                          <a:pt x="265" y="171"/>
                        </a:lnTo>
                        <a:lnTo>
                          <a:pt x="266" y="179"/>
                        </a:lnTo>
                        <a:lnTo>
                          <a:pt x="266" y="187"/>
                        </a:lnTo>
                        <a:lnTo>
                          <a:pt x="266" y="187"/>
                        </a:lnTo>
                        <a:lnTo>
                          <a:pt x="266" y="196"/>
                        </a:lnTo>
                        <a:lnTo>
                          <a:pt x="265" y="203"/>
                        </a:lnTo>
                        <a:lnTo>
                          <a:pt x="259" y="219"/>
                        </a:lnTo>
                        <a:lnTo>
                          <a:pt x="253" y="233"/>
                        </a:lnTo>
                        <a:lnTo>
                          <a:pt x="243" y="243"/>
                        </a:lnTo>
                        <a:lnTo>
                          <a:pt x="231" y="254"/>
                        </a:lnTo>
                        <a:lnTo>
                          <a:pt x="218" y="261"/>
                        </a:lnTo>
                        <a:lnTo>
                          <a:pt x="203" y="266"/>
                        </a:lnTo>
                        <a:lnTo>
                          <a:pt x="195" y="266"/>
                        </a:lnTo>
                        <a:lnTo>
                          <a:pt x="187" y="267"/>
                        </a:lnTo>
                        <a:lnTo>
                          <a:pt x="187" y="26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5C58FDE4-821A-0F0D-9CF0-8F03090A0C11}"/>
                    </a:ext>
                  </a:extLst>
                </p:cNvPr>
                <p:cNvSpPr/>
                <p:nvPr/>
              </p:nvSpPr>
              <p:spPr>
                <a:xfrm>
                  <a:off x="10094525" y="6296453"/>
                  <a:ext cx="722444" cy="153888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Testing(UAT)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EFE5FC7F-06CE-500B-5E55-3F07F7965D13}"/>
                  </a:ext>
                </a:extLst>
              </p:cNvPr>
              <p:cNvGrpSpPr/>
              <p:nvPr/>
            </p:nvGrpSpPr>
            <p:grpSpPr>
              <a:xfrm>
                <a:off x="11248637" y="6209272"/>
                <a:ext cx="943363" cy="248479"/>
                <a:chOff x="10932787" y="6224302"/>
                <a:chExt cx="943363" cy="248479"/>
              </a:xfrm>
            </p:grpSpPr>
            <p:sp>
              <p:nvSpPr>
                <p:cNvPr id="155" name="5-Point Star 163">
                  <a:extLst>
                    <a:ext uri="{FF2B5EF4-FFF2-40B4-BE49-F238E27FC236}">
                      <a16:creationId xmlns:a16="http://schemas.microsoft.com/office/drawing/2014/main" id="{DC7D1740-9046-4A32-ADCB-E94857C9D92D}"/>
                    </a:ext>
                  </a:extLst>
                </p:cNvPr>
                <p:cNvSpPr/>
                <p:nvPr/>
              </p:nvSpPr>
              <p:spPr bwMode="gray">
                <a:xfrm>
                  <a:off x="10932787" y="6224302"/>
                  <a:ext cx="248479" cy="248479"/>
                </a:xfrm>
                <a:prstGeom prst="star5">
                  <a:avLst/>
                </a:prstGeom>
                <a:solidFill>
                  <a:srgbClr val="404040"/>
                </a:solidFill>
                <a:ln w="19050" algn="ctr">
                  <a:noFill/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437500F6-9ECC-2C0F-535F-EBCB2015A059}"/>
                    </a:ext>
                  </a:extLst>
                </p:cNvPr>
                <p:cNvSpPr/>
                <p:nvPr/>
              </p:nvSpPr>
              <p:spPr>
                <a:xfrm>
                  <a:off x="11208958" y="6271597"/>
                  <a:ext cx="667192" cy="15388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Go-Live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AFC34B66-EA66-91AD-E2AA-F5A79D47FD35}"/>
                  </a:ext>
                </a:extLst>
              </p:cNvPr>
              <p:cNvGrpSpPr/>
              <p:nvPr/>
            </p:nvGrpSpPr>
            <p:grpSpPr>
              <a:xfrm>
                <a:off x="10195073" y="6235126"/>
                <a:ext cx="980962" cy="196770"/>
                <a:chOff x="9663781" y="5291646"/>
                <a:chExt cx="980962" cy="196770"/>
              </a:xfrm>
            </p:grpSpPr>
            <p:sp>
              <p:nvSpPr>
                <p:cNvPr id="153" name="Diamond 152">
                  <a:extLst>
                    <a:ext uri="{FF2B5EF4-FFF2-40B4-BE49-F238E27FC236}">
                      <a16:creationId xmlns:a16="http://schemas.microsoft.com/office/drawing/2014/main" id="{C37A9604-4C2D-D2C4-5EA0-81CA00127830}"/>
                    </a:ext>
                  </a:extLst>
                </p:cNvPr>
                <p:cNvSpPr/>
                <p:nvPr/>
              </p:nvSpPr>
              <p:spPr>
                <a:xfrm>
                  <a:off x="9663781" y="5291646"/>
                  <a:ext cx="196770" cy="196770"/>
                </a:xfrm>
                <a:prstGeom prst="diamond">
                  <a:avLst/>
                </a:prstGeom>
                <a:gradFill flip="none" rotWithShape="1">
                  <a:gsLst>
                    <a:gs pos="49000">
                      <a:srgbClr val="B95D1F"/>
                    </a:gs>
                    <a:gs pos="0">
                      <a:schemeClr val="accent2"/>
                    </a:gs>
                    <a:gs pos="50000">
                      <a:schemeClr val="accent2">
                        <a:lumMod val="50000"/>
                      </a:schemeClr>
                    </a:gs>
                    <a:gs pos="100000">
                      <a:schemeClr val="accent2">
                        <a:lumMod val="50000"/>
                      </a:schemeClr>
                    </a:gs>
                  </a:gsLst>
                  <a:lin ang="0" scaled="1"/>
                  <a:tileRect/>
                </a:gradFill>
                <a:ln>
                  <a:solidFill>
                    <a:srgbClr val="6D6E7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84AB5395-C8DA-D7ED-5429-709AFBCE4920}"/>
                    </a:ext>
                  </a:extLst>
                </p:cNvPr>
                <p:cNvSpPr/>
                <p:nvPr/>
              </p:nvSpPr>
              <p:spPr>
                <a:xfrm>
                  <a:off x="9915143" y="5313087"/>
                  <a:ext cx="729600" cy="15388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Milestones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E367A6C-F51C-A823-DAE0-65E15436284A}"/>
                  </a:ext>
                </a:extLst>
              </p:cNvPr>
              <p:cNvSpPr/>
              <p:nvPr/>
            </p:nvSpPr>
            <p:spPr>
              <a:xfrm>
                <a:off x="6158253" y="6204858"/>
                <a:ext cx="64306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anose="020B0604020202020204" pitchFamily="34" charset="0"/>
                  </a:rPr>
                  <a:t>Legend</a:t>
                </a: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6D6E71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538AF26A-32FF-5E79-5FAB-61C952E1C798}"/>
                  </a:ext>
                </a:extLst>
              </p:cNvPr>
              <p:cNvCxnSpPr/>
              <p:nvPr/>
            </p:nvCxnSpPr>
            <p:spPr>
              <a:xfrm>
                <a:off x="6948296" y="6234791"/>
                <a:ext cx="0" cy="217131"/>
              </a:xfrm>
              <a:prstGeom prst="line">
                <a:avLst/>
              </a:prstGeom>
              <a:ln w="28575">
                <a:solidFill>
                  <a:srgbClr val="6D6E7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Arrow: Pentagon 143">
              <a:extLst>
                <a:ext uri="{FF2B5EF4-FFF2-40B4-BE49-F238E27FC236}">
                  <a16:creationId xmlns:a16="http://schemas.microsoft.com/office/drawing/2014/main" id="{90575BEF-BEEE-E933-E3BB-421EE6AF49D3}"/>
                </a:ext>
              </a:extLst>
            </p:cNvPr>
            <p:cNvSpPr/>
            <p:nvPr/>
          </p:nvSpPr>
          <p:spPr>
            <a:xfrm>
              <a:off x="10246430" y="3534500"/>
              <a:ext cx="252000" cy="136635"/>
            </a:xfrm>
            <a:prstGeom prst="homePlate">
              <a:avLst/>
            </a:prstGeom>
            <a:pattFill prst="pct50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DA58EAF9-E922-B0B2-846B-846288BF8F46}"/>
                </a:ext>
              </a:extLst>
            </p:cNvPr>
            <p:cNvSpPr/>
            <p:nvPr/>
          </p:nvSpPr>
          <p:spPr>
            <a:xfrm>
              <a:off x="10586259" y="3519094"/>
              <a:ext cx="66719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6D6E71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Arial" panose="020B0604020202020204" pitchFamily="34" charset="0"/>
                </a:rPr>
                <a:t>Delay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D6E71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D786ADB-BA00-D0BA-01A9-D0CBA6B0D208}"/>
              </a:ext>
            </a:extLst>
          </p:cNvPr>
          <p:cNvGrpSpPr/>
          <p:nvPr/>
        </p:nvGrpSpPr>
        <p:grpSpPr>
          <a:xfrm>
            <a:off x="6653404" y="6510908"/>
            <a:ext cx="4668210" cy="369332"/>
            <a:chOff x="3621684" y="6022088"/>
            <a:chExt cx="4668210" cy="369332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B7896DE3-5240-70D7-3537-D9E67FDC2CEB}"/>
                </a:ext>
              </a:extLst>
            </p:cNvPr>
            <p:cNvSpPr txBox="1"/>
            <p:nvPr/>
          </p:nvSpPr>
          <p:spPr>
            <a:xfrm>
              <a:off x="5318112" y="6022088"/>
              <a:ext cx="38594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C66F012D-27B8-1B1F-AE34-8BBB6D737EFF}"/>
                </a:ext>
              </a:extLst>
            </p:cNvPr>
            <p:cNvSpPr txBox="1"/>
            <p:nvPr/>
          </p:nvSpPr>
          <p:spPr>
            <a:xfrm>
              <a:off x="3817672" y="6022088"/>
              <a:ext cx="4542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6E513AA-14A4-3345-77A0-B2D55F8EDCE6}"/>
                </a:ext>
              </a:extLst>
            </p:cNvPr>
            <p:cNvSpPr txBox="1"/>
            <p:nvPr/>
          </p:nvSpPr>
          <p:spPr>
            <a:xfrm>
              <a:off x="4292087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On-track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19D6A19-9C4E-BC3C-806B-ED17874C0013}"/>
                </a:ext>
              </a:extLst>
            </p:cNvPr>
            <p:cNvSpPr txBox="1"/>
            <p:nvPr/>
          </p:nvSpPr>
          <p:spPr>
            <a:xfrm>
              <a:off x="5724239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Slightly off-track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40CABB5-4D70-0433-9BB2-03EA5A962239}"/>
                </a:ext>
              </a:extLst>
            </p:cNvPr>
            <p:cNvSpPr txBox="1"/>
            <p:nvPr/>
          </p:nvSpPr>
          <p:spPr>
            <a:xfrm>
              <a:off x="6750264" y="6022088"/>
              <a:ext cx="513607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515B53E3-3364-7578-DF74-2108B3BB28D4}"/>
                </a:ext>
              </a:extLst>
            </p:cNvPr>
            <p:cNvSpPr txBox="1"/>
            <p:nvPr/>
          </p:nvSpPr>
          <p:spPr>
            <a:xfrm>
              <a:off x="7284054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Off-track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B1BA393B-4172-7D29-8885-A07FEFB1F533}"/>
                </a:ext>
              </a:extLst>
            </p:cNvPr>
            <p:cNvSpPr/>
            <p:nvPr/>
          </p:nvSpPr>
          <p:spPr>
            <a:xfrm>
              <a:off x="3621684" y="6051396"/>
              <a:ext cx="4661452" cy="26502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C2BD0FA-F36F-ACBA-F1B6-1D0E9A85E691}"/>
              </a:ext>
            </a:extLst>
          </p:cNvPr>
          <p:cNvGraphicFramePr>
            <a:graphicFrameLocks noGrp="1"/>
          </p:cNvGraphicFramePr>
          <p:nvPr/>
        </p:nvGraphicFramePr>
        <p:xfrm>
          <a:off x="5574537" y="28706"/>
          <a:ext cx="657258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190">
                  <a:extLst>
                    <a:ext uri="{9D8B030D-6E8A-4147-A177-3AD203B41FA5}">
                      <a16:colId xmlns:a16="http://schemas.microsoft.com/office/drawing/2014/main" val="206438777"/>
                    </a:ext>
                  </a:extLst>
                </a:gridCol>
                <a:gridCol w="1123820">
                  <a:extLst>
                    <a:ext uri="{9D8B030D-6E8A-4147-A177-3AD203B41FA5}">
                      <a16:colId xmlns:a16="http://schemas.microsoft.com/office/drawing/2014/main" val="1679038743"/>
                    </a:ext>
                  </a:extLst>
                </a:gridCol>
                <a:gridCol w="915005">
                  <a:extLst>
                    <a:ext uri="{9D8B030D-6E8A-4147-A177-3AD203B41FA5}">
                      <a16:colId xmlns:a16="http://schemas.microsoft.com/office/drawing/2014/main" val="565544261"/>
                    </a:ext>
                  </a:extLst>
                </a:gridCol>
                <a:gridCol w="1186133">
                  <a:extLst>
                    <a:ext uri="{9D8B030D-6E8A-4147-A177-3AD203B41FA5}">
                      <a16:colId xmlns:a16="http://schemas.microsoft.com/office/drawing/2014/main" val="3072034866"/>
                    </a:ext>
                  </a:extLst>
                </a:gridCol>
                <a:gridCol w="1396650">
                  <a:extLst>
                    <a:ext uri="{9D8B030D-6E8A-4147-A177-3AD203B41FA5}">
                      <a16:colId xmlns:a16="http://schemas.microsoft.com/office/drawing/2014/main" val="1998805191"/>
                    </a:ext>
                  </a:extLst>
                </a:gridCol>
                <a:gridCol w="1244786">
                  <a:extLst>
                    <a:ext uri="{9D8B030D-6E8A-4147-A177-3AD203B41FA5}">
                      <a16:colId xmlns:a16="http://schemas.microsoft.com/office/drawing/2014/main" val="2236392260"/>
                    </a:ext>
                  </a:extLst>
                </a:gridCol>
              </a:tblGrid>
              <a:tr h="218930">
                <a:tc rowSpan="2">
                  <a:txBody>
                    <a:bodyPr/>
                    <a:lstStyle/>
                    <a:p>
                      <a:r>
                        <a:rPr lang="en-US" sz="1200"/>
                        <a:t>Date of last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&lt;DD-MON-YYYY &gt;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Region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&lt;Region&gt;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Sponsor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916471"/>
                  </a:ext>
                </a:extLst>
              </a:tr>
              <a:tr h="364883"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&lt;Function Nm&gt;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3153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Project Manager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01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993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19852d-30be-49c4-8858-6cbc4a1ff376" xsi:nil="true"/>
    <lcf76f155ced4ddcb4097134ff3c332f xmlns="567ba4dc-eaa4-4764-9078-86fe8f265db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BF662C8E6B1B4FB44BD71793BD93DB" ma:contentTypeVersion="12" ma:contentTypeDescription="Create a new document." ma:contentTypeScope="" ma:versionID="359edbd54b91f89f7b5967e5868cf57f">
  <xsd:schema xmlns:xsd="http://www.w3.org/2001/XMLSchema" xmlns:xs="http://www.w3.org/2001/XMLSchema" xmlns:p="http://schemas.microsoft.com/office/2006/metadata/properties" xmlns:ns2="567ba4dc-eaa4-4764-9078-86fe8f265db1" xmlns:ns3="7819852d-30be-49c4-8858-6cbc4a1ff376" targetNamespace="http://schemas.microsoft.com/office/2006/metadata/properties" ma:root="true" ma:fieldsID="0ca917debac4bbcfce4d1e996a62dbea" ns2:_="" ns3:_="">
    <xsd:import namespace="567ba4dc-eaa4-4764-9078-86fe8f265db1"/>
    <xsd:import namespace="7819852d-30be-49c4-8858-6cbc4a1ff3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ba4dc-eaa4-4764-9078-86fe8f265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f1a0d83-9611-4640-8550-972b60db5c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9852d-30be-49c4-8858-6cbc4a1ff3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b2544d4-0065-4ae2-a6d8-b9fecf82731d}" ma:internalName="TaxCatchAll" ma:showField="CatchAllData" ma:web="7819852d-30be-49c4-8858-6cbc4a1ff3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B87731-8B46-49B6-B0F6-2315B4A139CA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7819852d-30be-49c4-8858-6cbc4a1ff376"/>
    <ds:schemaRef ds:uri="567ba4dc-eaa4-4764-9078-86fe8f265db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6E351CE-4978-4B1A-ACE4-B68FB959C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7ba4dc-eaa4-4764-9078-86fe8f265db1"/>
    <ds:schemaRef ds:uri="7819852d-30be-49c4-8858-6cbc4a1ff3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842051-8BE1-4023-B67A-91B6D0A2717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5d643d-5daa-4182-b4ec-05c4e602cf56}" enabled="1" method="Privileged" siteId="{50f40674-931c-4d09-ae8a-bb8fde36b91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243</Words>
  <Application>Microsoft Office PowerPoint</Application>
  <PresentationFormat>Widescreen</PresentationFormat>
  <Paragraphs>148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Segoe UI</vt:lpstr>
      <vt:lpstr>Speedee</vt:lpstr>
      <vt:lpstr>Verdana</vt:lpstr>
      <vt:lpstr>Wingdings 2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Pappachan</dc:creator>
  <cp:lastModifiedBy>Vasanth Kumar</cp:lastModifiedBy>
  <cp:revision>1</cp:revision>
  <dcterms:created xsi:type="dcterms:W3CDTF">2025-12-11T11:11:59Z</dcterms:created>
  <dcterms:modified xsi:type="dcterms:W3CDTF">2026-05-18T09:19:51Z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0x01010055BF662C8E6B1B4FB44BD71793BD93DB</vt:lpwstr>
  </property>
  <property fmtid="{D5CDD505-2E9C-101B-9397-08002B2CF9AE}" pid="3" name="MediaServiceImageTags">
    <vt:lpwstr/>
  </property>
</Properties>
</file>