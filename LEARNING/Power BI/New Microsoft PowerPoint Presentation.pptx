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11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santh kumar" userId="81af875725a2a030" providerId="LiveId" clId="{ADDC219A-1259-42D0-BAF0-2C1E4857BA88}"/>
    <pc:docChg chg="undo custSel addSld modSld">
      <pc:chgData name="vasanth kumar" userId="81af875725a2a030" providerId="LiveId" clId="{ADDC219A-1259-42D0-BAF0-2C1E4857BA88}" dt="2026-08-08T02:02:42.887" v="389" actId="14100"/>
      <pc:docMkLst>
        <pc:docMk/>
      </pc:docMkLst>
      <pc:sldChg chg="new">
        <pc:chgData name="vasanth kumar" userId="81af875725a2a030" providerId="LiveId" clId="{ADDC219A-1259-42D0-BAF0-2C1E4857BA88}" dt="2026-08-08T01:38:09.820" v="0" actId="680"/>
        <pc:sldMkLst>
          <pc:docMk/>
          <pc:sldMk cId="178994315" sldId="256"/>
        </pc:sldMkLst>
      </pc:sldChg>
      <pc:sldChg chg="addSp delSp modSp new mod">
        <pc:chgData name="vasanth kumar" userId="81af875725a2a030" providerId="LiveId" clId="{ADDC219A-1259-42D0-BAF0-2C1E4857BA88}" dt="2026-08-08T02:02:42.887" v="389" actId="14100"/>
        <pc:sldMkLst>
          <pc:docMk/>
          <pc:sldMk cId="442327232" sldId="257"/>
        </pc:sldMkLst>
        <pc:spChg chg="add mod">
          <ac:chgData name="vasanth kumar" userId="81af875725a2a030" providerId="LiveId" clId="{ADDC219A-1259-42D0-BAF0-2C1E4857BA88}" dt="2026-08-08T01:53:04.533" v="198" actId="1076"/>
          <ac:spMkLst>
            <pc:docMk/>
            <pc:sldMk cId="442327232" sldId="257"/>
            <ac:spMk id="2" creationId="{0325F2A5-39AF-28FE-0AB1-D3C8721C39F8}"/>
          </ac:spMkLst>
        </pc:spChg>
        <pc:spChg chg="add mod">
          <ac:chgData name="vasanth kumar" userId="81af875725a2a030" providerId="LiveId" clId="{ADDC219A-1259-42D0-BAF0-2C1E4857BA88}" dt="2026-08-08T01:53:04.533" v="198" actId="1076"/>
          <ac:spMkLst>
            <pc:docMk/>
            <pc:sldMk cId="442327232" sldId="257"/>
            <ac:spMk id="3" creationId="{79A341BC-91EC-1CEF-53B2-E00A322DB398}"/>
          </ac:spMkLst>
        </pc:spChg>
        <pc:spChg chg="add mod">
          <ac:chgData name="vasanth kumar" userId="81af875725a2a030" providerId="LiveId" clId="{ADDC219A-1259-42D0-BAF0-2C1E4857BA88}" dt="2026-08-08T01:53:34.909" v="202" actId="1076"/>
          <ac:spMkLst>
            <pc:docMk/>
            <pc:sldMk cId="442327232" sldId="257"/>
            <ac:spMk id="4" creationId="{7165D092-F634-2BF7-A37D-AC7F552C5497}"/>
          </ac:spMkLst>
        </pc:spChg>
        <pc:spChg chg="add mod">
          <ac:chgData name="vasanth kumar" userId="81af875725a2a030" providerId="LiveId" clId="{ADDC219A-1259-42D0-BAF0-2C1E4857BA88}" dt="2026-08-08T01:53:46.951" v="203" actId="14100"/>
          <ac:spMkLst>
            <pc:docMk/>
            <pc:sldMk cId="442327232" sldId="257"/>
            <ac:spMk id="5" creationId="{604FFD46-36C0-7F48-24F9-EB051ADA83BE}"/>
          </ac:spMkLst>
        </pc:spChg>
        <pc:spChg chg="add mod">
          <ac:chgData name="vasanth kumar" userId="81af875725a2a030" providerId="LiveId" clId="{ADDC219A-1259-42D0-BAF0-2C1E4857BA88}" dt="2026-08-08T01:53:04.533" v="198" actId="1076"/>
          <ac:spMkLst>
            <pc:docMk/>
            <pc:sldMk cId="442327232" sldId="257"/>
            <ac:spMk id="6" creationId="{1BEB0A9A-114A-ED6D-83E9-0F0DDEB2FD04}"/>
          </ac:spMkLst>
        </pc:spChg>
        <pc:spChg chg="add mod">
          <ac:chgData name="vasanth kumar" userId="81af875725a2a030" providerId="LiveId" clId="{ADDC219A-1259-42D0-BAF0-2C1E4857BA88}" dt="2026-08-08T01:53:04.533" v="198" actId="1076"/>
          <ac:spMkLst>
            <pc:docMk/>
            <pc:sldMk cId="442327232" sldId="257"/>
            <ac:spMk id="7" creationId="{317F96D1-FCFF-71F2-2B79-46B25F8F59E9}"/>
          </ac:spMkLst>
        </pc:spChg>
        <pc:spChg chg="add mod">
          <ac:chgData name="vasanth kumar" userId="81af875725a2a030" providerId="LiveId" clId="{ADDC219A-1259-42D0-BAF0-2C1E4857BA88}" dt="2026-08-08T01:53:04.533" v="198" actId="1076"/>
          <ac:spMkLst>
            <pc:docMk/>
            <pc:sldMk cId="442327232" sldId="257"/>
            <ac:spMk id="34" creationId="{03ABC3D8-4E2D-58AA-92C3-04EDE3D9FD56}"/>
          </ac:spMkLst>
        </pc:spChg>
        <pc:spChg chg="add mod">
          <ac:chgData name="vasanth kumar" userId="81af875725a2a030" providerId="LiveId" clId="{ADDC219A-1259-42D0-BAF0-2C1E4857BA88}" dt="2026-08-08T01:53:04.533" v="198" actId="1076"/>
          <ac:spMkLst>
            <pc:docMk/>
            <pc:sldMk cId="442327232" sldId="257"/>
            <ac:spMk id="35" creationId="{F6180C68-8FF6-6EE1-62B7-9874EA8C80BF}"/>
          </ac:spMkLst>
        </pc:spChg>
        <pc:spChg chg="add mod">
          <ac:chgData name="vasanth kumar" userId="81af875725a2a030" providerId="LiveId" clId="{ADDC219A-1259-42D0-BAF0-2C1E4857BA88}" dt="2026-08-08T01:54:48.278" v="218" actId="20577"/>
          <ac:spMkLst>
            <pc:docMk/>
            <pc:sldMk cId="442327232" sldId="257"/>
            <ac:spMk id="52" creationId="{724DF5A7-A517-D810-E355-BA6CCE01FBFD}"/>
          </ac:spMkLst>
        </pc:spChg>
        <pc:spChg chg="add mod">
          <ac:chgData name="vasanth kumar" userId="81af875725a2a030" providerId="LiveId" clId="{ADDC219A-1259-42D0-BAF0-2C1E4857BA88}" dt="2026-08-08T01:54:54.622" v="224" actId="20577"/>
          <ac:spMkLst>
            <pc:docMk/>
            <pc:sldMk cId="442327232" sldId="257"/>
            <ac:spMk id="53" creationId="{3CF62234-7D1B-13EF-F0F2-637B836DB880}"/>
          </ac:spMkLst>
        </pc:spChg>
        <pc:spChg chg="add del">
          <ac:chgData name="vasanth kumar" userId="81af875725a2a030" providerId="LiveId" clId="{ADDC219A-1259-42D0-BAF0-2C1E4857BA88}" dt="2026-08-08T01:57:54.316" v="226" actId="478"/>
          <ac:spMkLst>
            <pc:docMk/>
            <pc:sldMk cId="442327232" sldId="257"/>
            <ac:spMk id="66" creationId="{2192D938-D08B-CE73-E6F8-BFB6500F48BD}"/>
          </ac:spMkLst>
        </pc:spChg>
        <pc:spChg chg="add mod">
          <ac:chgData name="vasanth kumar" userId="81af875725a2a030" providerId="LiveId" clId="{ADDC219A-1259-42D0-BAF0-2C1E4857BA88}" dt="2026-08-08T01:59:42.157" v="232" actId="1076"/>
          <ac:spMkLst>
            <pc:docMk/>
            <pc:sldMk cId="442327232" sldId="257"/>
            <ac:spMk id="67" creationId="{FC3528C1-41D0-0CA2-08C5-B972A7E44DC6}"/>
          </ac:spMkLst>
        </pc:spChg>
        <pc:spChg chg="add mod">
          <ac:chgData name="vasanth kumar" userId="81af875725a2a030" providerId="LiveId" clId="{ADDC219A-1259-42D0-BAF0-2C1E4857BA88}" dt="2026-08-08T02:00:56.772" v="322" actId="1037"/>
          <ac:spMkLst>
            <pc:docMk/>
            <pc:sldMk cId="442327232" sldId="257"/>
            <ac:spMk id="68" creationId="{B3D69786-C861-E536-7008-E2E572EC952D}"/>
          </ac:spMkLst>
        </pc:spChg>
        <pc:spChg chg="add mod">
          <ac:chgData name="vasanth kumar" userId="81af875725a2a030" providerId="LiveId" clId="{ADDC219A-1259-42D0-BAF0-2C1E4857BA88}" dt="2026-08-08T02:02:42.887" v="389" actId="14100"/>
          <ac:spMkLst>
            <pc:docMk/>
            <pc:sldMk cId="442327232" sldId="257"/>
            <ac:spMk id="69" creationId="{E357C579-13C8-03B8-34C7-78C21B826BAB}"/>
          </ac:spMkLst>
        </pc:spChg>
        <pc:cxnChg chg="add mod">
          <ac:chgData name="vasanth kumar" userId="81af875725a2a030" providerId="LiveId" clId="{ADDC219A-1259-42D0-BAF0-2C1E4857BA88}" dt="2026-08-08T01:53:04.533" v="198" actId="1076"/>
          <ac:cxnSpMkLst>
            <pc:docMk/>
            <pc:sldMk cId="442327232" sldId="257"/>
            <ac:cxnSpMk id="9" creationId="{19C16FB2-79B8-8741-4E5D-573CF5DCCAF2}"/>
          </ac:cxnSpMkLst>
        </pc:cxnChg>
        <pc:cxnChg chg="add mod">
          <ac:chgData name="vasanth kumar" userId="81af875725a2a030" providerId="LiveId" clId="{ADDC219A-1259-42D0-BAF0-2C1E4857BA88}" dt="2026-08-08T01:53:04.533" v="198" actId="1076"/>
          <ac:cxnSpMkLst>
            <pc:docMk/>
            <pc:sldMk cId="442327232" sldId="257"/>
            <ac:cxnSpMk id="11" creationId="{11185048-2C3F-9161-69E2-BE0E000F71F6}"/>
          </ac:cxnSpMkLst>
        </pc:cxnChg>
        <pc:cxnChg chg="add mod">
          <ac:chgData name="vasanth kumar" userId="81af875725a2a030" providerId="LiveId" clId="{ADDC219A-1259-42D0-BAF0-2C1E4857BA88}" dt="2026-08-08T01:53:04.533" v="198" actId="1076"/>
          <ac:cxnSpMkLst>
            <pc:docMk/>
            <pc:sldMk cId="442327232" sldId="257"/>
            <ac:cxnSpMk id="15" creationId="{17C1DE86-396E-1EBB-F647-5551A2F44C5F}"/>
          </ac:cxnSpMkLst>
        </pc:cxnChg>
        <pc:cxnChg chg="add mod">
          <ac:chgData name="vasanth kumar" userId="81af875725a2a030" providerId="LiveId" clId="{ADDC219A-1259-42D0-BAF0-2C1E4857BA88}" dt="2026-08-08T01:53:04.533" v="198" actId="1076"/>
          <ac:cxnSpMkLst>
            <pc:docMk/>
            <pc:sldMk cId="442327232" sldId="257"/>
            <ac:cxnSpMk id="18" creationId="{57A9B247-856A-8535-15D8-9EF49410D03F}"/>
          </ac:cxnSpMkLst>
        </pc:cxnChg>
        <pc:cxnChg chg="add del mod">
          <ac:chgData name="vasanth kumar" userId="81af875725a2a030" providerId="LiveId" clId="{ADDC219A-1259-42D0-BAF0-2C1E4857BA88}" dt="2026-08-08T01:52:34.792" v="193" actId="478"/>
          <ac:cxnSpMkLst>
            <pc:docMk/>
            <pc:sldMk cId="442327232" sldId="257"/>
            <ac:cxnSpMk id="24" creationId="{BED8DC47-7AD1-F7F7-CA3A-CC0DDF41854C}"/>
          </ac:cxnSpMkLst>
        </pc:cxnChg>
        <pc:cxnChg chg="add mod">
          <ac:chgData name="vasanth kumar" userId="81af875725a2a030" providerId="LiveId" clId="{ADDC219A-1259-42D0-BAF0-2C1E4857BA88}" dt="2026-08-08T01:53:46.951" v="203" actId="14100"/>
          <ac:cxnSpMkLst>
            <pc:docMk/>
            <pc:sldMk cId="442327232" sldId="257"/>
            <ac:cxnSpMk id="27" creationId="{8922C815-4AD1-FC51-FA0E-5EE6BD9F029A}"/>
          </ac:cxnSpMkLst>
        </pc:cxnChg>
        <pc:cxnChg chg="add mod">
          <ac:chgData name="vasanth kumar" userId="81af875725a2a030" providerId="LiveId" clId="{ADDC219A-1259-42D0-BAF0-2C1E4857BA88}" dt="2026-08-08T01:53:04.533" v="198" actId="1076"/>
          <ac:cxnSpMkLst>
            <pc:docMk/>
            <pc:sldMk cId="442327232" sldId="257"/>
            <ac:cxnSpMk id="36" creationId="{7C4DE3A0-F083-4219-C541-123F57FCBC06}"/>
          </ac:cxnSpMkLst>
        </pc:cxnChg>
        <pc:cxnChg chg="add mod">
          <ac:chgData name="vasanth kumar" userId="81af875725a2a030" providerId="LiveId" clId="{ADDC219A-1259-42D0-BAF0-2C1E4857BA88}" dt="2026-08-08T01:53:04.533" v="198" actId="1076"/>
          <ac:cxnSpMkLst>
            <pc:docMk/>
            <pc:sldMk cId="442327232" sldId="257"/>
            <ac:cxnSpMk id="40" creationId="{920E7645-22C9-459D-FE8D-E15661E66C11}"/>
          </ac:cxnSpMkLst>
        </pc:cxnChg>
        <pc:cxnChg chg="add mod">
          <ac:chgData name="vasanth kumar" userId="81af875725a2a030" providerId="LiveId" clId="{ADDC219A-1259-42D0-BAF0-2C1E4857BA88}" dt="2026-08-08T01:58:33.586" v="228" actId="208"/>
          <ac:cxnSpMkLst>
            <pc:docMk/>
            <pc:sldMk cId="442327232" sldId="257"/>
            <ac:cxnSpMk id="57" creationId="{34814EEE-BE76-C376-C614-8DDC59E4E674}"/>
          </ac:cxnSpMkLst>
        </pc:cxnChg>
        <pc:cxnChg chg="add mod">
          <ac:chgData name="vasanth kumar" userId="81af875725a2a030" providerId="LiveId" clId="{ADDC219A-1259-42D0-BAF0-2C1E4857BA88}" dt="2026-08-08T01:54:11.426" v="209" actId="14100"/>
          <ac:cxnSpMkLst>
            <pc:docMk/>
            <pc:sldMk cId="442327232" sldId="257"/>
            <ac:cxnSpMk id="60" creationId="{7587846F-2770-078E-E4E3-A591F8B0AF56}"/>
          </ac:cxnSpMkLst>
        </pc:cxnChg>
        <pc:cxnChg chg="add mod">
          <ac:chgData name="vasanth kumar" userId="81af875725a2a030" providerId="LiveId" clId="{ADDC219A-1259-42D0-BAF0-2C1E4857BA88}" dt="2026-08-08T01:54:24.381" v="212" actId="14100"/>
          <ac:cxnSpMkLst>
            <pc:docMk/>
            <pc:sldMk cId="442327232" sldId="257"/>
            <ac:cxnSpMk id="63" creationId="{84DA0AD0-A830-79C7-B1DF-C1316D6E24B2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CE948-BDA3-33D2-A4C3-7A6F7CCCAD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751DF8-C70D-34D8-7F60-9988B38E34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1BEBB-756D-5B9E-20FD-1AE01AE90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2FB37-5E40-40F8-9F29-FDDD84D9B0B9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44521A-0AA0-2856-512F-103490DCC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2DAD47-B476-EDB8-7A85-9E2896B8E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CED85-6277-49F2-81CE-011D7C72632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1628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DCCC8-CCEF-F874-9C8F-C5E7FF3BD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EEFBE8-9C1B-DF2B-AFED-2CCED82036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58F5D8-6486-5034-E3AE-77D8E18C8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2FB37-5E40-40F8-9F29-FDDD84D9B0B9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454AE-3FCB-6613-0F02-4CCE575AA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AD6359-0140-60C5-0E36-477D89819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CED85-6277-49F2-81CE-011D7C72632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41543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0D09B-FEDA-6BD3-5305-890D738C5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80965F-1A36-EC84-B1A0-012F24417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78B991-C905-CF93-0E25-32276A2C6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2FB37-5E40-40F8-9F29-FDDD84D9B0B9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6FF0EB-D8E9-E176-C67B-C082489AC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3C9C1C-1325-A385-EDC2-06AB29BBD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CED85-6277-49F2-81CE-011D7C72632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000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CE885-DABD-89BD-087B-DC98DCEB4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F52432-7E28-ADA8-A472-09B87D3835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5D9153-0BE8-C59D-B397-675408F6FE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D0A7C8-45E3-D88C-77FE-B6EBE54D6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2FB37-5E40-40F8-9F29-FDDD84D9B0B9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1EA751-3B97-94C7-C8DC-55853152E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A705D8-EF30-5D81-8E22-C83AE18AA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CED85-6277-49F2-81CE-011D7C72632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05120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DECFE-598B-24F5-5ECF-9668F7660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412F09-C91C-5BF2-C55E-B2FD51F24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9B3204-23BE-362D-4DA1-5D06ADCB85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B04F3D-0D46-F520-9D06-C4AE78A7A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FF21E8-8DBC-CE0A-1FF7-7727C3B1EA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1C7293-B516-AAB8-709D-1BA4FCE19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2FB37-5E40-40F8-9F29-FDDD84D9B0B9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5B2405-C2D8-8933-D2CA-FAB577979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66667A-0542-AB0B-3C5C-3895ADF50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CED85-6277-49F2-81CE-011D7C72632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5322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7119A-88CF-C0D2-D03C-A203265CC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CCDD98-D302-5D22-0223-9A3E259C4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2FB37-5E40-40F8-9F29-FDDD84D9B0B9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ED586E-00C7-7A81-B139-1FACC499E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3C0306-50FF-1D7C-0152-254C3691A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CED85-6277-49F2-81CE-011D7C72632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347878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798C3C-F7B5-BCEA-FD00-14966F973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2FB37-5E40-40F8-9F29-FDDD84D9B0B9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990325-1A79-EBC6-D367-A6B8C8E727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D8E799-EC05-0FAF-3588-E600FFE0A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CED85-6277-49F2-81CE-011D7C72632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21732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A9BD1-D457-92CA-AC56-17D120C0D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9E5057-24EE-D4D8-1688-995880EC57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795238-8B23-01D3-58FB-8D6B69462C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6EA50B-DCE6-2806-7F88-031AD7866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2FB37-5E40-40F8-9F29-FDDD84D9B0B9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7A7870-985A-26BD-864F-F0C6670BC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F331E-9B3C-C0E5-8D4A-F8DA2C8A7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CED85-6277-49F2-81CE-011D7C72632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9486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B8DB3-03D5-A27B-D2E7-CE54BAD8C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83BD3F-E60F-A708-38F4-292DFCF1FE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3F9E1E-224F-992E-A30F-609B301530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644374-A00B-005B-7B96-9938A21D4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2FB37-5E40-40F8-9F29-FDDD84D9B0B9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C2636A-845C-4FE2-B111-617C90B4A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48D7E-7842-5F71-B584-15055997F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CED85-6277-49F2-81CE-011D7C72632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1407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9A8D2-A498-E3AB-88CE-E6714EAF0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C58E9B-2582-54A2-B2F9-454845E9DF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034C4A-313F-C6AD-2015-1423A5BB3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2FB37-5E40-40F8-9F29-FDDD84D9B0B9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0049AE-C52F-E956-596F-5E2283AA8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3AD70E-66A4-23DB-C218-A6080C75A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CED85-6277-49F2-81CE-011D7C72632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4534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BDB2D43-A439-0FCA-F172-850F290826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4FB65B-1643-B566-F522-30B426ECA4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36218-CE72-20C0-E6BF-098CA822C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2FB37-5E40-40F8-9F29-FDDD84D9B0B9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4D064C-12DF-B63C-992E-D06F29CE3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BDC155-64CD-C2F4-8F25-1B753E1AC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CED85-6277-49F2-81CE-011D7C72632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86437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4CEEED-9A12-B275-6C11-78694A9B8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D4E67C-CA89-28B2-A640-C95220A853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451A3F-ED4E-2DCD-C160-B6F1EF4D95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22FB37-5E40-40F8-9F29-FDDD84D9B0B9}" type="datetimeFigureOut">
              <a:rPr lang="en-IN" smtClean="0"/>
              <a:t>08-08-2026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7E59A-A4D1-2819-9B0D-AFBB124C9F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68E5F0-916E-C06E-0505-B909FE3E69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DCED85-6277-49F2-81CE-011D7C72632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0691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A0935-C100-59F2-0043-D86341F3C4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B5AB69-83CD-8589-C361-6E80885BE7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994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25F2A5-39AF-28FE-0AB1-D3C8721C39F8}"/>
              </a:ext>
            </a:extLst>
          </p:cNvPr>
          <p:cNvSpPr txBox="1"/>
          <p:nvPr/>
        </p:nvSpPr>
        <p:spPr>
          <a:xfrm>
            <a:off x="135731" y="3244334"/>
            <a:ext cx="2157413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Local Git Golder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A341BC-91EC-1CEF-53B2-E00A322DB398}"/>
              </a:ext>
            </a:extLst>
          </p:cNvPr>
          <p:cNvSpPr txBox="1"/>
          <p:nvPr/>
        </p:nvSpPr>
        <p:spPr>
          <a:xfrm>
            <a:off x="5674518" y="3142951"/>
            <a:ext cx="2157413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Git/DevOps </a:t>
            </a:r>
          </a:p>
          <a:p>
            <a:pPr algn="ctr"/>
            <a:r>
              <a:rPr lang="en-US" dirty="0" err="1"/>
              <a:t>Branch_Dev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65D092-F634-2BF7-A37D-AC7F552C5497}"/>
              </a:ext>
            </a:extLst>
          </p:cNvPr>
          <p:cNvSpPr txBox="1"/>
          <p:nvPr/>
        </p:nvSpPr>
        <p:spPr>
          <a:xfrm>
            <a:off x="10784680" y="3142951"/>
            <a:ext cx="1078707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Main</a:t>
            </a:r>
          </a:p>
          <a:p>
            <a:pPr algn="ctr"/>
            <a:r>
              <a:rPr lang="en-US" dirty="0"/>
              <a:t>Branch</a:t>
            </a: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4FFD46-36C0-7F48-24F9-EB051ADA83BE}"/>
              </a:ext>
            </a:extLst>
          </p:cNvPr>
          <p:cNvSpPr txBox="1"/>
          <p:nvPr/>
        </p:nvSpPr>
        <p:spPr>
          <a:xfrm>
            <a:off x="10648942" y="4410372"/>
            <a:ext cx="1381133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Power BI Service (Prod Env)</a:t>
            </a: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EB0A9A-114A-ED6D-83E9-0F0DDEB2FD04}"/>
              </a:ext>
            </a:extLst>
          </p:cNvPr>
          <p:cNvSpPr txBox="1"/>
          <p:nvPr/>
        </p:nvSpPr>
        <p:spPr>
          <a:xfrm>
            <a:off x="2907504" y="2658249"/>
            <a:ext cx="2157413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VS Code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7F96D1-FCFF-71F2-2B79-46B25F8F59E9}"/>
              </a:ext>
            </a:extLst>
          </p:cNvPr>
          <p:cNvSpPr txBox="1"/>
          <p:nvPr/>
        </p:nvSpPr>
        <p:spPr>
          <a:xfrm>
            <a:off x="2907504" y="3645754"/>
            <a:ext cx="2157413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Github</a:t>
            </a:r>
            <a:r>
              <a:rPr lang="en-US" dirty="0"/>
              <a:t> Desktop</a:t>
            </a:r>
            <a:endParaRPr lang="en-IN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9C16FB2-79B8-8741-4E5D-573CF5DCCAF2}"/>
              </a:ext>
            </a:extLst>
          </p:cNvPr>
          <p:cNvCxnSpPr>
            <a:cxnSpLocks/>
          </p:cNvCxnSpPr>
          <p:nvPr/>
        </p:nvCxnSpPr>
        <p:spPr>
          <a:xfrm flipV="1">
            <a:off x="2293144" y="2842915"/>
            <a:ext cx="614360" cy="58608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1185048-2C3F-9161-69E2-BE0E000F71F6}"/>
              </a:ext>
            </a:extLst>
          </p:cNvPr>
          <p:cNvCxnSpPr>
            <a:cxnSpLocks/>
          </p:cNvCxnSpPr>
          <p:nvPr/>
        </p:nvCxnSpPr>
        <p:spPr>
          <a:xfrm>
            <a:off x="2293144" y="3429000"/>
            <a:ext cx="614360" cy="40142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7C1DE86-396E-1EBB-F647-5551A2F44C5F}"/>
              </a:ext>
            </a:extLst>
          </p:cNvPr>
          <p:cNvCxnSpPr>
            <a:cxnSpLocks/>
          </p:cNvCxnSpPr>
          <p:nvPr/>
        </p:nvCxnSpPr>
        <p:spPr>
          <a:xfrm>
            <a:off x="5064917" y="2842915"/>
            <a:ext cx="609601" cy="62320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7A9B247-856A-8535-15D8-9EF49410D03F}"/>
              </a:ext>
            </a:extLst>
          </p:cNvPr>
          <p:cNvCxnSpPr>
            <a:cxnSpLocks/>
          </p:cNvCxnSpPr>
          <p:nvPr/>
        </p:nvCxnSpPr>
        <p:spPr>
          <a:xfrm flipV="1">
            <a:off x="5064917" y="3466117"/>
            <a:ext cx="609601" cy="36430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922C815-4AD1-FC51-FA0E-5EE6BD9F029A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11324034" y="3789282"/>
            <a:ext cx="15475" cy="62109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03ABC3D8-4E2D-58AA-92C3-04EDE3D9FD56}"/>
              </a:ext>
            </a:extLst>
          </p:cNvPr>
          <p:cNvSpPr txBox="1"/>
          <p:nvPr/>
        </p:nvSpPr>
        <p:spPr>
          <a:xfrm>
            <a:off x="135730" y="4548872"/>
            <a:ext cx="2157413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Power BI Desktop</a:t>
            </a:r>
            <a:endParaRPr lang="en-IN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6180C68-8FF6-6EE1-62B7-9874EA8C80BF}"/>
              </a:ext>
            </a:extLst>
          </p:cNvPr>
          <p:cNvSpPr txBox="1"/>
          <p:nvPr/>
        </p:nvSpPr>
        <p:spPr>
          <a:xfrm>
            <a:off x="5674516" y="4504164"/>
            <a:ext cx="2157413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Power BI Service (Dev Env)</a:t>
            </a:r>
            <a:endParaRPr lang="en-IN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C4DE3A0-F083-4219-C541-123F57FCBC06}"/>
              </a:ext>
            </a:extLst>
          </p:cNvPr>
          <p:cNvCxnSpPr>
            <a:cxnSpLocks/>
          </p:cNvCxnSpPr>
          <p:nvPr/>
        </p:nvCxnSpPr>
        <p:spPr>
          <a:xfrm flipV="1">
            <a:off x="1214437" y="3613666"/>
            <a:ext cx="1" cy="93520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20E7645-22C9-459D-FE8D-E15661E66C11}"/>
              </a:ext>
            </a:extLst>
          </p:cNvPr>
          <p:cNvCxnSpPr>
            <a:cxnSpLocks/>
          </p:cNvCxnSpPr>
          <p:nvPr/>
        </p:nvCxnSpPr>
        <p:spPr>
          <a:xfrm flipH="1">
            <a:off x="6753223" y="3789282"/>
            <a:ext cx="2" cy="7148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724DF5A7-A517-D810-E355-BA6CCE01FBFD}"/>
              </a:ext>
            </a:extLst>
          </p:cNvPr>
          <p:cNvSpPr txBox="1"/>
          <p:nvPr/>
        </p:nvSpPr>
        <p:spPr>
          <a:xfrm>
            <a:off x="8161731" y="3142951"/>
            <a:ext cx="2157413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Git/DevOps </a:t>
            </a:r>
          </a:p>
          <a:p>
            <a:pPr algn="ctr"/>
            <a:r>
              <a:rPr lang="en-US" dirty="0" err="1"/>
              <a:t>Branch_UAT</a:t>
            </a:r>
            <a:endParaRPr lang="en-IN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CF62234-7D1B-13EF-F0F2-637B836DB880}"/>
              </a:ext>
            </a:extLst>
          </p:cNvPr>
          <p:cNvSpPr txBox="1"/>
          <p:nvPr/>
        </p:nvSpPr>
        <p:spPr>
          <a:xfrm>
            <a:off x="8161729" y="4504164"/>
            <a:ext cx="2157413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Power BI Service (UAT Env)</a:t>
            </a:r>
            <a:endParaRPr lang="en-IN" dirty="0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34814EEE-BE76-C376-C614-8DDC59E4E674}"/>
              </a:ext>
            </a:extLst>
          </p:cNvPr>
          <p:cNvCxnSpPr>
            <a:cxnSpLocks/>
            <a:stCxn id="3" idx="3"/>
            <a:endCxn id="52" idx="1"/>
          </p:cNvCxnSpPr>
          <p:nvPr/>
        </p:nvCxnSpPr>
        <p:spPr>
          <a:xfrm>
            <a:off x="7831931" y="3466117"/>
            <a:ext cx="32980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7587846F-2770-078E-E4E3-A591F8B0AF56}"/>
              </a:ext>
            </a:extLst>
          </p:cNvPr>
          <p:cNvCxnSpPr>
            <a:cxnSpLocks/>
            <a:stCxn id="52" idx="3"/>
            <a:endCxn id="4" idx="1"/>
          </p:cNvCxnSpPr>
          <p:nvPr/>
        </p:nvCxnSpPr>
        <p:spPr>
          <a:xfrm>
            <a:off x="10319144" y="3466117"/>
            <a:ext cx="465536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4DA0AD0-A830-79C7-B1DF-C1316D6E24B2}"/>
              </a:ext>
            </a:extLst>
          </p:cNvPr>
          <p:cNvCxnSpPr>
            <a:cxnSpLocks/>
            <a:stCxn id="52" idx="2"/>
            <a:endCxn id="53" idx="0"/>
          </p:cNvCxnSpPr>
          <p:nvPr/>
        </p:nvCxnSpPr>
        <p:spPr>
          <a:xfrm flipH="1">
            <a:off x="9240436" y="3789282"/>
            <a:ext cx="2" cy="7148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Arc 66">
            <a:extLst>
              <a:ext uri="{FF2B5EF4-FFF2-40B4-BE49-F238E27FC236}">
                <a16:creationId xmlns:a16="http://schemas.microsoft.com/office/drawing/2014/main" id="{FC3528C1-41D0-0CA2-08C5-B972A7E44DC6}"/>
              </a:ext>
            </a:extLst>
          </p:cNvPr>
          <p:cNvSpPr/>
          <p:nvPr/>
        </p:nvSpPr>
        <p:spPr>
          <a:xfrm rot="15965150">
            <a:off x="8354437" y="2065756"/>
            <a:ext cx="1500187" cy="2248486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3D69786-C861-E536-7008-E2E572EC952D}"/>
              </a:ext>
            </a:extLst>
          </p:cNvPr>
          <p:cNvSpPr txBox="1"/>
          <p:nvPr/>
        </p:nvSpPr>
        <p:spPr>
          <a:xfrm>
            <a:off x="8818770" y="1836256"/>
            <a:ext cx="13178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DevOps </a:t>
            </a:r>
          </a:p>
          <a:p>
            <a:pPr algn="ctr"/>
            <a:r>
              <a:rPr lang="en-US" dirty="0"/>
              <a:t>deployment</a:t>
            </a:r>
          </a:p>
          <a:p>
            <a:pPr algn="ctr"/>
            <a:r>
              <a:rPr lang="en-US" dirty="0"/>
              <a:t>pipeline</a:t>
            </a:r>
            <a:endParaRPr lang="en-IN" dirty="0"/>
          </a:p>
        </p:txBody>
      </p:sp>
      <p:sp>
        <p:nvSpPr>
          <p:cNvPr id="69" name="Arc 68">
            <a:extLst>
              <a:ext uri="{FF2B5EF4-FFF2-40B4-BE49-F238E27FC236}">
                <a16:creationId xmlns:a16="http://schemas.microsoft.com/office/drawing/2014/main" id="{E357C579-13C8-03B8-34C7-78C21B826BAB}"/>
              </a:ext>
            </a:extLst>
          </p:cNvPr>
          <p:cNvSpPr/>
          <p:nvPr/>
        </p:nvSpPr>
        <p:spPr>
          <a:xfrm rot="15965150" flipV="1">
            <a:off x="9154152" y="2732304"/>
            <a:ext cx="1726344" cy="1260187"/>
          </a:xfrm>
          <a:prstGeom prst="arc">
            <a:avLst>
              <a:gd name="adj1" fmla="val 16200000"/>
              <a:gd name="adj2" fmla="val 2159836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2327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48</Words>
  <Application>Microsoft Office PowerPoint</Application>
  <PresentationFormat>Widescreen</PresentationFormat>
  <Paragraphs>16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vasanth kumar</dc:creator>
  <cp:lastModifiedBy>vasanth kumar</cp:lastModifiedBy>
  <cp:revision>1</cp:revision>
  <dcterms:created xsi:type="dcterms:W3CDTF">2026-08-08T01:38:02Z</dcterms:created>
  <dcterms:modified xsi:type="dcterms:W3CDTF">2026-08-08T02:05:09Z</dcterms:modified>
</cp:coreProperties>
</file>